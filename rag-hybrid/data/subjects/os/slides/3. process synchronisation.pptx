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4" r:id="rId1"/>
  </p:sldMasterIdLst>
  <p:notesMasterIdLst>
    <p:notesMasterId r:id="rId68"/>
  </p:notesMasterIdLst>
  <p:handoutMasterIdLst>
    <p:handoutMasterId r:id="rId69"/>
  </p:handoutMasterIdLst>
  <p:sldIdLst>
    <p:sldId id="331" r:id="rId2"/>
    <p:sldId id="332" r:id="rId3"/>
    <p:sldId id="333" r:id="rId4"/>
    <p:sldId id="420" r:id="rId5"/>
    <p:sldId id="421" r:id="rId6"/>
    <p:sldId id="422" r:id="rId7"/>
    <p:sldId id="337" r:id="rId8"/>
    <p:sldId id="338" r:id="rId9"/>
    <p:sldId id="339" r:id="rId10"/>
    <p:sldId id="409" r:id="rId11"/>
    <p:sldId id="340" r:id="rId12"/>
    <p:sldId id="405" r:id="rId13"/>
    <p:sldId id="341" r:id="rId14"/>
    <p:sldId id="342" r:id="rId15"/>
    <p:sldId id="407" r:id="rId16"/>
    <p:sldId id="343" r:id="rId17"/>
    <p:sldId id="344" r:id="rId18"/>
    <p:sldId id="345" r:id="rId19"/>
    <p:sldId id="346" r:id="rId20"/>
    <p:sldId id="417" r:id="rId21"/>
    <p:sldId id="348" r:id="rId22"/>
    <p:sldId id="349" r:id="rId23"/>
    <p:sldId id="350" r:id="rId24"/>
    <p:sldId id="351" r:id="rId25"/>
    <p:sldId id="352" r:id="rId26"/>
    <p:sldId id="353" r:id="rId27"/>
    <p:sldId id="354" r:id="rId28"/>
    <p:sldId id="355" r:id="rId29"/>
    <p:sldId id="356" r:id="rId30"/>
    <p:sldId id="357" r:id="rId31"/>
    <p:sldId id="358" r:id="rId32"/>
    <p:sldId id="359" r:id="rId33"/>
    <p:sldId id="360" r:id="rId34"/>
    <p:sldId id="361" r:id="rId35"/>
    <p:sldId id="362" r:id="rId36"/>
    <p:sldId id="363" r:id="rId37"/>
    <p:sldId id="364" r:id="rId38"/>
    <p:sldId id="365" r:id="rId39"/>
    <p:sldId id="366" r:id="rId40"/>
    <p:sldId id="367" r:id="rId41"/>
    <p:sldId id="368" r:id="rId42"/>
    <p:sldId id="418" r:id="rId43"/>
    <p:sldId id="369" r:id="rId44"/>
    <p:sldId id="370" r:id="rId45"/>
    <p:sldId id="371" r:id="rId46"/>
    <p:sldId id="372" r:id="rId47"/>
    <p:sldId id="373" r:id="rId48"/>
    <p:sldId id="374" r:id="rId49"/>
    <p:sldId id="375" r:id="rId50"/>
    <p:sldId id="376" r:id="rId51"/>
    <p:sldId id="377" r:id="rId52"/>
    <p:sldId id="378" r:id="rId53"/>
    <p:sldId id="379" r:id="rId54"/>
    <p:sldId id="380" r:id="rId55"/>
    <p:sldId id="419" r:id="rId56"/>
    <p:sldId id="381" r:id="rId57"/>
    <p:sldId id="382" r:id="rId58"/>
    <p:sldId id="383" r:id="rId59"/>
    <p:sldId id="384" r:id="rId60"/>
    <p:sldId id="385" r:id="rId61"/>
    <p:sldId id="386" r:id="rId62"/>
    <p:sldId id="423" r:id="rId63"/>
    <p:sldId id="424" r:id="rId64"/>
    <p:sldId id="426" r:id="rId65"/>
    <p:sldId id="427" r:id="rId66"/>
    <p:sldId id="404" r:id="rId67"/>
  </p:sldIdLst>
  <p:sldSz cx="9144000" cy="6858000" type="screen4x3"/>
  <p:notesSz cx="7010400" cy="9296400"/>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1pPr>
    <a:lvl2pPr marL="455613" indent="1588"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2pPr>
    <a:lvl3pPr marL="912813" indent="1588"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3pPr>
    <a:lvl4pPr marL="1370013" indent="1588"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4pPr>
    <a:lvl5pPr marL="1827213" indent="1588"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816">
          <p15:clr>
            <a:srgbClr val="A4A3A4"/>
          </p15:clr>
        </p15:guide>
        <p15:guide id="2" pos="4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CCECFF"/>
    <a:srgbClr val="66CCFF"/>
    <a:srgbClr val="CCFFFF"/>
    <a:srgbClr val="F8F8F8"/>
    <a:srgbClr val="EAEAEA"/>
    <a:srgbClr val="CC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7" d="100"/>
          <a:sy n="77" d="100"/>
        </p:scale>
        <p:origin x="1618" y="53"/>
      </p:cViewPr>
      <p:guideLst>
        <p:guide orient="horz" pos="816"/>
        <p:guide pos="4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2208"/>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40CFDC4C-1F9E-E584-D7E6-3168A623DA79}"/>
              </a:ext>
            </a:extLst>
          </p:cNvPr>
          <p:cNvSpPr>
            <a:spLocks noGrp="1" noChangeArrowheads="1"/>
          </p:cNvSpPr>
          <p:nvPr>
            <p:ph type="hdr" sz="quarter"/>
          </p:nvPr>
        </p:nvSpPr>
        <p:spPr bwMode="auto">
          <a:xfrm>
            <a:off x="0" y="0"/>
            <a:ext cx="3073400" cy="442913"/>
          </a:xfrm>
          <a:prstGeom prst="rect">
            <a:avLst/>
          </a:prstGeom>
          <a:noFill/>
          <a:ln w="9525">
            <a:noFill/>
            <a:miter lim="800000"/>
            <a:headEnd/>
            <a:tailEnd/>
          </a:ln>
        </p:spPr>
        <p:txBody>
          <a:bodyPr vert="horz" wrap="none" lIns="88261" tIns="44132" rIns="88261" bIns="44132" numCol="1" anchor="ctr" anchorCtr="0" compatLnSpc="1">
            <a:prstTxWarp prst="textNoShape">
              <a:avLst/>
            </a:prstTxWarp>
          </a:bodyPr>
          <a:lstStyle>
            <a:lvl1pPr defTabSz="883169">
              <a:defRPr sz="1100">
                <a:latin typeface="Helvetica" charset="0"/>
                <a:ea typeface="ＭＳ Ｐゴシック" charset="-128"/>
                <a:cs typeface="ＭＳ Ｐゴシック" charset="-128"/>
              </a:defRPr>
            </a:lvl1pPr>
          </a:lstStyle>
          <a:p>
            <a:pPr>
              <a:defRPr/>
            </a:pPr>
            <a:endParaRPr lang="en-US"/>
          </a:p>
        </p:txBody>
      </p:sp>
      <p:sp>
        <p:nvSpPr>
          <p:cNvPr id="46083" name="Rectangle 3">
            <a:extLst>
              <a:ext uri="{FF2B5EF4-FFF2-40B4-BE49-F238E27FC236}">
                <a16:creationId xmlns:a16="http://schemas.microsoft.com/office/drawing/2014/main" id="{F64187B4-0AAB-1467-7270-748527B36058}"/>
              </a:ext>
            </a:extLst>
          </p:cNvPr>
          <p:cNvSpPr>
            <a:spLocks noGrp="1" noChangeArrowheads="1"/>
          </p:cNvSpPr>
          <p:nvPr>
            <p:ph type="dt" sz="quarter" idx="1"/>
          </p:nvPr>
        </p:nvSpPr>
        <p:spPr bwMode="auto">
          <a:xfrm>
            <a:off x="3951288" y="0"/>
            <a:ext cx="3071812" cy="442913"/>
          </a:xfrm>
          <a:prstGeom prst="rect">
            <a:avLst/>
          </a:prstGeom>
          <a:noFill/>
          <a:ln w="9525">
            <a:noFill/>
            <a:miter lim="800000"/>
            <a:headEnd/>
            <a:tailEnd/>
          </a:ln>
        </p:spPr>
        <p:txBody>
          <a:bodyPr vert="horz" wrap="none" lIns="88261" tIns="44132" rIns="88261" bIns="44132" numCol="1" anchor="ctr" anchorCtr="0" compatLnSpc="1">
            <a:prstTxWarp prst="textNoShape">
              <a:avLst/>
            </a:prstTxWarp>
          </a:bodyPr>
          <a:lstStyle>
            <a:lvl1pPr algn="r" defTabSz="883169">
              <a:defRPr sz="1100">
                <a:latin typeface="Helvetica" charset="0"/>
                <a:ea typeface="ＭＳ Ｐゴシック" charset="-128"/>
                <a:cs typeface="ＭＳ Ｐゴシック" charset="-128"/>
              </a:defRPr>
            </a:lvl1pPr>
          </a:lstStyle>
          <a:p>
            <a:pPr>
              <a:defRPr/>
            </a:pPr>
            <a:endParaRPr lang="en-US"/>
          </a:p>
        </p:txBody>
      </p:sp>
      <p:sp>
        <p:nvSpPr>
          <p:cNvPr id="46084" name="Rectangle 4">
            <a:extLst>
              <a:ext uri="{FF2B5EF4-FFF2-40B4-BE49-F238E27FC236}">
                <a16:creationId xmlns:a16="http://schemas.microsoft.com/office/drawing/2014/main" id="{70C672C0-9EF9-0B30-ECDD-310672E49A51}"/>
              </a:ext>
            </a:extLst>
          </p:cNvPr>
          <p:cNvSpPr>
            <a:spLocks noGrp="1" noChangeArrowheads="1"/>
          </p:cNvSpPr>
          <p:nvPr>
            <p:ph type="ftr" sz="quarter" idx="2"/>
          </p:nvPr>
        </p:nvSpPr>
        <p:spPr bwMode="auto">
          <a:xfrm>
            <a:off x="0" y="8866188"/>
            <a:ext cx="3073400" cy="442912"/>
          </a:xfrm>
          <a:prstGeom prst="rect">
            <a:avLst/>
          </a:prstGeom>
          <a:noFill/>
          <a:ln w="9525">
            <a:noFill/>
            <a:miter lim="800000"/>
            <a:headEnd/>
            <a:tailEnd/>
          </a:ln>
        </p:spPr>
        <p:txBody>
          <a:bodyPr vert="horz" wrap="none" lIns="88261" tIns="44132" rIns="88261" bIns="44132" numCol="1" anchor="b" anchorCtr="0" compatLnSpc="1">
            <a:prstTxWarp prst="textNoShape">
              <a:avLst/>
            </a:prstTxWarp>
          </a:bodyPr>
          <a:lstStyle>
            <a:lvl1pPr defTabSz="883169">
              <a:defRPr sz="1100">
                <a:latin typeface="Helvetica" charset="0"/>
                <a:ea typeface="ＭＳ Ｐゴシック" charset="-128"/>
                <a:cs typeface="ＭＳ Ｐゴシック" charset="-128"/>
              </a:defRPr>
            </a:lvl1pPr>
          </a:lstStyle>
          <a:p>
            <a:pPr>
              <a:defRPr/>
            </a:pPr>
            <a:endParaRPr lang="en-US"/>
          </a:p>
        </p:txBody>
      </p:sp>
      <p:sp>
        <p:nvSpPr>
          <p:cNvPr id="46085" name="Rectangle 5">
            <a:extLst>
              <a:ext uri="{FF2B5EF4-FFF2-40B4-BE49-F238E27FC236}">
                <a16:creationId xmlns:a16="http://schemas.microsoft.com/office/drawing/2014/main" id="{3DCDBE6E-07C3-EC78-FBEC-6781728001BF}"/>
              </a:ext>
            </a:extLst>
          </p:cNvPr>
          <p:cNvSpPr>
            <a:spLocks noGrp="1" noChangeArrowheads="1"/>
          </p:cNvSpPr>
          <p:nvPr>
            <p:ph type="sldNum" sz="quarter" idx="3"/>
          </p:nvPr>
        </p:nvSpPr>
        <p:spPr bwMode="auto">
          <a:xfrm>
            <a:off x="3951288" y="8866188"/>
            <a:ext cx="3071812" cy="442912"/>
          </a:xfrm>
          <a:prstGeom prst="rect">
            <a:avLst/>
          </a:prstGeom>
          <a:noFill/>
          <a:ln w="9525">
            <a:noFill/>
            <a:miter lim="800000"/>
            <a:headEnd/>
            <a:tailEnd/>
          </a:ln>
        </p:spPr>
        <p:txBody>
          <a:bodyPr vert="horz" wrap="none" lIns="88261" tIns="44132" rIns="88261" bIns="44132" numCol="1" anchor="b" anchorCtr="0" compatLnSpc="1">
            <a:prstTxWarp prst="textNoShape">
              <a:avLst/>
            </a:prstTxWarp>
          </a:bodyPr>
          <a:lstStyle>
            <a:lvl1pPr algn="r" defTabSz="882650">
              <a:defRPr sz="1100" smtClean="0">
                <a:latin typeface="Helvetica" panose="020B0604020202020204" pitchFamily="34" charset="0"/>
              </a:defRPr>
            </a:lvl1pPr>
          </a:lstStyle>
          <a:p>
            <a:pPr>
              <a:defRPr/>
            </a:pPr>
            <a:fld id="{2AFCABB2-AEFC-4A95-B386-D8E5B82AFB19}"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02D9A94F-1987-6BDD-C3C6-77FCE58C76F3}"/>
              </a:ext>
            </a:extLst>
          </p:cNvPr>
          <p:cNvSpPr>
            <a:spLocks noGrp="1" noChangeArrowheads="1"/>
          </p:cNvSpPr>
          <p:nvPr>
            <p:ph type="hdr" sz="quarter"/>
          </p:nvPr>
        </p:nvSpPr>
        <p:spPr bwMode="auto">
          <a:xfrm>
            <a:off x="0" y="0"/>
            <a:ext cx="3036888" cy="463550"/>
          </a:xfrm>
          <a:prstGeom prst="rect">
            <a:avLst/>
          </a:prstGeom>
          <a:noFill/>
          <a:ln w="9525">
            <a:noFill/>
            <a:miter lim="800000"/>
            <a:headEnd/>
            <a:tailEnd/>
          </a:ln>
        </p:spPr>
        <p:txBody>
          <a:bodyPr vert="horz" wrap="none" lIns="93160" tIns="46580" rIns="93160" bIns="46580" numCol="1" anchor="ctr" anchorCtr="0" compatLnSpc="1">
            <a:prstTxWarp prst="textNoShape">
              <a:avLst/>
            </a:prstTxWarp>
          </a:bodyPr>
          <a:lstStyle>
            <a:lvl1pPr defTabSz="931168">
              <a:defRPr sz="1200">
                <a:latin typeface="Times New Roman" charset="0"/>
                <a:ea typeface="ＭＳ Ｐゴシック" charset="-128"/>
                <a:cs typeface="ＭＳ Ｐゴシック" charset="-128"/>
              </a:defRPr>
            </a:lvl1pPr>
          </a:lstStyle>
          <a:p>
            <a:pPr>
              <a:defRPr/>
            </a:pPr>
            <a:endParaRPr lang="en-US"/>
          </a:p>
        </p:txBody>
      </p:sp>
      <p:sp>
        <p:nvSpPr>
          <p:cNvPr id="6147" name="Rectangle 3">
            <a:extLst>
              <a:ext uri="{FF2B5EF4-FFF2-40B4-BE49-F238E27FC236}">
                <a16:creationId xmlns:a16="http://schemas.microsoft.com/office/drawing/2014/main" id="{67A0C604-E632-ACEE-E85A-AD8CB6645472}"/>
              </a:ext>
            </a:extLst>
          </p:cNvPr>
          <p:cNvSpPr>
            <a:spLocks noGrp="1" noChangeArrowheads="1"/>
          </p:cNvSpPr>
          <p:nvPr>
            <p:ph type="dt" idx="1"/>
          </p:nvPr>
        </p:nvSpPr>
        <p:spPr bwMode="auto">
          <a:xfrm>
            <a:off x="3973513" y="0"/>
            <a:ext cx="3036887" cy="463550"/>
          </a:xfrm>
          <a:prstGeom prst="rect">
            <a:avLst/>
          </a:prstGeom>
          <a:noFill/>
          <a:ln w="9525">
            <a:noFill/>
            <a:miter lim="800000"/>
            <a:headEnd/>
            <a:tailEnd/>
          </a:ln>
        </p:spPr>
        <p:txBody>
          <a:bodyPr vert="horz" wrap="none" lIns="93160" tIns="46580" rIns="93160" bIns="46580" numCol="1" anchor="ctr" anchorCtr="0" compatLnSpc="1">
            <a:prstTxWarp prst="textNoShape">
              <a:avLst/>
            </a:prstTxWarp>
          </a:bodyPr>
          <a:lstStyle>
            <a:lvl1pPr algn="r" defTabSz="931168">
              <a:defRPr sz="1200">
                <a:latin typeface="Times New Roman" charset="0"/>
                <a:ea typeface="ＭＳ Ｐゴシック" charset="-128"/>
                <a:cs typeface="ＭＳ Ｐゴシック" charset="-128"/>
              </a:defRPr>
            </a:lvl1pPr>
          </a:lstStyle>
          <a:p>
            <a:pPr>
              <a:defRPr/>
            </a:pPr>
            <a:endParaRPr lang="en-US"/>
          </a:p>
        </p:txBody>
      </p:sp>
      <p:sp>
        <p:nvSpPr>
          <p:cNvPr id="3076" name="Rectangle 4">
            <a:extLst>
              <a:ext uri="{FF2B5EF4-FFF2-40B4-BE49-F238E27FC236}">
                <a16:creationId xmlns:a16="http://schemas.microsoft.com/office/drawing/2014/main" id="{E3CCCB61-F655-E108-9487-CE05D42D83AD}"/>
              </a:ext>
            </a:extLst>
          </p:cNvPr>
          <p:cNvSpPr>
            <a:spLocks noChangeArrowheads="1" noTextEdit="1"/>
          </p:cNvSpPr>
          <p:nvPr>
            <p:ph type="sldImg" idx="2"/>
          </p:nvPr>
        </p:nvSpPr>
        <p:spPr bwMode="auto">
          <a:xfrm>
            <a:off x="1181100" y="698500"/>
            <a:ext cx="4649788"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0E5F11DC-7E9D-AFDA-515E-16EEE2211C3C}"/>
              </a:ext>
            </a:extLst>
          </p:cNvPr>
          <p:cNvSpPr>
            <a:spLocks noGrp="1" noChangeArrowheads="1"/>
          </p:cNvSpPr>
          <p:nvPr>
            <p:ph type="body" sz="quarter" idx="3"/>
          </p:nvPr>
        </p:nvSpPr>
        <p:spPr bwMode="auto">
          <a:xfrm>
            <a:off x="935038" y="4416425"/>
            <a:ext cx="5140325" cy="4181475"/>
          </a:xfrm>
          <a:prstGeom prst="rect">
            <a:avLst/>
          </a:prstGeom>
          <a:noFill/>
          <a:ln w="9525">
            <a:noFill/>
            <a:miter lim="800000"/>
            <a:headEnd/>
            <a:tailEnd/>
          </a:ln>
        </p:spPr>
        <p:txBody>
          <a:bodyPr vert="horz" wrap="none" lIns="93160" tIns="46580" rIns="93160" bIns="46580" numCol="1" anchor="ctr"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a:extLst>
              <a:ext uri="{FF2B5EF4-FFF2-40B4-BE49-F238E27FC236}">
                <a16:creationId xmlns:a16="http://schemas.microsoft.com/office/drawing/2014/main" id="{53C75F75-7759-55BC-B8AE-D7986BA851A2}"/>
              </a:ext>
            </a:extLst>
          </p:cNvPr>
          <p:cNvSpPr>
            <a:spLocks noGrp="1" noChangeArrowheads="1"/>
          </p:cNvSpPr>
          <p:nvPr>
            <p:ph type="ftr" sz="quarter" idx="4"/>
          </p:nvPr>
        </p:nvSpPr>
        <p:spPr bwMode="auto">
          <a:xfrm>
            <a:off x="0" y="8832850"/>
            <a:ext cx="3036888" cy="463550"/>
          </a:xfrm>
          <a:prstGeom prst="rect">
            <a:avLst/>
          </a:prstGeom>
          <a:noFill/>
          <a:ln w="9525">
            <a:noFill/>
            <a:miter lim="800000"/>
            <a:headEnd/>
            <a:tailEnd/>
          </a:ln>
        </p:spPr>
        <p:txBody>
          <a:bodyPr vert="horz" wrap="none" lIns="93160" tIns="46580" rIns="93160" bIns="46580" numCol="1" anchor="b" anchorCtr="0" compatLnSpc="1">
            <a:prstTxWarp prst="textNoShape">
              <a:avLst/>
            </a:prstTxWarp>
          </a:bodyPr>
          <a:lstStyle>
            <a:lvl1pPr defTabSz="931168">
              <a:defRPr sz="1200">
                <a:latin typeface="Times New Roman" charset="0"/>
                <a:ea typeface="ＭＳ Ｐゴシック" charset="-128"/>
                <a:cs typeface="ＭＳ Ｐゴシック" charset="-128"/>
              </a:defRPr>
            </a:lvl1pPr>
          </a:lstStyle>
          <a:p>
            <a:pPr>
              <a:defRPr/>
            </a:pPr>
            <a:endParaRPr lang="en-US"/>
          </a:p>
        </p:txBody>
      </p:sp>
      <p:sp>
        <p:nvSpPr>
          <p:cNvPr id="6151" name="Rectangle 7">
            <a:extLst>
              <a:ext uri="{FF2B5EF4-FFF2-40B4-BE49-F238E27FC236}">
                <a16:creationId xmlns:a16="http://schemas.microsoft.com/office/drawing/2014/main" id="{FAC66553-9B37-B68F-C314-6CE32CAD99BA}"/>
              </a:ext>
            </a:extLst>
          </p:cNvPr>
          <p:cNvSpPr>
            <a:spLocks noGrp="1" noChangeArrowheads="1"/>
          </p:cNvSpPr>
          <p:nvPr>
            <p:ph type="sldNum" sz="quarter" idx="5"/>
          </p:nvPr>
        </p:nvSpPr>
        <p:spPr bwMode="auto">
          <a:xfrm>
            <a:off x="3973513" y="8832850"/>
            <a:ext cx="3036887" cy="463550"/>
          </a:xfrm>
          <a:prstGeom prst="rect">
            <a:avLst/>
          </a:prstGeom>
          <a:noFill/>
          <a:ln w="9525">
            <a:noFill/>
            <a:miter lim="800000"/>
            <a:headEnd/>
            <a:tailEnd/>
          </a:ln>
        </p:spPr>
        <p:txBody>
          <a:bodyPr vert="horz" wrap="none" lIns="93160" tIns="46580" rIns="93160" bIns="46580" numCol="1" anchor="b" anchorCtr="0" compatLnSpc="1">
            <a:prstTxWarp prst="textNoShape">
              <a:avLst/>
            </a:prstTxWarp>
          </a:bodyPr>
          <a:lstStyle>
            <a:lvl1pPr algn="r" defTabSz="930275">
              <a:defRPr sz="1200" smtClean="0">
                <a:latin typeface="Times New Roman" panose="02020603050405020304" pitchFamily="18" charset="0"/>
              </a:defRPr>
            </a:lvl1pPr>
          </a:lstStyle>
          <a:p>
            <a:pPr>
              <a:defRPr/>
            </a:pPr>
            <a:fld id="{4A38179B-69F9-40B7-8FCE-A9495C9B52FA}"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charset="0"/>
      </a:defRPr>
    </a:lvl1pPr>
    <a:lvl2pPr marL="455613"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charset="0"/>
      </a:defRPr>
    </a:lvl2pPr>
    <a:lvl3pPr marL="912813"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charset="0"/>
      </a:defRPr>
    </a:lvl3pPr>
    <a:lvl4pPr marL="1370013"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charset="0"/>
      </a:defRPr>
    </a:lvl4pPr>
    <a:lvl5pPr marL="1827213"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charset="0"/>
      </a:defRPr>
    </a:lvl5pPr>
    <a:lvl6pPr marL="2285886" algn="l" defTabSz="457177" rtl="0" eaLnBrk="1" latinLnBrk="0" hangingPunct="1">
      <a:defRPr sz="1200" kern="1200">
        <a:solidFill>
          <a:schemeClr val="tx1"/>
        </a:solidFill>
        <a:latin typeface="+mn-lt"/>
        <a:ea typeface="+mn-ea"/>
        <a:cs typeface="+mn-cs"/>
      </a:defRPr>
    </a:lvl6pPr>
    <a:lvl7pPr marL="2743063" algn="l" defTabSz="457177" rtl="0" eaLnBrk="1" latinLnBrk="0" hangingPunct="1">
      <a:defRPr sz="1200" kern="1200">
        <a:solidFill>
          <a:schemeClr val="tx1"/>
        </a:solidFill>
        <a:latin typeface="+mn-lt"/>
        <a:ea typeface="+mn-ea"/>
        <a:cs typeface="+mn-cs"/>
      </a:defRPr>
    </a:lvl7pPr>
    <a:lvl8pPr marL="3200240" algn="l" defTabSz="457177" rtl="0" eaLnBrk="1" latinLnBrk="0" hangingPunct="1">
      <a:defRPr sz="1200" kern="1200">
        <a:solidFill>
          <a:schemeClr val="tx1"/>
        </a:solidFill>
        <a:latin typeface="+mn-lt"/>
        <a:ea typeface="+mn-ea"/>
        <a:cs typeface="+mn-cs"/>
      </a:defRPr>
    </a:lvl8pPr>
    <a:lvl9pPr marL="3657417" algn="l" defTabSz="457177"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D31E4BCE-3EC1-65E6-C678-45283EF4C1A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DA6793D-5AAD-47CC-9BAD-C10E4A42E678}" type="slidenum">
              <a:rPr lang="en-US" altLang="en-US">
                <a:latin typeface="Times New Roman" panose="02020603050405020304" pitchFamily="18" charset="0"/>
              </a:rPr>
              <a:pPr/>
              <a:t>1</a:t>
            </a:fld>
            <a:endParaRPr lang="en-US" altLang="en-US">
              <a:latin typeface="Times New Roman" panose="02020603050405020304" pitchFamily="18" charset="0"/>
            </a:endParaRPr>
          </a:p>
        </p:txBody>
      </p:sp>
      <p:sp>
        <p:nvSpPr>
          <p:cNvPr id="6147" name="Rectangle 2">
            <a:extLst>
              <a:ext uri="{FF2B5EF4-FFF2-40B4-BE49-F238E27FC236}">
                <a16:creationId xmlns:a16="http://schemas.microsoft.com/office/drawing/2014/main" id="{C9DA2A2B-ADC9-C203-7D2E-6C94EA265DA8}"/>
              </a:ext>
            </a:extLst>
          </p:cNvPr>
          <p:cNvSpPr>
            <a:spLocks noChangeArrowheads="1" noTextEdit="1"/>
          </p:cNvSpPr>
          <p:nvPr>
            <p:ph type="sldImg"/>
          </p:nvPr>
        </p:nvSpPr>
        <p:spPr>
          <a:ln/>
        </p:spPr>
      </p:sp>
      <p:sp>
        <p:nvSpPr>
          <p:cNvPr id="6148" name="Rectangle 3">
            <a:extLst>
              <a:ext uri="{FF2B5EF4-FFF2-40B4-BE49-F238E27FC236}">
                <a16:creationId xmlns:a16="http://schemas.microsoft.com/office/drawing/2014/main" id="{71D09164-380D-DFD0-244A-627FB4C9946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a:extLst>
              <a:ext uri="{FF2B5EF4-FFF2-40B4-BE49-F238E27FC236}">
                <a16:creationId xmlns:a16="http://schemas.microsoft.com/office/drawing/2014/main" id="{A0897AEF-8375-22A8-5636-61860D2A0F9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FB48219-DD7C-47C9-8E26-65FACDAD70F6}" type="slidenum">
              <a:rPr lang="en-US" altLang="en-US">
                <a:latin typeface="Times New Roman" panose="02020603050405020304" pitchFamily="18" charset="0"/>
              </a:rPr>
              <a:pPr/>
              <a:t>2</a:t>
            </a:fld>
            <a:endParaRPr lang="en-US" altLang="en-US">
              <a:latin typeface="Times New Roman" panose="02020603050405020304" pitchFamily="18" charset="0"/>
            </a:endParaRPr>
          </a:p>
        </p:txBody>
      </p:sp>
      <p:sp>
        <p:nvSpPr>
          <p:cNvPr id="8195" name="Rectangle 2">
            <a:extLst>
              <a:ext uri="{FF2B5EF4-FFF2-40B4-BE49-F238E27FC236}">
                <a16:creationId xmlns:a16="http://schemas.microsoft.com/office/drawing/2014/main" id="{C18F8536-A617-78B5-602C-60478252C04B}"/>
              </a:ext>
            </a:extLst>
          </p:cNvPr>
          <p:cNvSpPr>
            <a:spLocks noChangeArrowheads="1" noTextEdit="1"/>
          </p:cNvSpPr>
          <p:nvPr>
            <p:ph type="sldImg"/>
          </p:nvPr>
        </p:nvSpPr>
        <p:spPr>
          <a:ln/>
        </p:spPr>
      </p:sp>
      <p:sp>
        <p:nvSpPr>
          <p:cNvPr id="8196" name="Rectangle 3">
            <a:extLst>
              <a:ext uri="{FF2B5EF4-FFF2-40B4-BE49-F238E27FC236}">
                <a16:creationId xmlns:a16="http://schemas.microsoft.com/office/drawing/2014/main" id="{16A8C732-557F-918D-1574-82E7129EB0C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C127870E-A4D0-97D4-3B9A-2191A41803EC}"/>
              </a:ext>
            </a:extLst>
          </p:cNvPr>
          <p:cNvSpPr>
            <a:spLocks noChangeArrowheads="1" noTextEdit="1"/>
          </p:cNvSpPr>
          <p:nvPr>
            <p:ph type="sldImg"/>
          </p:nvPr>
        </p:nvSpPr>
        <p:spPr>
          <a:ln/>
        </p:spPr>
      </p:sp>
      <p:sp>
        <p:nvSpPr>
          <p:cNvPr id="10243" name="Rectangle 3">
            <a:extLst>
              <a:ext uri="{FF2B5EF4-FFF2-40B4-BE49-F238E27FC236}">
                <a16:creationId xmlns:a16="http://schemas.microsoft.com/office/drawing/2014/main" id="{3F8E3CB7-7993-6407-B789-9CB495E882D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a:extLst>
              <a:ext uri="{FF2B5EF4-FFF2-40B4-BE49-F238E27FC236}">
                <a16:creationId xmlns:a16="http://schemas.microsoft.com/office/drawing/2014/main" id="{B4CCF64D-70B0-87F2-9EAB-A0815F00D5B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1C42C23-E27E-47DE-8F0A-5A1F3C4B3C77}" type="slidenum">
              <a:rPr lang="en-US" altLang="en-US">
                <a:latin typeface="Times New Roman" panose="02020603050405020304" pitchFamily="18" charset="0"/>
              </a:rPr>
              <a:pPr/>
              <a:t>4</a:t>
            </a:fld>
            <a:endParaRPr lang="en-US" altLang="en-US">
              <a:latin typeface="Times New Roman" panose="02020603050405020304" pitchFamily="18" charset="0"/>
            </a:endParaRPr>
          </a:p>
        </p:txBody>
      </p:sp>
      <p:sp>
        <p:nvSpPr>
          <p:cNvPr id="12291" name="Rectangle 2">
            <a:extLst>
              <a:ext uri="{FF2B5EF4-FFF2-40B4-BE49-F238E27FC236}">
                <a16:creationId xmlns:a16="http://schemas.microsoft.com/office/drawing/2014/main" id="{FB306957-178C-FF5A-C18C-509D99C7E3A0}"/>
              </a:ext>
            </a:extLst>
          </p:cNvPr>
          <p:cNvSpPr>
            <a:spLocks noChangeArrowheads="1" noTextEdit="1"/>
          </p:cNvSpPr>
          <p:nvPr>
            <p:ph type="sldImg"/>
          </p:nvPr>
        </p:nvSpPr>
        <p:spPr>
          <a:ln/>
        </p:spPr>
      </p:sp>
      <p:sp>
        <p:nvSpPr>
          <p:cNvPr id="12292" name="Rectangle 3">
            <a:extLst>
              <a:ext uri="{FF2B5EF4-FFF2-40B4-BE49-F238E27FC236}">
                <a16:creationId xmlns:a16="http://schemas.microsoft.com/office/drawing/2014/main" id="{090CDAE7-F219-5BA1-4934-58717B1CC35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a:extLst>
              <a:ext uri="{FF2B5EF4-FFF2-40B4-BE49-F238E27FC236}">
                <a16:creationId xmlns:a16="http://schemas.microsoft.com/office/drawing/2014/main" id="{A9B512A4-0780-AF4A-1633-4EA43361556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BA9429D-8BCC-4619-A6B6-DA3A9919264F}" type="slidenum">
              <a:rPr lang="en-US" altLang="en-US">
                <a:latin typeface="Times New Roman" panose="02020603050405020304" pitchFamily="18" charset="0"/>
              </a:rPr>
              <a:pPr/>
              <a:t>5</a:t>
            </a:fld>
            <a:endParaRPr lang="en-US" altLang="en-US">
              <a:latin typeface="Times New Roman" panose="02020603050405020304" pitchFamily="18" charset="0"/>
            </a:endParaRPr>
          </a:p>
        </p:txBody>
      </p:sp>
      <p:sp>
        <p:nvSpPr>
          <p:cNvPr id="14339" name="Rectangle 2">
            <a:extLst>
              <a:ext uri="{FF2B5EF4-FFF2-40B4-BE49-F238E27FC236}">
                <a16:creationId xmlns:a16="http://schemas.microsoft.com/office/drawing/2014/main" id="{5F8CE964-2E16-7E4F-5526-7063079CF40C}"/>
              </a:ext>
            </a:extLst>
          </p:cNvPr>
          <p:cNvSpPr>
            <a:spLocks noChangeArrowheads="1" noTextEdit="1"/>
          </p:cNvSpPr>
          <p:nvPr>
            <p:ph type="sldImg"/>
          </p:nvPr>
        </p:nvSpPr>
        <p:spPr>
          <a:ln/>
        </p:spPr>
      </p:sp>
      <p:sp>
        <p:nvSpPr>
          <p:cNvPr id="14340" name="Rectangle 3">
            <a:extLst>
              <a:ext uri="{FF2B5EF4-FFF2-40B4-BE49-F238E27FC236}">
                <a16:creationId xmlns:a16="http://schemas.microsoft.com/office/drawing/2014/main" id="{F32441F4-826B-6152-1CFB-E347785B8D8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a:extLst>
              <a:ext uri="{FF2B5EF4-FFF2-40B4-BE49-F238E27FC236}">
                <a16:creationId xmlns:a16="http://schemas.microsoft.com/office/drawing/2014/main" id="{A6EE6C0B-C5E4-B2AD-973B-645063C2BE7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01D65D4-E24D-4AEB-B18A-6661EBE15824}" type="slidenum">
              <a:rPr lang="en-US" altLang="en-US">
                <a:latin typeface="Times New Roman" panose="02020603050405020304" pitchFamily="18" charset="0"/>
              </a:rPr>
              <a:pPr/>
              <a:t>6</a:t>
            </a:fld>
            <a:endParaRPr lang="en-US" altLang="en-US">
              <a:latin typeface="Times New Roman" panose="02020603050405020304" pitchFamily="18" charset="0"/>
            </a:endParaRPr>
          </a:p>
        </p:txBody>
      </p:sp>
      <p:sp>
        <p:nvSpPr>
          <p:cNvPr id="16387" name="Rectangle 2">
            <a:extLst>
              <a:ext uri="{FF2B5EF4-FFF2-40B4-BE49-F238E27FC236}">
                <a16:creationId xmlns:a16="http://schemas.microsoft.com/office/drawing/2014/main" id="{B7F43992-911D-91CD-856F-1801933DF8AF}"/>
              </a:ext>
            </a:extLst>
          </p:cNvPr>
          <p:cNvSpPr>
            <a:spLocks noChangeArrowheads="1" noTextEdit="1"/>
          </p:cNvSpPr>
          <p:nvPr>
            <p:ph type="sldImg"/>
          </p:nvPr>
        </p:nvSpPr>
        <p:spPr>
          <a:ln/>
        </p:spPr>
      </p:sp>
      <p:sp>
        <p:nvSpPr>
          <p:cNvPr id="16388" name="Rectangle 3">
            <a:extLst>
              <a:ext uri="{FF2B5EF4-FFF2-40B4-BE49-F238E27FC236}">
                <a16:creationId xmlns:a16="http://schemas.microsoft.com/office/drawing/2014/main" id="{B664E58E-A86C-93C2-2FB2-20EE7D2BC2E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a:extLst>
              <a:ext uri="{FF2B5EF4-FFF2-40B4-BE49-F238E27FC236}">
                <a16:creationId xmlns:a16="http://schemas.microsoft.com/office/drawing/2014/main" id="{E633BFC4-84E7-B98D-0732-52DA84BC788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0A9A69C-7522-4B55-A8F2-90B6F2ED1EBB}" type="slidenum">
              <a:rPr lang="en-US" altLang="en-US">
                <a:latin typeface="Times New Roman" panose="02020603050405020304" pitchFamily="18" charset="0"/>
              </a:rPr>
              <a:pPr/>
              <a:t>7</a:t>
            </a:fld>
            <a:endParaRPr lang="en-US" altLang="en-US">
              <a:latin typeface="Times New Roman" panose="02020603050405020304" pitchFamily="18" charset="0"/>
            </a:endParaRPr>
          </a:p>
        </p:txBody>
      </p:sp>
      <p:sp>
        <p:nvSpPr>
          <p:cNvPr id="18435" name="Rectangle 2">
            <a:extLst>
              <a:ext uri="{FF2B5EF4-FFF2-40B4-BE49-F238E27FC236}">
                <a16:creationId xmlns:a16="http://schemas.microsoft.com/office/drawing/2014/main" id="{672B23FC-3D65-26CA-4D3F-9C619032C894}"/>
              </a:ext>
            </a:extLst>
          </p:cNvPr>
          <p:cNvSpPr>
            <a:spLocks noChangeArrowheads="1" noTextEdit="1"/>
          </p:cNvSpPr>
          <p:nvPr>
            <p:ph type="sldImg"/>
          </p:nvPr>
        </p:nvSpPr>
        <p:spPr>
          <a:ln/>
        </p:spPr>
      </p:sp>
      <p:sp>
        <p:nvSpPr>
          <p:cNvPr id="18436" name="Rectangle 3">
            <a:extLst>
              <a:ext uri="{FF2B5EF4-FFF2-40B4-BE49-F238E27FC236}">
                <a16:creationId xmlns:a16="http://schemas.microsoft.com/office/drawing/2014/main" id="{6C686F39-409E-CE3E-0D07-115C8CFFFC1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a:extLst>
              <a:ext uri="{FF2B5EF4-FFF2-40B4-BE49-F238E27FC236}">
                <a16:creationId xmlns:a16="http://schemas.microsoft.com/office/drawing/2014/main" id="{13D11033-B9AD-F1EF-3180-13CF03F6715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3A4D4BF-64C4-41A9-9CA4-20ED5EFC08C0}" type="slidenum">
              <a:rPr lang="en-US" altLang="en-US">
                <a:latin typeface="Times New Roman" panose="02020603050405020304" pitchFamily="18" charset="0"/>
              </a:rPr>
              <a:pPr/>
              <a:t>10</a:t>
            </a:fld>
            <a:endParaRPr lang="en-US" altLang="en-US">
              <a:latin typeface="Times New Roman" panose="02020603050405020304" pitchFamily="18" charset="0"/>
            </a:endParaRPr>
          </a:p>
        </p:txBody>
      </p:sp>
      <p:sp>
        <p:nvSpPr>
          <p:cNvPr id="22531" name="Rectangle 2">
            <a:extLst>
              <a:ext uri="{FF2B5EF4-FFF2-40B4-BE49-F238E27FC236}">
                <a16:creationId xmlns:a16="http://schemas.microsoft.com/office/drawing/2014/main" id="{FAD458C8-DE23-B709-AAE7-BA2A0C47BCDB}"/>
              </a:ext>
            </a:extLst>
          </p:cNvPr>
          <p:cNvSpPr>
            <a:spLocks noChangeArrowheads="1" noTextEdit="1"/>
          </p:cNvSpPr>
          <p:nvPr>
            <p:ph type="sldImg"/>
          </p:nvPr>
        </p:nvSpPr>
        <p:spPr>
          <a:ln/>
        </p:spPr>
      </p:sp>
      <p:sp>
        <p:nvSpPr>
          <p:cNvPr id="22532" name="Rectangle 3">
            <a:extLst>
              <a:ext uri="{FF2B5EF4-FFF2-40B4-BE49-F238E27FC236}">
                <a16:creationId xmlns:a16="http://schemas.microsoft.com/office/drawing/2014/main" id="{A2C6E191-12BC-3A74-AC29-98DC98AF3D9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a:extLst>
              <a:ext uri="{FF2B5EF4-FFF2-40B4-BE49-F238E27FC236}">
                <a16:creationId xmlns:a16="http://schemas.microsoft.com/office/drawing/2014/main" id="{3CC8C043-EEC8-6DCC-6BB1-A8F2827CD7C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82E5088-0505-4097-827D-73687AE7A3C6}" type="slidenum">
              <a:rPr lang="en-US" altLang="en-US">
                <a:latin typeface="Times New Roman" panose="02020603050405020304" pitchFamily="18" charset="0"/>
              </a:rPr>
              <a:pPr/>
              <a:t>11</a:t>
            </a:fld>
            <a:endParaRPr lang="en-US" altLang="en-US">
              <a:latin typeface="Times New Roman" panose="02020603050405020304" pitchFamily="18" charset="0"/>
            </a:endParaRPr>
          </a:p>
        </p:txBody>
      </p:sp>
      <p:sp>
        <p:nvSpPr>
          <p:cNvPr id="24579" name="Rectangle 2">
            <a:extLst>
              <a:ext uri="{FF2B5EF4-FFF2-40B4-BE49-F238E27FC236}">
                <a16:creationId xmlns:a16="http://schemas.microsoft.com/office/drawing/2014/main" id="{413ACE31-E37F-111D-D43F-A25F5705D4BD}"/>
              </a:ext>
            </a:extLst>
          </p:cNvPr>
          <p:cNvSpPr>
            <a:spLocks noChangeArrowheads="1" noTextEdit="1"/>
          </p:cNvSpPr>
          <p:nvPr>
            <p:ph type="sldImg"/>
          </p:nvPr>
        </p:nvSpPr>
        <p:spPr>
          <a:ln/>
        </p:spPr>
      </p:sp>
      <p:sp>
        <p:nvSpPr>
          <p:cNvPr id="24580" name="Rectangle 3">
            <a:extLst>
              <a:ext uri="{FF2B5EF4-FFF2-40B4-BE49-F238E27FC236}">
                <a16:creationId xmlns:a16="http://schemas.microsoft.com/office/drawing/2014/main" id="{6CA410C3-446D-973A-F40B-A9F69F94641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a:extLst>
              <a:ext uri="{FF2B5EF4-FFF2-40B4-BE49-F238E27FC236}">
                <a16:creationId xmlns:a16="http://schemas.microsoft.com/office/drawing/2014/main" id="{079A8741-DC16-C844-6F11-55EF9CC7FA0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3F5D6E8-291A-406F-A23A-8366ECDDB8BF}" type="slidenum">
              <a:rPr lang="en-US" altLang="en-US">
                <a:latin typeface="Times New Roman" panose="02020603050405020304" pitchFamily="18" charset="0"/>
              </a:rPr>
              <a:pPr/>
              <a:t>12</a:t>
            </a:fld>
            <a:endParaRPr lang="en-US" altLang="en-US">
              <a:latin typeface="Times New Roman" panose="02020603050405020304" pitchFamily="18" charset="0"/>
            </a:endParaRPr>
          </a:p>
        </p:txBody>
      </p:sp>
      <p:sp>
        <p:nvSpPr>
          <p:cNvPr id="26627" name="Rectangle 2">
            <a:extLst>
              <a:ext uri="{FF2B5EF4-FFF2-40B4-BE49-F238E27FC236}">
                <a16:creationId xmlns:a16="http://schemas.microsoft.com/office/drawing/2014/main" id="{E3FA127D-B5FB-7299-6CC9-810FD926D97F}"/>
              </a:ext>
            </a:extLst>
          </p:cNvPr>
          <p:cNvSpPr>
            <a:spLocks noChangeArrowheads="1" noTextEdit="1"/>
          </p:cNvSpPr>
          <p:nvPr>
            <p:ph type="sldImg"/>
          </p:nvPr>
        </p:nvSpPr>
        <p:spPr>
          <a:ln/>
        </p:spPr>
      </p:sp>
      <p:sp>
        <p:nvSpPr>
          <p:cNvPr id="26628" name="Rectangle 3">
            <a:extLst>
              <a:ext uri="{FF2B5EF4-FFF2-40B4-BE49-F238E27FC236}">
                <a16:creationId xmlns:a16="http://schemas.microsoft.com/office/drawing/2014/main" id="{2D5919B5-3845-6FD8-8077-C55FFF4DA66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a:extLst>
              <a:ext uri="{FF2B5EF4-FFF2-40B4-BE49-F238E27FC236}">
                <a16:creationId xmlns:a16="http://schemas.microsoft.com/office/drawing/2014/main" id="{952EF6F0-E0B0-653C-5D04-10EE7B2EA32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EC7F0A7-E338-4818-BA39-866ED42956FD}" type="slidenum">
              <a:rPr lang="en-US" altLang="en-US">
                <a:latin typeface="Times New Roman" panose="02020603050405020304" pitchFamily="18" charset="0"/>
              </a:rPr>
              <a:pPr/>
              <a:t>13</a:t>
            </a:fld>
            <a:endParaRPr lang="en-US" altLang="en-US">
              <a:latin typeface="Times New Roman" panose="02020603050405020304" pitchFamily="18" charset="0"/>
            </a:endParaRPr>
          </a:p>
        </p:txBody>
      </p:sp>
      <p:sp>
        <p:nvSpPr>
          <p:cNvPr id="28675" name="Rectangle 2">
            <a:extLst>
              <a:ext uri="{FF2B5EF4-FFF2-40B4-BE49-F238E27FC236}">
                <a16:creationId xmlns:a16="http://schemas.microsoft.com/office/drawing/2014/main" id="{FBB18095-BFE7-20EB-E89D-FE576C039403}"/>
              </a:ext>
            </a:extLst>
          </p:cNvPr>
          <p:cNvSpPr>
            <a:spLocks noChangeArrowheads="1" noTextEdit="1"/>
          </p:cNvSpPr>
          <p:nvPr>
            <p:ph type="sldImg"/>
          </p:nvPr>
        </p:nvSpPr>
        <p:spPr>
          <a:ln/>
        </p:spPr>
      </p:sp>
      <p:sp>
        <p:nvSpPr>
          <p:cNvPr id="28676" name="Rectangle 3">
            <a:extLst>
              <a:ext uri="{FF2B5EF4-FFF2-40B4-BE49-F238E27FC236}">
                <a16:creationId xmlns:a16="http://schemas.microsoft.com/office/drawing/2014/main" id="{6A3082AF-59D4-A707-A586-5B15E12CAB0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a:extLst>
              <a:ext uri="{FF2B5EF4-FFF2-40B4-BE49-F238E27FC236}">
                <a16:creationId xmlns:a16="http://schemas.microsoft.com/office/drawing/2014/main" id="{88DC645F-9571-22B8-D560-C8E810DE7F4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D9B370B-4105-46E5-AA4F-0370EC81188E}" type="slidenum">
              <a:rPr lang="en-US" altLang="en-US">
                <a:latin typeface="Times New Roman" panose="02020603050405020304" pitchFamily="18" charset="0"/>
              </a:rPr>
              <a:pPr/>
              <a:t>14</a:t>
            </a:fld>
            <a:endParaRPr lang="en-US" altLang="en-US">
              <a:latin typeface="Times New Roman" panose="02020603050405020304" pitchFamily="18" charset="0"/>
            </a:endParaRPr>
          </a:p>
        </p:txBody>
      </p:sp>
      <p:sp>
        <p:nvSpPr>
          <p:cNvPr id="30723" name="Rectangle 2">
            <a:extLst>
              <a:ext uri="{FF2B5EF4-FFF2-40B4-BE49-F238E27FC236}">
                <a16:creationId xmlns:a16="http://schemas.microsoft.com/office/drawing/2014/main" id="{59DCF9ED-D4E8-4E3D-7FD2-71F86E888B4D}"/>
              </a:ext>
            </a:extLst>
          </p:cNvPr>
          <p:cNvSpPr>
            <a:spLocks noChangeArrowheads="1" noTextEdit="1"/>
          </p:cNvSpPr>
          <p:nvPr>
            <p:ph type="sldImg"/>
          </p:nvPr>
        </p:nvSpPr>
        <p:spPr>
          <a:ln/>
        </p:spPr>
      </p:sp>
      <p:sp>
        <p:nvSpPr>
          <p:cNvPr id="30724" name="Rectangle 3">
            <a:extLst>
              <a:ext uri="{FF2B5EF4-FFF2-40B4-BE49-F238E27FC236}">
                <a16:creationId xmlns:a16="http://schemas.microsoft.com/office/drawing/2014/main" id="{8B65DB6F-731E-3BDB-3719-96D160A6892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a:extLst>
              <a:ext uri="{FF2B5EF4-FFF2-40B4-BE49-F238E27FC236}">
                <a16:creationId xmlns:a16="http://schemas.microsoft.com/office/drawing/2014/main" id="{FED69B1B-6048-758E-60E4-21B5697D717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AF23E8E-BF27-4980-AC2D-00F50747662A}" type="slidenum">
              <a:rPr lang="en-US" altLang="en-US">
                <a:latin typeface="Times New Roman" panose="02020603050405020304" pitchFamily="18" charset="0"/>
              </a:rPr>
              <a:pPr/>
              <a:t>15</a:t>
            </a:fld>
            <a:endParaRPr lang="en-US" altLang="en-US">
              <a:latin typeface="Times New Roman" panose="02020603050405020304" pitchFamily="18" charset="0"/>
            </a:endParaRPr>
          </a:p>
        </p:txBody>
      </p:sp>
      <p:sp>
        <p:nvSpPr>
          <p:cNvPr id="32771" name="Rectangle 2">
            <a:extLst>
              <a:ext uri="{FF2B5EF4-FFF2-40B4-BE49-F238E27FC236}">
                <a16:creationId xmlns:a16="http://schemas.microsoft.com/office/drawing/2014/main" id="{E2FA7B06-D267-8F2B-7D2B-E0AD2A79C5C4}"/>
              </a:ext>
            </a:extLst>
          </p:cNvPr>
          <p:cNvSpPr>
            <a:spLocks noChangeArrowheads="1" noTextEdit="1"/>
          </p:cNvSpPr>
          <p:nvPr>
            <p:ph type="sldImg"/>
          </p:nvPr>
        </p:nvSpPr>
        <p:spPr>
          <a:ln/>
        </p:spPr>
      </p:sp>
      <p:sp>
        <p:nvSpPr>
          <p:cNvPr id="32772" name="Rectangle 3">
            <a:extLst>
              <a:ext uri="{FF2B5EF4-FFF2-40B4-BE49-F238E27FC236}">
                <a16:creationId xmlns:a16="http://schemas.microsoft.com/office/drawing/2014/main" id="{45FEF870-B437-4AEB-A15F-1046C51718A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a:extLst>
              <a:ext uri="{FF2B5EF4-FFF2-40B4-BE49-F238E27FC236}">
                <a16:creationId xmlns:a16="http://schemas.microsoft.com/office/drawing/2014/main" id="{C8CCB1C3-0774-1C6C-1C6A-288366BAC9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6711AD0-EB41-42D8-AA60-147DBB743017}" type="slidenum">
              <a:rPr lang="en-US" altLang="en-US">
                <a:latin typeface="Times New Roman" panose="02020603050405020304" pitchFamily="18" charset="0"/>
              </a:rPr>
              <a:pPr/>
              <a:t>16</a:t>
            </a:fld>
            <a:endParaRPr lang="en-US" altLang="en-US">
              <a:latin typeface="Times New Roman" panose="02020603050405020304" pitchFamily="18" charset="0"/>
            </a:endParaRPr>
          </a:p>
        </p:txBody>
      </p:sp>
      <p:sp>
        <p:nvSpPr>
          <p:cNvPr id="34819" name="Rectangle 2">
            <a:extLst>
              <a:ext uri="{FF2B5EF4-FFF2-40B4-BE49-F238E27FC236}">
                <a16:creationId xmlns:a16="http://schemas.microsoft.com/office/drawing/2014/main" id="{188C6FBB-73BA-6061-1315-C53CD8AC636A}"/>
              </a:ext>
            </a:extLst>
          </p:cNvPr>
          <p:cNvSpPr>
            <a:spLocks noChangeArrowheads="1" noTextEdit="1"/>
          </p:cNvSpPr>
          <p:nvPr>
            <p:ph type="sldImg"/>
          </p:nvPr>
        </p:nvSpPr>
        <p:spPr>
          <a:ln/>
        </p:spPr>
      </p:sp>
      <p:sp>
        <p:nvSpPr>
          <p:cNvPr id="34820" name="Rectangle 3">
            <a:extLst>
              <a:ext uri="{FF2B5EF4-FFF2-40B4-BE49-F238E27FC236}">
                <a16:creationId xmlns:a16="http://schemas.microsoft.com/office/drawing/2014/main" id="{1F6D9650-2D70-3ADE-3B8C-C298BBBD1AD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B93B1AC3-C977-637A-8932-30423A6FFCDF}"/>
              </a:ext>
            </a:extLst>
          </p:cNvPr>
          <p:cNvSpPr>
            <a:spLocks noChangeArrowheads="1" noTextEdit="1"/>
          </p:cNvSpPr>
          <p:nvPr>
            <p:ph type="sldImg"/>
          </p:nvPr>
        </p:nvSpPr>
        <p:spPr>
          <a:ln/>
        </p:spPr>
      </p:sp>
      <p:sp>
        <p:nvSpPr>
          <p:cNvPr id="36867" name="Rectangle 3">
            <a:extLst>
              <a:ext uri="{FF2B5EF4-FFF2-40B4-BE49-F238E27FC236}">
                <a16:creationId xmlns:a16="http://schemas.microsoft.com/office/drawing/2014/main" id="{E7EDFBD7-A405-F2E8-AA13-02BB95E83EE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a:extLst>
              <a:ext uri="{FF2B5EF4-FFF2-40B4-BE49-F238E27FC236}">
                <a16:creationId xmlns:a16="http://schemas.microsoft.com/office/drawing/2014/main" id="{5C2A4225-07DD-8A92-148F-A0A9F351A81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319ACBD-A429-4097-8EF8-2237B03C21BD}" type="slidenum">
              <a:rPr lang="en-US" altLang="en-US">
                <a:latin typeface="Times New Roman" panose="02020603050405020304" pitchFamily="18" charset="0"/>
              </a:rPr>
              <a:pPr/>
              <a:t>18</a:t>
            </a:fld>
            <a:endParaRPr lang="en-US" altLang="en-US">
              <a:latin typeface="Times New Roman" panose="02020603050405020304" pitchFamily="18" charset="0"/>
            </a:endParaRPr>
          </a:p>
        </p:txBody>
      </p:sp>
      <p:sp>
        <p:nvSpPr>
          <p:cNvPr id="38915" name="Rectangle 2">
            <a:extLst>
              <a:ext uri="{FF2B5EF4-FFF2-40B4-BE49-F238E27FC236}">
                <a16:creationId xmlns:a16="http://schemas.microsoft.com/office/drawing/2014/main" id="{91492A39-0489-22C3-F17F-1A894304773C}"/>
              </a:ext>
            </a:extLst>
          </p:cNvPr>
          <p:cNvSpPr>
            <a:spLocks noChangeArrowheads="1" noTextEdit="1"/>
          </p:cNvSpPr>
          <p:nvPr>
            <p:ph type="sldImg"/>
          </p:nvPr>
        </p:nvSpPr>
        <p:spPr>
          <a:ln/>
        </p:spPr>
      </p:sp>
      <p:sp>
        <p:nvSpPr>
          <p:cNvPr id="38916" name="Rectangle 3">
            <a:extLst>
              <a:ext uri="{FF2B5EF4-FFF2-40B4-BE49-F238E27FC236}">
                <a16:creationId xmlns:a16="http://schemas.microsoft.com/office/drawing/2014/main" id="{514CC21F-2178-3FF0-414E-0AD1A875623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72B73ECE-026F-7AFA-EDFA-41F907864E0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259798A-90DB-4BBE-A8B3-23C012A4E5B6}" type="slidenum">
              <a:rPr lang="en-US" altLang="en-US">
                <a:latin typeface="Times New Roman" panose="02020603050405020304" pitchFamily="18" charset="0"/>
              </a:rPr>
              <a:pPr/>
              <a:t>19</a:t>
            </a:fld>
            <a:endParaRPr lang="en-US" altLang="en-US">
              <a:latin typeface="Times New Roman" panose="02020603050405020304" pitchFamily="18" charset="0"/>
            </a:endParaRPr>
          </a:p>
        </p:txBody>
      </p:sp>
      <p:sp>
        <p:nvSpPr>
          <p:cNvPr id="40963" name="Rectangle 2">
            <a:extLst>
              <a:ext uri="{FF2B5EF4-FFF2-40B4-BE49-F238E27FC236}">
                <a16:creationId xmlns:a16="http://schemas.microsoft.com/office/drawing/2014/main" id="{1F69DA13-B00C-D283-AB29-5E6C56B94B12}"/>
              </a:ext>
            </a:extLst>
          </p:cNvPr>
          <p:cNvSpPr>
            <a:spLocks noChangeArrowheads="1" noTextEdit="1"/>
          </p:cNvSpPr>
          <p:nvPr>
            <p:ph type="sldImg"/>
          </p:nvPr>
        </p:nvSpPr>
        <p:spPr>
          <a:ln/>
        </p:spPr>
      </p:sp>
      <p:sp>
        <p:nvSpPr>
          <p:cNvPr id="40964" name="Rectangle 3">
            <a:extLst>
              <a:ext uri="{FF2B5EF4-FFF2-40B4-BE49-F238E27FC236}">
                <a16:creationId xmlns:a16="http://schemas.microsoft.com/office/drawing/2014/main" id="{7059758C-9EDE-D0DE-FD53-0383647AD41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a:extLst>
              <a:ext uri="{FF2B5EF4-FFF2-40B4-BE49-F238E27FC236}">
                <a16:creationId xmlns:a16="http://schemas.microsoft.com/office/drawing/2014/main" id="{42603924-0893-C125-ACD4-E3331F6E86B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0636BAC-66D1-4C43-ACE5-420C9F86E801}" type="slidenum">
              <a:rPr lang="en-US" altLang="en-US">
                <a:latin typeface="Times New Roman" panose="02020603050405020304" pitchFamily="18" charset="0"/>
              </a:rPr>
              <a:pPr/>
              <a:t>20</a:t>
            </a:fld>
            <a:endParaRPr lang="en-US" altLang="en-US">
              <a:latin typeface="Times New Roman" panose="02020603050405020304" pitchFamily="18" charset="0"/>
            </a:endParaRPr>
          </a:p>
        </p:txBody>
      </p:sp>
      <p:sp>
        <p:nvSpPr>
          <p:cNvPr id="43011" name="Rectangle 2">
            <a:extLst>
              <a:ext uri="{FF2B5EF4-FFF2-40B4-BE49-F238E27FC236}">
                <a16:creationId xmlns:a16="http://schemas.microsoft.com/office/drawing/2014/main" id="{51C72A04-ED7F-9879-885F-7DD12EA248FA}"/>
              </a:ext>
            </a:extLst>
          </p:cNvPr>
          <p:cNvSpPr>
            <a:spLocks noChangeArrowheads="1" noTextEdit="1"/>
          </p:cNvSpPr>
          <p:nvPr>
            <p:ph type="sldImg"/>
          </p:nvPr>
        </p:nvSpPr>
        <p:spPr>
          <a:ln/>
        </p:spPr>
      </p:sp>
      <p:sp>
        <p:nvSpPr>
          <p:cNvPr id="43012" name="Rectangle 3">
            <a:extLst>
              <a:ext uri="{FF2B5EF4-FFF2-40B4-BE49-F238E27FC236}">
                <a16:creationId xmlns:a16="http://schemas.microsoft.com/office/drawing/2014/main" id="{DEC0BEE1-AB1F-8478-A6F4-4552EB30B62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a:extLst>
              <a:ext uri="{FF2B5EF4-FFF2-40B4-BE49-F238E27FC236}">
                <a16:creationId xmlns:a16="http://schemas.microsoft.com/office/drawing/2014/main" id="{6C42C432-D4DE-E9B0-43C8-8BB859CAD3C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7637416-E0FF-41FF-9594-538F446FE4AD}" type="slidenum">
              <a:rPr lang="en-US" altLang="en-US">
                <a:latin typeface="Times New Roman" panose="02020603050405020304" pitchFamily="18" charset="0"/>
              </a:rPr>
              <a:pPr/>
              <a:t>21</a:t>
            </a:fld>
            <a:endParaRPr lang="en-US" altLang="en-US">
              <a:latin typeface="Times New Roman" panose="02020603050405020304" pitchFamily="18" charset="0"/>
            </a:endParaRPr>
          </a:p>
        </p:txBody>
      </p:sp>
      <p:sp>
        <p:nvSpPr>
          <p:cNvPr id="45059" name="Rectangle 2">
            <a:extLst>
              <a:ext uri="{FF2B5EF4-FFF2-40B4-BE49-F238E27FC236}">
                <a16:creationId xmlns:a16="http://schemas.microsoft.com/office/drawing/2014/main" id="{69FE3FBA-D9C3-E613-4FD8-D340F5612CA0}"/>
              </a:ext>
            </a:extLst>
          </p:cNvPr>
          <p:cNvSpPr>
            <a:spLocks noChangeArrowheads="1" noTextEdit="1"/>
          </p:cNvSpPr>
          <p:nvPr>
            <p:ph type="sldImg"/>
          </p:nvPr>
        </p:nvSpPr>
        <p:spPr>
          <a:ln/>
        </p:spPr>
      </p:sp>
      <p:sp>
        <p:nvSpPr>
          <p:cNvPr id="45060" name="Rectangle 3">
            <a:extLst>
              <a:ext uri="{FF2B5EF4-FFF2-40B4-BE49-F238E27FC236}">
                <a16:creationId xmlns:a16="http://schemas.microsoft.com/office/drawing/2014/main" id="{53058F60-A520-3E8F-81CB-40C5D295396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8B93E521-823D-86C1-622C-52B8B140B137}"/>
              </a:ext>
            </a:extLst>
          </p:cNvPr>
          <p:cNvSpPr>
            <a:spLocks noChangeArrowheads="1" noTextEdit="1"/>
          </p:cNvSpPr>
          <p:nvPr>
            <p:ph type="sldImg"/>
          </p:nvPr>
        </p:nvSpPr>
        <p:spPr>
          <a:ln/>
        </p:spPr>
      </p:sp>
      <p:sp>
        <p:nvSpPr>
          <p:cNvPr id="47107" name="Rectangle 3">
            <a:extLst>
              <a:ext uri="{FF2B5EF4-FFF2-40B4-BE49-F238E27FC236}">
                <a16:creationId xmlns:a16="http://schemas.microsoft.com/office/drawing/2014/main" id="{A2D1BB81-207B-53BA-096F-CFBBF95CD08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266DF945-8E18-388D-18A9-11F32D9067C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729473B-0938-4ED5-8F9B-58EFCEE741CE}" type="slidenum">
              <a:rPr lang="en-US" altLang="en-US">
                <a:latin typeface="Times New Roman" panose="02020603050405020304" pitchFamily="18" charset="0"/>
              </a:rPr>
              <a:pPr/>
              <a:t>23</a:t>
            </a:fld>
            <a:endParaRPr lang="en-US" altLang="en-US">
              <a:latin typeface="Times New Roman" panose="02020603050405020304" pitchFamily="18" charset="0"/>
            </a:endParaRPr>
          </a:p>
        </p:txBody>
      </p:sp>
      <p:sp>
        <p:nvSpPr>
          <p:cNvPr id="49155" name="Rectangle 2">
            <a:extLst>
              <a:ext uri="{FF2B5EF4-FFF2-40B4-BE49-F238E27FC236}">
                <a16:creationId xmlns:a16="http://schemas.microsoft.com/office/drawing/2014/main" id="{1DC0416F-A924-20EB-56B0-AF382030D534}"/>
              </a:ext>
            </a:extLst>
          </p:cNvPr>
          <p:cNvSpPr>
            <a:spLocks noChangeArrowheads="1" noTextEdit="1"/>
          </p:cNvSpPr>
          <p:nvPr>
            <p:ph type="sldImg"/>
          </p:nvPr>
        </p:nvSpPr>
        <p:spPr>
          <a:ln/>
        </p:spPr>
      </p:sp>
      <p:sp>
        <p:nvSpPr>
          <p:cNvPr id="49156" name="Rectangle 3">
            <a:extLst>
              <a:ext uri="{FF2B5EF4-FFF2-40B4-BE49-F238E27FC236}">
                <a16:creationId xmlns:a16="http://schemas.microsoft.com/office/drawing/2014/main" id="{CF74543E-874D-1AFA-D229-A602CD986AA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a:extLst>
              <a:ext uri="{FF2B5EF4-FFF2-40B4-BE49-F238E27FC236}">
                <a16:creationId xmlns:a16="http://schemas.microsoft.com/office/drawing/2014/main" id="{4E4F44EB-3FB7-8B3C-54ED-525D7234853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5DCA0B9-92A7-4ECD-AFA5-DE01295F3547}" type="slidenum">
              <a:rPr lang="en-US" altLang="en-US">
                <a:latin typeface="Times New Roman" panose="02020603050405020304" pitchFamily="18" charset="0"/>
              </a:rPr>
              <a:pPr/>
              <a:t>25</a:t>
            </a:fld>
            <a:endParaRPr lang="en-US" altLang="en-US">
              <a:latin typeface="Times New Roman" panose="02020603050405020304" pitchFamily="18" charset="0"/>
            </a:endParaRPr>
          </a:p>
        </p:txBody>
      </p:sp>
      <p:sp>
        <p:nvSpPr>
          <p:cNvPr id="52227" name="Rectangle 2">
            <a:extLst>
              <a:ext uri="{FF2B5EF4-FFF2-40B4-BE49-F238E27FC236}">
                <a16:creationId xmlns:a16="http://schemas.microsoft.com/office/drawing/2014/main" id="{0E0ADA3A-F658-1169-6D9E-B9A762A3E1A8}"/>
              </a:ext>
            </a:extLst>
          </p:cNvPr>
          <p:cNvSpPr>
            <a:spLocks noChangeArrowheads="1" noTextEdit="1"/>
          </p:cNvSpPr>
          <p:nvPr>
            <p:ph type="sldImg"/>
          </p:nvPr>
        </p:nvSpPr>
        <p:spPr>
          <a:ln/>
        </p:spPr>
      </p:sp>
      <p:sp>
        <p:nvSpPr>
          <p:cNvPr id="52228" name="Rectangle 3">
            <a:extLst>
              <a:ext uri="{FF2B5EF4-FFF2-40B4-BE49-F238E27FC236}">
                <a16:creationId xmlns:a16="http://schemas.microsoft.com/office/drawing/2014/main" id="{047DF8D0-422C-5FB3-F259-99BB2E4F749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a:extLst>
              <a:ext uri="{FF2B5EF4-FFF2-40B4-BE49-F238E27FC236}">
                <a16:creationId xmlns:a16="http://schemas.microsoft.com/office/drawing/2014/main" id="{7A264D87-CEA3-9A55-26FE-67DE0A016C3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FF493CA-6AC6-47C1-BA70-30AC9B4BECE2}" type="slidenum">
              <a:rPr lang="en-US" altLang="en-US">
                <a:latin typeface="Times New Roman" panose="02020603050405020304" pitchFamily="18" charset="0"/>
              </a:rPr>
              <a:pPr/>
              <a:t>26</a:t>
            </a:fld>
            <a:endParaRPr lang="en-US" altLang="en-US">
              <a:latin typeface="Times New Roman" panose="02020603050405020304" pitchFamily="18" charset="0"/>
            </a:endParaRPr>
          </a:p>
        </p:txBody>
      </p:sp>
      <p:sp>
        <p:nvSpPr>
          <p:cNvPr id="54275" name="Rectangle 2">
            <a:extLst>
              <a:ext uri="{FF2B5EF4-FFF2-40B4-BE49-F238E27FC236}">
                <a16:creationId xmlns:a16="http://schemas.microsoft.com/office/drawing/2014/main" id="{30EEBB92-F216-03C4-A2A2-091BF468A06A}"/>
              </a:ext>
            </a:extLst>
          </p:cNvPr>
          <p:cNvSpPr>
            <a:spLocks noChangeArrowheads="1" noTextEdit="1"/>
          </p:cNvSpPr>
          <p:nvPr>
            <p:ph type="sldImg"/>
          </p:nvPr>
        </p:nvSpPr>
        <p:spPr>
          <a:ln/>
        </p:spPr>
      </p:sp>
      <p:sp>
        <p:nvSpPr>
          <p:cNvPr id="54276" name="Rectangle 3">
            <a:extLst>
              <a:ext uri="{FF2B5EF4-FFF2-40B4-BE49-F238E27FC236}">
                <a16:creationId xmlns:a16="http://schemas.microsoft.com/office/drawing/2014/main" id="{C6DAE8D1-F04B-B8BE-3963-433625466BA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a:extLst>
              <a:ext uri="{FF2B5EF4-FFF2-40B4-BE49-F238E27FC236}">
                <a16:creationId xmlns:a16="http://schemas.microsoft.com/office/drawing/2014/main" id="{AA3C9B8A-22F5-3DDF-DD29-AA2FB46BF43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4062C1D-CEE1-44A3-8457-28BA04614409}" type="slidenum">
              <a:rPr lang="en-US" altLang="en-US">
                <a:latin typeface="Times New Roman" panose="02020603050405020304" pitchFamily="18" charset="0"/>
              </a:rPr>
              <a:pPr/>
              <a:t>27</a:t>
            </a:fld>
            <a:endParaRPr lang="en-US" altLang="en-US">
              <a:latin typeface="Times New Roman" panose="02020603050405020304" pitchFamily="18" charset="0"/>
            </a:endParaRPr>
          </a:p>
        </p:txBody>
      </p:sp>
      <p:sp>
        <p:nvSpPr>
          <p:cNvPr id="56323" name="Rectangle 2">
            <a:extLst>
              <a:ext uri="{FF2B5EF4-FFF2-40B4-BE49-F238E27FC236}">
                <a16:creationId xmlns:a16="http://schemas.microsoft.com/office/drawing/2014/main" id="{EF5F3CB8-32CD-EBED-F90C-3118B16A42C2}"/>
              </a:ext>
            </a:extLst>
          </p:cNvPr>
          <p:cNvSpPr>
            <a:spLocks noChangeArrowheads="1" noTextEdit="1"/>
          </p:cNvSpPr>
          <p:nvPr>
            <p:ph type="sldImg"/>
          </p:nvPr>
        </p:nvSpPr>
        <p:spPr>
          <a:ln/>
        </p:spPr>
      </p:sp>
      <p:sp>
        <p:nvSpPr>
          <p:cNvPr id="56324" name="Rectangle 3">
            <a:extLst>
              <a:ext uri="{FF2B5EF4-FFF2-40B4-BE49-F238E27FC236}">
                <a16:creationId xmlns:a16="http://schemas.microsoft.com/office/drawing/2014/main" id="{76BF1055-0A12-BF77-2BF1-79A248032D4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a:extLst>
              <a:ext uri="{FF2B5EF4-FFF2-40B4-BE49-F238E27FC236}">
                <a16:creationId xmlns:a16="http://schemas.microsoft.com/office/drawing/2014/main" id="{1E6486C0-1ACB-B0EB-A4BD-64A3143D918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3B36C56-AB06-4382-9529-7F59010C392A}" type="slidenum">
              <a:rPr lang="en-US" altLang="en-US">
                <a:latin typeface="Times New Roman" panose="02020603050405020304" pitchFamily="18" charset="0"/>
              </a:rPr>
              <a:pPr/>
              <a:t>28</a:t>
            </a:fld>
            <a:endParaRPr lang="en-US" altLang="en-US">
              <a:latin typeface="Times New Roman" panose="02020603050405020304" pitchFamily="18" charset="0"/>
            </a:endParaRPr>
          </a:p>
        </p:txBody>
      </p:sp>
      <p:sp>
        <p:nvSpPr>
          <p:cNvPr id="58371" name="Rectangle 2">
            <a:extLst>
              <a:ext uri="{FF2B5EF4-FFF2-40B4-BE49-F238E27FC236}">
                <a16:creationId xmlns:a16="http://schemas.microsoft.com/office/drawing/2014/main" id="{80C53B0E-493E-C830-C15C-6FC3741EE884}"/>
              </a:ext>
            </a:extLst>
          </p:cNvPr>
          <p:cNvSpPr>
            <a:spLocks noChangeArrowheads="1" noTextEdit="1"/>
          </p:cNvSpPr>
          <p:nvPr>
            <p:ph type="sldImg"/>
          </p:nvPr>
        </p:nvSpPr>
        <p:spPr>
          <a:ln/>
        </p:spPr>
      </p:sp>
      <p:sp>
        <p:nvSpPr>
          <p:cNvPr id="58372" name="Rectangle 3">
            <a:extLst>
              <a:ext uri="{FF2B5EF4-FFF2-40B4-BE49-F238E27FC236}">
                <a16:creationId xmlns:a16="http://schemas.microsoft.com/office/drawing/2014/main" id="{CE238E7B-4003-8F6A-01E9-8EF9B0F3ECF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a:extLst>
              <a:ext uri="{FF2B5EF4-FFF2-40B4-BE49-F238E27FC236}">
                <a16:creationId xmlns:a16="http://schemas.microsoft.com/office/drawing/2014/main" id="{807E4547-9637-DC2D-3946-11A6DF0EDB3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0263D60-7194-47E5-84FC-17EFBD752482}" type="slidenum">
              <a:rPr lang="en-US" altLang="en-US">
                <a:latin typeface="Times New Roman" panose="02020603050405020304" pitchFamily="18" charset="0"/>
              </a:rPr>
              <a:pPr/>
              <a:t>29</a:t>
            </a:fld>
            <a:endParaRPr lang="en-US" altLang="en-US">
              <a:latin typeface="Times New Roman" panose="02020603050405020304" pitchFamily="18" charset="0"/>
            </a:endParaRPr>
          </a:p>
        </p:txBody>
      </p:sp>
      <p:sp>
        <p:nvSpPr>
          <p:cNvPr id="60419" name="Rectangle 2">
            <a:extLst>
              <a:ext uri="{FF2B5EF4-FFF2-40B4-BE49-F238E27FC236}">
                <a16:creationId xmlns:a16="http://schemas.microsoft.com/office/drawing/2014/main" id="{54A0D0BF-672B-F487-0382-C63038D4B1B4}"/>
              </a:ext>
            </a:extLst>
          </p:cNvPr>
          <p:cNvSpPr>
            <a:spLocks noChangeArrowheads="1" noTextEdit="1"/>
          </p:cNvSpPr>
          <p:nvPr>
            <p:ph type="sldImg"/>
          </p:nvPr>
        </p:nvSpPr>
        <p:spPr>
          <a:ln/>
        </p:spPr>
      </p:sp>
      <p:sp>
        <p:nvSpPr>
          <p:cNvPr id="60420" name="Rectangle 3">
            <a:extLst>
              <a:ext uri="{FF2B5EF4-FFF2-40B4-BE49-F238E27FC236}">
                <a16:creationId xmlns:a16="http://schemas.microsoft.com/office/drawing/2014/main" id="{399D4E44-B160-FC23-B629-66755450F5E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a:extLst>
              <a:ext uri="{FF2B5EF4-FFF2-40B4-BE49-F238E27FC236}">
                <a16:creationId xmlns:a16="http://schemas.microsoft.com/office/drawing/2014/main" id="{5AAE4C3F-0F85-41C2-DB60-CAD11407091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A8CE586-F29D-4364-96CF-F2910100A357}" type="slidenum">
              <a:rPr lang="en-US" altLang="en-US">
                <a:latin typeface="Times New Roman" panose="02020603050405020304" pitchFamily="18" charset="0"/>
              </a:rPr>
              <a:pPr/>
              <a:t>30</a:t>
            </a:fld>
            <a:endParaRPr lang="en-US" altLang="en-US">
              <a:latin typeface="Times New Roman" panose="02020603050405020304" pitchFamily="18" charset="0"/>
            </a:endParaRPr>
          </a:p>
        </p:txBody>
      </p:sp>
      <p:sp>
        <p:nvSpPr>
          <p:cNvPr id="62467" name="Rectangle 2">
            <a:extLst>
              <a:ext uri="{FF2B5EF4-FFF2-40B4-BE49-F238E27FC236}">
                <a16:creationId xmlns:a16="http://schemas.microsoft.com/office/drawing/2014/main" id="{43112BCE-32C4-3F16-A34D-D93AD4878F8E}"/>
              </a:ext>
            </a:extLst>
          </p:cNvPr>
          <p:cNvSpPr>
            <a:spLocks noChangeArrowheads="1" noTextEdit="1"/>
          </p:cNvSpPr>
          <p:nvPr>
            <p:ph type="sldImg"/>
          </p:nvPr>
        </p:nvSpPr>
        <p:spPr>
          <a:ln/>
        </p:spPr>
      </p:sp>
      <p:sp>
        <p:nvSpPr>
          <p:cNvPr id="62468" name="Rectangle 3">
            <a:extLst>
              <a:ext uri="{FF2B5EF4-FFF2-40B4-BE49-F238E27FC236}">
                <a16:creationId xmlns:a16="http://schemas.microsoft.com/office/drawing/2014/main" id="{0C91E14D-E1A3-DBEA-36BF-603E32DA15A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a:extLst>
              <a:ext uri="{FF2B5EF4-FFF2-40B4-BE49-F238E27FC236}">
                <a16:creationId xmlns:a16="http://schemas.microsoft.com/office/drawing/2014/main" id="{4B53942D-4F53-8551-20DB-82E9C6CBC71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C912F82-F5ED-4CFA-B952-B20A90E48C3A}" type="slidenum">
              <a:rPr lang="en-US" altLang="en-US">
                <a:latin typeface="Times New Roman" panose="02020603050405020304" pitchFamily="18" charset="0"/>
              </a:rPr>
              <a:pPr/>
              <a:t>31</a:t>
            </a:fld>
            <a:endParaRPr lang="en-US" altLang="en-US">
              <a:latin typeface="Times New Roman" panose="02020603050405020304" pitchFamily="18" charset="0"/>
            </a:endParaRPr>
          </a:p>
        </p:txBody>
      </p:sp>
      <p:sp>
        <p:nvSpPr>
          <p:cNvPr id="64515" name="Rectangle 2">
            <a:extLst>
              <a:ext uri="{FF2B5EF4-FFF2-40B4-BE49-F238E27FC236}">
                <a16:creationId xmlns:a16="http://schemas.microsoft.com/office/drawing/2014/main" id="{79A1F791-D4A0-D82B-7FBD-8108C88CE1CE}"/>
              </a:ext>
            </a:extLst>
          </p:cNvPr>
          <p:cNvSpPr>
            <a:spLocks noChangeArrowheads="1" noTextEdit="1"/>
          </p:cNvSpPr>
          <p:nvPr>
            <p:ph type="sldImg"/>
          </p:nvPr>
        </p:nvSpPr>
        <p:spPr>
          <a:ln/>
        </p:spPr>
      </p:sp>
      <p:sp>
        <p:nvSpPr>
          <p:cNvPr id="64516" name="Rectangle 3">
            <a:extLst>
              <a:ext uri="{FF2B5EF4-FFF2-40B4-BE49-F238E27FC236}">
                <a16:creationId xmlns:a16="http://schemas.microsoft.com/office/drawing/2014/main" id="{78614A90-2FBD-3E80-42A0-139637A78DB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a:extLst>
              <a:ext uri="{FF2B5EF4-FFF2-40B4-BE49-F238E27FC236}">
                <a16:creationId xmlns:a16="http://schemas.microsoft.com/office/drawing/2014/main" id="{A369F1B9-F98A-51DD-F539-861E461B2CE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F588136-7D89-425F-A01E-67F9C5EFA982}" type="slidenum">
              <a:rPr lang="en-US" altLang="en-US">
                <a:latin typeface="Times New Roman" panose="02020603050405020304" pitchFamily="18" charset="0"/>
              </a:rPr>
              <a:pPr/>
              <a:t>32</a:t>
            </a:fld>
            <a:endParaRPr lang="en-US" altLang="en-US">
              <a:latin typeface="Times New Roman" panose="02020603050405020304" pitchFamily="18" charset="0"/>
            </a:endParaRPr>
          </a:p>
        </p:txBody>
      </p:sp>
      <p:sp>
        <p:nvSpPr>
          <p:cNvPr id="66563" name="Rectangle 2">
            <a:extLst>
              <a:ext uri="{FF2B5EF4-FFF2-40B4-BE49-F238E27FC236}">
                <a16:creationId xmlns:a16="http://schemas.microsoft.com/office/drawing/2014/main" id="{06D25187-56DD-9BA5-DC2F-D1649189B8A7}"/>
              </a:ext>
            </a:extLst>
          </p:cNvPr>
          <p:cNvSpPr>
            <a:spLocks noChangeArrowheads="1" noTextEdit="1"/>
          </p:cNvSpPr>
          <p:nvPr>
            <p:ph type="sldImg"/>
          </p:nvPr>
        </p:nvSpPr>
        <p:spPr>
          <a:ln/>
        </p:spPr>
      </p:sp>
      <p:sp>
        <p:nvSpPr>
          <p:cNvPr id="66564" name="Rectangle 3">
            <a:extLst>
              <a:ext uri="{FF2B5EF4-FFF2-40B4-BE49-F238E27FC236}">
                <a16:creationId xmlns:a16="http://schemas.microsoft.com/office/drawing/2014/main" id="{530E61F7-2707-2B34-D2CC-9E3B8467EC6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a:extLst>
              <a:ext uri="{FF2B5EF4-FFF2-40B4-BE49-F238E27FC236}">
                <a16:creationId xmlns:a16="http://schemas.microsoft.com/office/drawing/2014/main" id="{EF1A08CD-07AE-15F4-91E3-F07241B821D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B7959E5-CF30-4DA2-9A5C-F08A210A5E6B}" type="slidenum">
              <a:rPr lang="en-US" altLang="en-US">
                <a:latin typeface="Times New Roman" panose="02020603050405020304" pitchFamily="18" charset="0"/>
              </a:rPr>
              <a:pPr/>
              <a:t>33</a:t>
            </a:fld>
            <a:endParaRPr lang="en-US" altLang="en-US">
              <a:latin typeface="Times New Roman" panose="02020603050405020304" pitchFamily="18" charset="0"/>
            </a:endParaRPr>
          </a:p>
        </p:txBody>
      </p:sp>
      <p:sp>
        <p:nvSpPr>
          <p:cNvPr id="68611" name="Rectangle 2">
            <a:extLst>
              <a:ext uri="{FF2B5EF4-FFF2-40B4-BE49-F238E27FC236}">
                <a16:creationId xmlns:a16="http://schemas.microsoft.com/office/drawing/2014/main" id="{2EB00401-B682-B927-CF46-46486BE4EEA0}"/>
              </a:ext>
            </a:extLst>
          </p:cNvPr>
          <p:cNvSpPr>
            <a:spLocks noChangeArrowheads="1" noTextEdit="1"/>
          </p:cNvSpPr>
          <p:nvPr>
            <p:ph type="sldImg"/>
          </p:nvPr>
        </p:nvSpPr>
        <p:spPr>
          <a:ln/>
        </p:spPr>
      </p:sp>
      <p:sp>
        <p:nvSpPr>
          <p:cNvPr id="68612" name="Rectangle 3">
            <a:extLst>
              <a:ext uri="{FF2B5EF4-FFF2-40B4-BE49-F238E27FC236}">
                <a16:creationId xmlns:a16="http://schemas.microsoft.com/office/drawing/2014/main" id="{D9CB4282-A472-2CBC-4814-A858E3031C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a:extLst>
              <a:ext uri="{FF2B5EF4-FFF2-40B4-BE49-F238E27FC236}">
                <a16:creationId xmlns:a16="http://schemas.microsoft.com/office/drawing/2014/main" id="{791F319B-015B-C383-4840-6B1BE770C4E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E439BE8-EDCC-4961-9C91-CD3D15842479}" type="slidenum">
              <a:rPr lang="en-US" altLang="en-US">
                <a:latin typeface="Times New Roman" panose="02020603050405020304" pitchFamily="18" charset="0"/>
              </a:rPr>
              <a:pPr/>
              <a:t>34</a:t>
            </a:fld>
            <a:endParaRPr lang="en-US" altLang="en-US">
              <a:latin typeface="Times New Roman" panose="02020603050405020304" pitchFamily="18" charset="0"/>
            </a:endParaRPr>
          </a:p>
        </p:txBody>
      </p:sp>
      <p:sp>
        <p:nvSpPr>
          <p:cNvPr id="70659" name="Rectangle 2">
            <a:extLst>
              <a:ext uri="{FF2B5EF4-FFF2-40B4-BE49-F238E27FC236}">
                <a16:creationId xmlns:a16="http://schemas.microsoft.com/office/drawing/2014/main" id="{2A8A028C-3EB7-2D19-793E-EFCDF513ADDC}"/>
              </a:ext>
            </a:extLst>
          </p:cNvPr>
          <p:cNvSpPr>
            <a:spLocks noChangeArrowheads="1" noTextEdit="1"/>
          </p:cNvSpPr>
          <p:nvPr>
            <p:ph type="sldImg"/>
          </p:nvPr>
        </p:nvSpPr>
        <p:spPr>
          <a:ln/>
        </p:spPr>
      </p:sp>
      <p:sp>
        <p:nvSpPr>
          <p:cNvPr id="70660" name="Rectangle 3">
            <a:extLst>
              <a:ext uri="{FF2B5EF4-FFF2-40B4-BE49-F238E27FC236}">
                <a16:creationId xmlns:a16="http://schemas.microsoft.com/office/drawing/2014/main" id="{47CA5821-FCB0-4581-EAF0-E267ABE0EED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a:extLst>
              <a:ext uri="{FF2B5EF4-FFF2-40B4-BE49-F238E27FC236}">
                <a16:creationId xmlns:a16="http://schemas.microsoft.com/office/drawing/2014/main" id="{24640FF0-DB9E-2409-D051-CE33618C737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D221294-D2EF-4FC6-B075-0E7782C14E90}" type="slidenum">
              <a:rPr lang="en-US" altLang="en-US">
                <a:latin typeface="Times New Roman" panose="02020603050405020304" pitchFamily="18" charset="0"/>
              </a:rPr>
              <a:pPr/>
              <a:t>35</a:t>
            </a:fld>
            <a:endParaRPr lang="en-US" altLang="en-US">
              <a:latin typeface="Times New Roman" panose="02020603050405020304" pitchFamily="18" charset="0"/>
            </a:endParaRPr>
          </a:p>
        </p:txBody>
      </p:sp>
      <p:sp>
        <p:nvSpPr>
          <p:cNvPr id="72707" name="Rectangle 2">
            <a:extLst>
              <a:ext uri="{FF2B5EF4-FFF2-40B4-BE49-F238E27FC236}">
                <a16:creationId xmlns:a16="http://schemas.microsoft.com/office/drawing/2014/main" id="{5697D70C-9295-2ECC-CB51-F731C9711DF7}"/>
              </a:ext>
            </a:extLst>
          </p:cNvPr>
          <p:cNvSpPr>
            <a:spLocks noChangeArrowheads="1" noTextEdit="1"/>
          </p:cNvSpPr>
          <p:nvPr>
            <p:ph type="sldImg"/>
          </p:nvPr>
        </p:nvSpPr>
        <p:spPr>
          <a:ln/>
        </p:spPr>
      </p:sp>
      <p:sp>
        <p:nvSpPr>
          <p:cNvPr id="72708" name="Rectangle 3">
            <a:extLst>
              <a:ext uri="{FF2B5EF4-FFF2-40B4-BE49-F238E27FC236}">
                <a16:creationId xmlns:a16="http://schemas.microsoft.com/office/drawing/2014/main" id="{0837DCF6-56F3-D163-D765-FDC370076FC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a:extLst>
              <a:ext uri="{FF2B5EF4-FFF2-40B4-BE49-F238E27FC236}">
                <a16:creationId xmlns:a16="http://schemas.microsoft.com/office/drawing/2014/main" id="{36AB03F2-B213-7640-C6C1-DF18960E22D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07E4C12-A1AC-4FB5-A797-CD2C3F56CF80}" type="slidenum">
              <a:rPr lang="en-US" altLang="en-US">
                <a:latin typeface="Times New Roman" panose="02020603050405020304" pitchFamily="18" charset="0"/>
              </a:rPr>
              <a:pPr/>
              <a:t>36</a:t>
            </a:fld>
            <a:endParaRPr lang="en-US" altLang="en-US">
              <a:latin typeface="Times New Roman" panose="02020603050405020304" pitchFamily="18" charset="0"/>
            </a:endParaRPr>
          </a:p>
        </p:txBody>
      </p:sp>
      <p:sp>
        <p:nvSpPr>
          <p:cNvPr id="74755" name="Rectangle 2">
            <a:extLst>
              <a:ext uri="{FF2B5EF4-FFF2-40B4-BE49-F238E27FC236}">
                <a16:creationId xmlns:a16="http://schemas.microsoft.com/office/drawing/2014/main" id="{70F5450E-C64C-2940-8869-102AA79C90E1}"/>
              </a:ext>
            </a:extLst>
          </p:cNvPr>
          <p:cNvSpPr>
            <a:spLocks noChangeArrowheads="1" noTextEdit="1"/>
          </p:cNvSpPr>
          <p:nvPr>
            <p:ph type="sldImg"/>
          </p:nvPr>
        </p:nvSpPr>
        <p:spPr>
          <a:ln/>
        </p:spPr>
      </p:sp>
      <p:sp>
        <p:nvSpPr>
          <p:cNvPr id="74756" name="Rectangle 3">
            <a:extLst>
              <a:ext uri="{FF2B5EF4-FFF2-40B4-BE49-F238E27FC236}">
                <a16:creationId xmlns:a16="http://schemas.microsoft.com/office/drawing/2014/main" id="{60E13B65-4191-C340-FF60-7F16CB8E60C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a:extLst>
              <a:ext uri="{FF2B5EF4-FFF2-40B4-BE49-F238E27FC236}">
                <a16:creationId xmlns:a16="http://schemas.microsoft.com/office/drawing/2014/main" id="{87AC66EA-4831-3EB6-E1AC-E83C5BF2A49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DB4966D-4C34-4359-991E-BE2C5F6A2F52}" type="slidenum">
              <a:rPr lang="en-US" altLang="en-US">
                <a:latin typeface="Times New Roman" panose="02020603050405020304" pitchFamily="18" charset="0"/>
              </a:rPr>
              <a:pPr/>
              <a:t>37</a:t>
            </a:fld>
            <a:endParaRPr lang="en-US" altLang="en-US">
              <a:latin typeface="Times New Roman" panose="02020603050405020304" pitchFamily="18" charset="0"/>
            </a:endParaRPr>
          </a:p>
        </p:txBody>
      </p:sp>
      <p:sp>
        <p:nvSpPr>
          <p:cNvPr id="76803" name="Rectangle 2">
            <a:extLst>
              <a:ext uri="{FF2B5EF4-FFF2-40B4-BE49-F238E27FC236}">
                <a16:creationId xmlns:a16="http://schemas.microsoft.com/office/drawing/2014/main" id="{E9C9D29A-3290-7290-CDD4-1486EEB90745}"/>
              </a:ext>
            </a:extLst>
          </p:cNvPr>
          <p:cNvSpPr>
            <a:spLocks noChangeArrowheads="1" noTextEdit="1"/>
          </p:cNvSpPr>
          <p:nvPr>
            <p:ph type="sldImg"/>
          </p:nvPr>
        </p:nvSpPr>
        <p:spPr>
          <a:ln/>
        </p:spPr>
      </p:sp>
      <p:sp>
        <p:nvSpPr>
          <p:cNvPr id="76804" name="Rectangle 3">
            <a:extLst>
              <a:ext uri="{FF2B5EF4-FFF2-40B4-BE49-F238E27FC236}">
                <a16:creationId xmlns:a16="http://schemas.microsoft.com/office/drawing/2014/main" id="{4F458380-EF09-ECC0-65B5-3A5F15F4D80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a:extLst>
              <a:ext uri="{FF2B5EF4-FFF2-40B4-BE49-F238E27FC236}">
                <a16:creationId xmlns:a16="http://schemas.microsoft.com/office/drawing/2014/main" id="{0D106F08-284E-0B4C-3ED9-4BDE69C0041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748795E-71C2-4499-98CD-C7C8F3050880}" type="slidenum">
              <a:rPr lang="en-US" altLang="en-US">
                <a:latin typeface="Times New Roman" panose="02020603050405020304" pitchFamily="18" charset="0"/>
              </a:rPr>
              <a:pPr/>
              <a:t>39</a:t>
            </a:fld>
            <a:endParaRPr lang="en-US" altLang="en-US">
              <a:latin typeface="Times New Roman" panose="02020603050405020304" pitchFamily="18" charset="0"/>
            </a:endParaRPr>
          </a:p>
        </p:txBody>
      </p:sp>
      <p:sp>
        <p:nvSpPr>
          <p:cNvPr id="79875" name="Rectangle 2">
            <a:extLst>
              <a:ext uri="{FF2B5EF4-FFF2-40B4-BE49-F238E27FC236}">
                <a16:creationId xmlns:a16="http://schemas.microsoft.com/office/drawing/2014/main" id="{F9107A0A-7CCC-CF98-D982-91E7ED5AB142}"/>
              </a:ext>
            </a:extLst>
          </p:cNvPr>
          <p:cNvSpPr>
            <a:spLocks noChangeArrowheads="1" noTextEdit="1"/>
          </p:cNvSpPr>
          <p:nvPr>
            <p:ph type="sldImg"/>
          </p:nvPr>
        </p:nvSpPr>
        <p:spPr>
          <a:ln/>
        </p:spPr>
      </p:sp>
      <p:sp>
        <p:nvSpPr>
          <p:cNvPr id="79876" name="Rectangle 3">
            <a:extLst>
              <a:ext uri="{FF2B5EF4-FFF2-40B4-BE49-F238E27FC236}">
                <a16:creationId xmlns:a16="http://schemas.microsoft.com/office/drawing/2014/main" id="{AD54D4C9-E24F-FF71-2B6E-73C48BC8FA4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a:extLst>
              <a:ext uri="{FF2B5EF4-FFF2-40B4-BE49-F238E27FC236}">
                <a16:creationId xmlns:a16="http://schemas.microsoft.com/office/drawing/2014/main" id="{54408CFA-66DE-8B11-81BC-6E20633F80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BB88EAE-D9E7-45DA-AF8F-962772FA2840}" type="slidenum">
              <a:rPr lang="en-US" altLang="en-US">
                <a:latin typeface="Times New Roman" panose="02020603050405020304" pitchFamily="18" charset="0"/>
              </a:rPr>
              <a:pPr/>
              <a:t>40</a:t>
            </a:fld>
            <a:endParaRPr lang="en-US" altLang="en-US">
              <a:latin typeface="Times New Roman" panose="02020603050405020304" pitchFamily="18" charset="0"/>
            </a:endParaRPr>
          </a:p>
        </p:txBody>
      </p:sp>
      <p:sp>
        <p:nvSpPr>
          <p:cNvPr id="81923" name="Rectangle 2">
            <a:extLst>
              <a:ext uri="{FF2B5EF4-FFF2-40B4-BE49-F238E27FC236}">
                <a16:creationId xmlns:a16="http://schemas.microsoft.com/office/drawing/2014/main" id="{B5E82994-FBC3-DFBF-2C48-395C37BEBD29}"/>
              </a:ext>
            </a:extLst>
          </p:cNvPr>
          <p:cNvSpPr>
            <a:spLocks noChangeArrowheads="1" noTextEdit="1"/>
          </p:cNvSpPr>
          <p:nvPr>
            <p:ph type="sldImg"/>
          </p:nvPr>
        </p:nvSpPr>
        <p:spPr>
          <a:ln/>
        </p:spPr>
      </p:sp>
      <p:sp>
        <p:nvSpPr>
          <p:cNvPr id="81924" name="Rectangle 3">
            <a:extLst>
              <a:ext uri="{FF2B5EF4-FFF2-40B4-BE49-F238E27FC236}">
                <a16:creationId xmlns:a16="http://schemas.microsoft.com/office/drawing/2014/main" id="{0C2A890E-A917-B8C5-CF1A-F7D26D0C12C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a:extLst>
              <a:ext uri="{FF2B5EF4-FFF2-40B4-BE49-F238E27FC236}">
                <a16:creationId xmlns:a16="http://schemas.microsoft.com/office/drawing/2014/main" id="{AFBDA50A-56AA-98B8-31FE-F86E14484DF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EC23DCF-0731-4923-A467-7A4C03817CDA}" type="slidenum">
              <a:rPr lang="en-US" altLang="en-US">
                <a:latin typeface="Times New Roman" panose="02020603050405020304" pitchFamily="18" charset="0"/>
              </a:rPr>
              <a:pPr/>
              <a:t>41</a:t>
            </a:fld>
            <a:endParaRPr lang="en-US" altLang="en-US">
              <a:latin typeface="Times New Roman" panose="02020603050405020304" pitchFamily="18" charset="0"/>
            </a:endParaRPr>
          </a:p>
        </p:txBody>
      </p:sp>
      <p:sp>
        <p:nvSpPr>
          <p:cNvPr id="83971" name="Rectangle 2">
            <a:extLst>
              <a:ext uri="{FF2B5EF4-FFF2-40B4-BE49-F238E27FC236}">
                <a16:creationId xmlns:a16="http://schemas.microsoft.com/office/drawing/2014/main" id="{941C0F1A-72F4-2472-9F70-401486387768}"/>
              </a:ext>
            </a:extLst>
          </p:cNvPr>
          <p:cNvSpPr>
            <a:spLocks noChangeArrowheads="1" noTextEdit="1"/>
          </p:cNvSpPr>
          <p:nvPr>
            <p:ph type="sldImg"/>
          </p:nvPr>
        </p:nvSpPr>
        <p:spPr>
          <a:ln/>
        </p:spPr>
      </p:sp>
      <p:sp>
        <p:nvSpPr>
          <p:cNvPr id="83972" name="Rectangle 3">
            <a:extLst>
              <a:ext uri="{FF2B5EF4-FFF2-40B4-BE49-F238E27FC236}">
                <a16:creationId xmlns:a16="http://schemas.microsoft.com/office/drawing/2014/main" id="{D3D09F51-D70B-7DF3-08CC-58C3C32B296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a:extLst>
              <a:ext uri="{FF2B5EF4-FFF2-40B4-BE49-F238E27FC236}">
                <a16:creationId xmlns:a16="http://schemas.microsoft.com/office/drawing/2014/main" id="{5D1CEC48-3891-260A-1288-BEA232949CD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B607005-754C-4CAE-9EC7-FB8B5129AFE1}" type="slidenum">
              <a:rPr lang="en-US" altLang="en-US">
                <a:latin typeface="Times New Roman" panose="02020603050405020304" pitchFamily="18" charset="0"/>
              </a:rPr>
              <a:pPr/>
              <a:t>42</a:t>
            </a:fld>
            <a:endParaRPr lang="en-US" altLang="en-US">
              <a:latin typeface="Times New Roman" panose="02020603050405020304" pitchFamily="18" charset="0"/>
            </a:endParaRPr>
          </a:p>
        </p:txBody>
      </p:sp>
      <p:sp>
        <p:nvSpPr>
          <p:cNvPr id="86019" name="Rectangle 2">
            <a:extLst>
              <a:ext uri="{FF2B5EF4-FFF2-40B4-BE49-F238E27FC236}">
                <a16:creationId xmlns:a16="http://schemas.microsoft.com/office/drawing/2014/main" id="{FE1FB176-86B3-8FD5-70B2-675B32AD23A7}"/>
              </a:ext>
            </a:extLst>
          </p:cNvPr>
          <p:cNvSpPr>
            <a:spLocks noChangeArrowheads="1" noTextEdit="1"/>
          </p:cNvSpPr>
          <p:nvPr>
            <p:ph type="sldImg"/>
          </p:nvPr>
        </p:nvSpPr>
        <p:spPr>
          <a:ln/>
        </p:spPr>
      </p:sp>
      <p:sp>
        <p:nvSpPr>
          <p:cNvPr id="86020" name="Rectangle 3">
            <a:extLst>
              <a:ext uri="{FF2B5EF4-FFF2-40B4-BE49-F238E27FC236}">
                <a16:creationId xmlns:a16="http://schemas.microsoft.com/office/drawing/2014/main" id="{DA401BBA-FE02-F6C7-6D2C-3AE39410B16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a:extLst>
              <a:ext uri="{FF2B5EF4-FFF2-40B4-BE49-F238E27FC236}">
                <a16:creationId xmlns:a16="http://schemas.microsoft.com/office/drawing/2014/main" id="{439AF181-6E7C-3A3A-7845-D06ED624149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6B0DBC5-F7D3-4B94-8DA3-23DD7EAE6B86}" type="slidenum">
              <a:rPr lang="en-US" altLang="en-US">
                <a:latin typeface="Times New Roman" panose="02020603050405020304" pitchFamily="18" charset="0"/>
              </a:rPr>
              <a:pPr/>
              <a:t>43</a:t>
            </a:fld>
            <a:endParaRPr lang="en-US" altLang="en-US">
              <a:latin typeface="Times New Roman" panose="02020603050405020304" pitchFamily="18" charset="0"/>
            </a:endParaRPr>
          </a:p>
        </p:txBody>
      </p:sp>
      <p:sp>
        <p:nvSpPr>
          <p:cNvPr id="88067" name="Rectangle 2">
            <a:extLst>
              <a:ext uri="{FF2B5EF4-FFF2-40B4-BE49-F238E27FC236}">
                <a16:creationId xmlns:a16="http://schemas.microsoft.com/office/drawing/2014/main" id="{96B110E5-5BFD-00C0-7ABA-31A19294065B}"/>
              </a:ext>
            </a:extLst>
          </p:cNvPr>
          <p:cNvSpPr>
            <a:spLocks noChangeArrowheads="1" noTextEdit="1"/>
          </p:cNvSpPr>
          <p:nvPr>
            <p:ph type="sldImg"/>
          </p:nvPr>
        </p:nvSpPr>
        <p:spPr>
          <a:ln/>
        </p:spPr>
      </p:sp>
      <p:sp>
        <p:nvSpPr>
          <p:cNvPr id="88068" name="Rectangle 3">
            <a:extLst>
              <a:ext uri="{FF2B5EF4-FFF2-40B4-BE49-F238E27FC236}">
                <a16:creationId xmlns:a16="http://schemas.microsoft.com/office/drawing/2014/main" id="{F799710A-61D1-7301-CD29-823C82E5245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a:extLst>
              <a:ext uri="{FF2B5EF4-FFF2-40B4-BE49-F238E27FC236}">
                <a16:creationId xmlns:a16="http://schemas.microsoft.com/office/drawing/2014/main" id="{734C6A00-2A47-91CC-7B7F-1F0A810F943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C407210-FBDA-4D30-8F10-8A2225B70586}" type="slidenum">
              <a:rPr lang="en-US" altLang="en-US">
                <a:latin typeface="Times New Roman" panose="02020603050405020304" pitchFamily="18" charset="0"/>
              </a:rPr>
              <a:pPr/>
              <a:t>44</a:t>
            </a:fld>
            <a:endParaRPr lang="en-US" altLang="en-US">
              <a:latin typeface="Times New Roman" panose="02020603050405020304" pitchFamily="18" charset="0"/>
            </a:endParaRPr>
          </a:p>
        </p:txBody>
      </p:sp>
      <p:sp>
        <p:nvSpPr>
          <p:cNvPr id="90115" name="Rectangle 2">
            <a:extLst>
              <a:ext uri="{FF2B5EF4-FFF2-40B4-BE49-F238E27FC236}">
                <a16:creationId xmlns:a16="http://schemas.microsoft.com/office/drawing/2014/main" id="{6B85BEDF-EACE-CE63-407F-AB05AB1FEFAB}"/>
              </a:ext>
            </a:extLst>
          </p:cNvPr>
          <p:cNvSpPr>
            <a:spLocks noChangeArrowheads="1" noTextEdit="1"/>
          </p:cNvSpPr>
          <p:nvPr>
            <p:ph type="sldImg"/>
          </p:nvPr>
        </p:nvSpPr>
        <p:spPr>
          <a:ln/>
        </p:spPr>
      </p:sp>
      <p:sp>
        <p:nvSpPr>
          <p:cNvPr id="90116" name="Rectangle 3">
            <a:extLst>
              <a:ext uri="{FF2B5EF4-FFF2-40B4-BE49-F238E27FC236}">
                <a16:creationId xmlns:a16="http://schemas.microsoft.com/office/drawing/2014/main" id="{C7AE067A-48A7-BDB7-CC31-49ABF9EDDF9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a:extLst>
              <a:ext uri="{FF2B5EF4-FFF2-40B4-BE49-F238E27FC236}">
                <a16:creationId xmlns:a16="http://schemas.microsoft.com/office/drawing/2014/main" id="{3BBC6F71-EF11-818A-C4BC-F27F76E2D3B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B7E35C1-4C7A-49D9-9630-41E51C23B327}" type="slidenum">
              <a:rPr lang="en-US" altLang="en-US">
                <a:latin typeface="Times New Roman" panose="02020603050405020304" pitchFamily="18" charset="0"/>
              </a:rPr>
              <a:pPr/>
              <a:t>45</a:t>
            </a:fld>
            <a:endParaRPr lang="en-US" altLang="en-US">
              <a:latin typeface="Times New Roman" panose="02020603050405020304" pitchFamily="18" charset="0"/>
            </a:endParaRPr>
          </a:p>
        </p:txBody>
      </p:sp>
      <p:sp>
        <p:nvSpPr>
          <p:cNvPr id="92163" name="Rectangle 2">
            <a:extLst>
              <a:ext uri="{FF2B5EF4-FFF2-40B4-BE49-F238E27FC236}">
                <a16:creationId xmlns:a16="http://schemas.microsoft.com/office/drawing/2014/main" id="{8C26F432-3B34-17A3-8CDF-4DB6C1BC1643}"/>
              </a:ext>
            </a:extLst>
          </p:cNvPr>
          <p:cNvSpPr>
            <a:spLocks noChangeArrowheads="1" noTextEdit="1"/>
          </p:cNvSpPr>
          <p:nvPr>
            <p:ph type="sldImg"/>
          </p:nvPr>
        </p:nvSpPr>
        <p:spPr>
          <a:ln/>
        </p:spPr>
      </p:sp>
      <p:sp>
        <p:nvSpPr>
          <p:cNvPr id="92164" name="Rectangle 3">
            <a:extLst>
              <a:ext uri="{FF2B5EF4-FFF2-40B4-BE49-F238E27FC236}">
                <a16:creationId xmlns:a16="http://schemas.microsoft.com/office/drawing/2014/main" id="{1898D7C8-8D15-5E8C-FF1A-F245517CA56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a:extLst>
              <a:ext uri="{FF2B5EF4-FFF2-40B4-BE49-F238E27FC236}">
                <a16:creationId xmlns:a16="http://schemas.microsoft.com/office/drawing/2014/main" id="{194BC127-24D3-6C5A-B18F-302EDA5EE72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3178764-D52E-4DB4-BFEF-FA076F4C8189}" type="slidenum">
              <a:rPr lang="en-US" altLang="en-US">
                <a:latin typeface="Times New Roman" panose="02020603050405020304" pitchFamily="18" charset="0"/>
              </a:rPr>
              <a:pPr/>
              <a:t>46</a:t>
            </a:fld>
            <a:endParaRPr lang="en-US" altLang="en-US">
              <a:latin typeface="Times New Roman" panose="02020603050405020304" pitchFamily="18" charset="0"/>
            </a:endParaRPr>
          </a:p>
        </p:txBody>
      </p:sp>
      <p:sp>
        <p:nvSpPr>
          <p:cNvPr id="94211" name="Rectangle 2">
            <a:extLst>
              <a:ext uri="{FF2B5EF4-FFF2-40B4-BE49-F238E27FC236}">
                <a16:creationId xmlns:a16="http://schemas.microsoft.com/office/drawing/2014/main" id="{88AF118F-4701-49FD-FDB3-931F934725C9}"/>
              </a:ext>
            </a:extLst>
          </p:cNvPr>
          <p:cNvSpPr>
            <a:spLocks noChangeArrowheads="1" noTextEdit="1"/>
          </p:cNvSpPr>
          <p:nvPr>
            <p:ph type="sldImg"/>
          </p:nvPr>
        </p:nvSpPr>
        <p:spPr>
          <a:ln/>
        </p:spPr>
      </p:sp>
      <p:sp>
        <p:nvSpPr>
          <p:cNvPr id="94212" name="Rectangle 3">
            <a:extLst>
              <a:ext uri="{FF2B5EF4-FFF2-40B4-BE49-F238E27FC236}">
                <a16:creationId xmlns:a16="http://schemas.microsoft.com/office/drawing/2014/main" id="{937A3285-9844-F4F3-99F2-157C143C9DC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a:extLst>
              <a:ext uri="{FF2B5EF4-FFF2-40B4-BE49-F238E27FC236}">
                <a16:creationId xmlns:a16="http://schemas.microsoft.com/office/drawing/2014/main" id="{2EE83334-929E-53CC-211A-DEFFFCAB0D7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ADC2FC6-040A-4551-BADB-CCC657C320AC}" type="slidenum">
              <a:rPr lang="en-US" altLang="en-US">
                <a:latin typeface="Times New Roman" panose="02020603050405020304" pitchFamily="18" charset="0"/>
              </a:rPr>
              <a:pPr/>
              <a:t>47</a:t>
            </a:fld>
            <a:endParaRPr lang="en-US" altLang="en-US">
              <a:latin typeface="Times New Roman" panose="02020603050405020304" pitchFamily="18" charset="0"/>
            </a:endParaRPr>
          </a:p>
        </p:txBody>
      </p:sp>
      <p:sp>
        <p:nvSpPr>
          <p:cNvPr id="96259" name="Rectangle 2">
            <a:extLst>
              <a:ext uri="{FF2B5EF4-FFF2-40B4-BE49-F238E27FC236}">
                <a16:creationId xmlns:a16="http://schemas.microsoft.com/office/drawing/2014/main" id="{67E53409-9865-C559-173D-9860056B48D5}"/>
              </a:ext>
            </a:extLst>
          </p:cNvPr>
          <p:cNvSpPr>
            <a:spLocks noChangeArrowheads="1" noTextEdit="1"/>
          </p:cNvSpPr>
          <p:nvPr>
            <p:ph type="sldImg"/>
          </p:nvPr>
        </p:nvSpPr>
        <p:spPr>
          <a:ln/>
        </p:spPr>
      </p:sp>
      <p:sp>
        <p:nvSpPr>
          <p:cNvPr id="96260" name="Rectangle 3">
            <a:extLst>
              <a:ext uri="{FF2B5EF4-FFF2-40B4-BE49-F238E27FC236}">
                <a16:creationId xmlns:a16="http://schemas.microsoft.com/office/drawing/2014/main" id="{ABD45A26-2A0C-E166-C07B-EB4818B4C90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a:extLst>
              <a:ext uri="{FF2B5EF4-FFF2-40B4-BE49-F238E27FC236}">
                <a16:creationId xmlns:a16="http://schemas.microsoft.com/office/drawing/2014/main" id="{034AB397-EF9F-19A9-9D25-CC5C173C36B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8601E3F-A0B5-4FB2-9762-B25296183146}" type="slidenum">
              <a:rPr lang="en-US" altLang="en-US">
                <a:latin typeface="Times New Roman" panose="02020603050405020304" pitchFamily="18" charset="0"/>
              </a:rPr>
              <a:pPr/>
              <a:t>48</a:t>
            </a:fld>
            <a:endParaRPr lang="en-US" altLang="en-US">
              <a:latin typeface="Times New Roman" panose="02020603050405020304" pitchFamily="18" charset="0"/>
            </a:endParaRPr>
          </a:p>
        </p:txBody>
      </p:sp>
      <p:sp>
        <p:nvSpPr>
          <p:cNvPr id="98307" name="Rectangle 2">
            <a:extLst>
              <a:ext uri="{FF2B5EF4-FFF2-40B4-BE49-F238E27FC236}">
                <a16:creationId xmlns:a16="http://schemas.microsoft.com/office/drawing/2014/main" id="{828D62B8-91B7-21ED-8D7B-F30DBBE6FE44}"/>
              </a:ext>
            </a:extLst>
          </p:cNvPr>
          <p:cNvSpPr>
            <a:spLocks noChangeArrowheads="1" noTextEdit="1"/>
          </p:cNvSpPr>
          <p:nvPr>
            <p:ph type="sldImg"/>
          </p:nvPr>
        </p:nvSpPr>
        <p:spPr>
          <a:ln/>
        </p:spPr>
      </p:sp>
      <p:sp>
        <p:nvSpPr>
          <p:cNvPr id="98308" name="Rectangle 3">
            <a:extLst>
              <a:ext uri="{FF2B5EF4-FFF2-40B4-BE49-F238E27FC236}">
                <a16:creationId xmlns:a16="http://schemas.microsoft.com/office/drawing/2014/main" id="{CD294EAB-D4B2-62C8-7F0C-749F07F8574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a:extLst>
              <a:ext uri="{FF2B5EF4-FFF2-40B4-BE49-F238E27FC236}">
                <a16:creationId xmlns:a16="http://schemas.microsoft.com/office/drawing/2014/main" id="{B87D9BE4-5DAB-E495-76C5-911BA4504C9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52B9D2A-7A59-40FA-BF09-A438ED13F4BE}" type="slidenum">
              <a:rPr lang="en-US" altLang="en-US">
                <a:latin typeface="Times New Roman" panose="02020603050405020304" pitchFamily="18" charset="0"/>
              </a:rPr>
              <a:pPr/>
              <a:t>49</a:t>
            </a:fld>
            <a:endParaRPr lang="en-US" altLang="en-US">
              <a:latin typeface="Times New Roman" panose="02020603050405020304" pitchFamily="18" charset="0"/>
            </a:endParaRPr>
          </a:p>
        </p:txBody>
      </p:sp>
      <p:sp>
        <p:nvSpPr>
          <p:cNvPr id="100355" name="Rectangle 2">
            <a:extLst>
              <a:ext uri="{FF2B5EF4-FFF2-40B4-BE49-F238E27FC236}">
                <a16:creationId xmlns:a16="http://schemas.microsoft.com/office/drawing/2014/main" id="{A88CD01D-D719-6C8A-0878-DA47F5F670C0}"/>
              </a:ext>
            </a:extLst>
          </p:cNvPr>
          <p:cNvSpPr>
            <a:spLocks noChangeArrowheads="1" noTextEdit="1"/>
          </p:cNvSpPr>
          <p:nvPr>
            <p:ph type="sldImg"/>
          </p:nvPr>
        </p:nvSpPr>
        <p:spPr>
          <a:ln/>
        </p:spPr>
      </p:sp>
      <p:sp>
        <p:nvSpPr>
          <p:cNvPr id="100356" name="Rectangle 3">
            <a:extLst>
              <a:ext uri="{FF2B5EF4-FFF2-40B4-BE49-F238E27FC236}">
                <a16:creationId xmlns:a16="http://schemas.microsoft.com/office/drawing/2014/main" id="{36569E9D-AB88-8CBE-BDC9-0C8B6D396F9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a:extLst>
              <a:ext uri="{FF2B5EF4-FFF2-40B4-BE49-F238E27FC236}">
                <a16:creationId xmlns:a16="http://schemas.microsoft.com/office/drawing/2014/main" id="{8BC7B2AF-EB05-FE28-F117-83A61C789AC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0FDE2C3-67FB-47BC-9EF3-7256FE6F6DB3}" type="slidenum">
              <a:rPr lang="en-US" altLang="en-US">
                <a:latin typeface="Times New Roman" panose="02020603050405020304" pitchFamily="18" charset="0"/>
              </a:rPr>
              <a:pPr/>
              <a:t>50</a:t>
            </a:fld>
            <a:endParaRPr lang="en-US" altLang="en-US">
              <a:latin typeface="Times New Roman" panose="02020603050405020304" pitchFamily="18" charset="0"/>
            </a:endParaRPr>
          </a:p>
        </p:txBody>
      </p:sp>
      <p:sp>
        <p:nvSpPr>
          <p:cNvPr id="102403" name="Rectangle 2">
            <a:extLst>
              <a:ext uri="{FF2B5EF4-FFF2-40B4-BE49-F238E27FC236}">
                <a16:creationId xmlns:a16="http://schemas.microsoft.com/office/drawing/2014/main" id="{9977BF48-BF33-3860-4742-B9571AC2D3D6}"/>
              </a:ext>
            </a:extLst>
          </p:cNvPr>
          <p:cNvSpPr>
            <a:spLocks noChangeArrowheads="1" noTextEdit="1"/>
          </p:cNvSpPr>
          <p:nvPr>
            <p:ph type="sldImg"/>
          </p:nvPr>
        </p:nvSpPr>
        <p:spPr>
          <a:ln/>
        </p:spPr>
      </p:sp>
      <p:sp>
        <p:nvSpPr>
          <p:cNvPr id="102404" name="Rectangle 3">
            <a:extLst>
              <a:ext uri="{FF2B5EF4-FFF2-40B4-BE49-F238E27FC236}">
                <a16:creationId xmlns:a16="http://schemas.microsoft.com/office/drawing/2014/main" id="{BC7B9B57-0BAA-E077-2F54-E56E01A8FE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a:extLst>
              <a:ext uri="{FF2B5EF4-FFF2-40B4-BE49-F238E27FC236}">
                <a16:creationId xmlns:a16="http://schemas.microsoft.com/office/drawing/2014/main" id="{2823FFA7-CC3D-6AA1-4F84-B8606122059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A4E8922-DCF2-41F9-8C55-411B45CC853D}" type="slidenum">
              <a:rPr lang="en-US" altLang="en-US">
                <a:latin typeface="Times New Roman" panose="02020603050405020304" pitchFamily="18" charset="0"/>
              </a:rPr>
              <a:pPr/>
              <a:t>51</a:t>
            </a:fld>
            <a:endParaRPr lang="en-US" altLang="en-US">
              <a:latin typeface="Times New Roman" panose="02020603050405020304" pitchFamily="18" charset="0"/>
            </a:endParaRPr>
          </a:p>
        </p:txBody>
      </p:sp>
      <p:sp>
        <p:nvSpPr>
          <p:cNvPr id="104451" name="Rectangle 2">
            <a:extLst>
              <a:ext uri="{FF2B5EF4-FFF2-40B4-BE49-F238E27FC236}">
                <a16:creationId xmlns:a16="http://schemas.microsoft.com/office/drawing/2014/main" id="{90B6B661-EC36-62E3-7405-702162C190FA}"/>
              </a:ext>
            </a:extLst>
          </p:cNvPr>
          <p:cNvSpPr>
            <a:spLocks noChangeArrowheads="1" noTextEdit="1"/>
          </p:cNvSpPr>
          <p:nvPr>
            <p:ph type="sldImg"/>
          </p:nvPr>
        </p:nvSpPr>
        <p:spPr>
          <a:ln/>
        </p:spPr>
      </p:sp>
      <p:sp>
        <p:nvSpPr>
          <p:cNvPr id="104452" name="Rectangle 3">
            <a:extLst>
              <a:ext uri="{FF2B5EF4-FFF2-40B4-BE49-F238E27FC236}">
                <a16:creationId xmlns:a16="http://schemas.microsoft.com/office/drawing/2014/main" id="{E1FEEF11-D489-B084-C97A-297A5C69036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a:extLst>
              <a:ext uri="{FF2B5EF4-FFF2-40B4-BE49-F238E27FC236}">
                <a16:creationId xmlns:a16="http://schemas.microsoft.com/office/drawing/2014/main" id="{DE6AF254-5BE5-94FB-A076-BCB89B78754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4BE5A41-8771-4791-A279-D9A1C46DB8F8}" type="slidenum">
              <a:rPr lang="en-US" altLang="en-US">
                <a:latin typeface="Times New Roman" panose="02020603050405020304" pitchFamily="18" charset="0"/>
              </a:rPr>
              <a:pPr/>
              <a:t>52</a:t>
            </a:fld>
            <a:endParaRPr lang="en-US" altLang="en-US">
              <a:latin typeface="Times New Roman" panose="02020603050405020304" pitchFamily="18" charset="0"/>
            </a:endParaRPr>
          </a:p>
        </p:txBody>
      </p:sp>
      <p:sp>
        <p:nvSpPr>
          <p:cNvPr id="106499" name="Rectangle 2">
            <a:extLst>
              <a:ext uri="{FF2B5EF4-FFF2-40B4-BE49-F238E27FC236}">
                <a16:creationId xmlns:a16="http://schemas.microsoft.com/office/drawing/2014/main" id="{85B66B40-C121-E64B-4E91-00B8F1EC2C65}"/>
              </a:ext>
            </a:extLst>
          </p:cNvPr>
          <p:cNvSpPr>
            <a:spLocks noChangeArrowheads="1" noTextEdit="1"/>
          </p:cNvSpPr>
          <p:nvPr>
            <p:ph type="sldImg"/>
          </p:nvPr>
        </p:nvSpPr>
        <p:spPr>
          <a:ln/>
        </p:spPr>
      </p:sp>
      <p:sp>
        <p:nvSpPr>
          <p:cNvPr id="106500" name="Rectangle 3">
            <a:extLst>
              <a:ext uri="{FF2B5EF4-FFF2-40B4-BE49-F238E27FC236}">
                <a16:creationId xmlns:a16="http://schemas.microsoft.com/office/drawing/2014/main" id="{973CE322-37A4-D4D5-7929-E0BA63934E1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a:extLst>
              <a:ext uri="{FF2B5EF4-FFF2-40B4-BE49-F238E27FC236}">
                <a16:creationId xmlns:a16="http://schemas.microsoft.com/office/drawing/2014/main" id="{8213C038-2CDA-509D-B8CB-CD8D59F065B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7DAB963-791F-41B9-9F7B-119502A25030}" type="slidenum">
              <a:rPr lang="en-US" altLang="en-US">
                <a:latin typeface="Times New Roman" panose="02020603050405020304" pitchFamily="18" charset="0"/>
              </a:rPr>
              <a:pPr/>
              <a:t>53</a:t>
            </a:fld>
            <a:endParaRPr lang="en-US" altLang="en-US">
              <a:latin typeface="Times New Roman" panose="02020603050405020304" pitchFamily="18" charset="0"/>
            </a:endParaRPr>
          </a:p>
        </p:txBody>
      </p:sp>
      <p:sp>
        <p:nvSpPr>
          <p:cNvPr id="108547" name="Rectangle 2">
            <a:extLst>
              <a:ext uri="{FF2B5EF4-FFF2-40B4-BE49-F238E27FC236}">
                <a16:creationId xmlns:a16="http://schemas.microsoft.com/office/drawing/2014/main" id="{CEB83A07-A45A-17EF-3998-DD6AAE9C178D}"/>
              </a:ext>
            </a:extLst>
          </p:cNvPr>
          <p:cNvSpPr>
            <a:spLocks noChangeArrowheads="1" noTextEdit="1"/>
          </p:cNvSpPr>
          <p:nvPr>
            <p:ph type="sldImg"/>
          </p:nvPr>
        </p:nvSpPr>
        <p:spPr>
          <a:ln/>
        </p:spPr>
      </p:sp>
      <p:sp>
        <p:nvSpPr>
          <p:cNvPr id="108548" name="Rectangle 3">
            <a:extLst>
              <a:ext uri="{FF2B5EF4-FFF2-40B4-BE49-F238E27FC236}">
                <a16:creationId xmlns:a16="http://schemas.microsoft.com/office/drawing/2014/main" id="{676852C5-0E85-743C-6F97-164D32BA9DA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a:extLst>
              <a:ext uri="{FF2B5EF4-FFF2-40B4-BE49-F238E27FC236}">
                <a16:creationId xmlns:a16="http://schemas.microsoft.com/office/drawing/2014/main" id="{DE264654-51F2-4DC4-B729-EF62AE7314E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1B690BE-ED4B-44C0-85C5-01EFC93A00FD}" type="slidenum">
              <a:rPr lang="en-US" altLang="en-US">
                <a:latin typeface="Times New Roman" panose="02020603050405020304" pitchFamily="18" charset="0"/>
              </a:rPr>
              <a:pPr/>
              <a:t>55</a:t>
            </a:fld>
            <a:endParaRPr lang="en-US" altLang="en-US">
              <a:latin typeface="Times New Roman" panose="02020603050405020304" pitchFamily="18" charset="0"/>
            </a:endParaRPr>
          </a:p>
        </p:txBody>
      </p:sp>
      <p:sp>
        <p:nvSpPr>
          <p:cNvPr id="111619" name="Rectangle 2">
            <a:extLst>
              <a:ext uri="{FF2B5EF4-FFF2-40B4-BE49-F238E27FC236}">
                <a16:creationId xmlns:a16="http://schemas.microsoft.com/office/drawing/2014/main" id="{EA2455B4-8A8E-3E84-8E07-EA6424D1988D}"/>
              </a:ext>
            </a:extLst>
          </p:cNvPr>
          <p:cNvSpPr>
            <a:spLocks noChangeArrowheads="1" noTextEdit="1"/>
          </p:cNvSpPr>
          <p:nvPr>
            <p:ph type="sldImg"/>
          </p:nvPr>
        </p:nvSpPr>
        <p:spPr>
          <a:ln/>
        </p:spPr>
      </p:sp>
      <p:sp>
        <p:nvSpPr>
          <p:cNvPr id="111620" name="Rectangle 3">
            <a:extLst>
              <a:ext uri="{FF2B5EF4-FFF2-40B4-BE49-F238E27FC236}">
                <a16:creationId xmlns:a16="http://schemas.microsoft.com/office/drawing/2014/main" id="{44E6B3EC-A759-71EC-9E5E-4ECC29021FC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a:extLst>
              <a:ext uri="{FF2B5EF4-FFF2-40B4-BE49-F238E27FC236}">
                <a16:creationId xmlns:a16="http://schemas.microsoft.com/office/drawing/2014/main" id="{C5D6B2AB-5D72-DBCC-6DCC-A4E0338D571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2ACAC09-C14A-494B-8E3C-C3EF25377EAF}" type="slidenum">
              <a:rPr lang="en-US" altLang="en-US">
                <a:latin typeface="Times New Roman" panose="02020603050405020304" pitchFamily="18" charset="0"/>
              </a:rPr>
              <a:pPr/>
              <a:t>56</a:t>
            </a:fld>
            <a:endParaRPr lang="en-US" altLang="en-US">
              <a:latin typeface="Times New Roman" panose="02020603050405020304" pitchFamily="18" charset="0"/>
            </a:endParaRPr>
          </a:p>
        </p:txBody>
      </p:sp>
      <p:sp>
        <p:nvSpPr>
          <p:cNvPr id="113667" name="Rectangle 2">
            <a:extLst>
              <a:ext uri="{FF2B5EF4-FFF2-40B4-BE49-F238E27FC236}">
                <a16:creationId xmlns:a16="http://schemas.microsoft.com/office/drawing/2014/main" id="{CB1B48C9-A512-0C1B-225D-933479F90D95}"/>
              </a:ext>
            </a:extLst>
          </p:cNvPr>
          <p:cNvSpPr>
            <a:spLocks noChangeArrowheads="1" noTextEdit="1"/>
          </p:cNvSpPr>
          <p:nvPr>
            <p:ph type="sldImg"/>
          </p:nvPr>
        </p:nvSpPr>
        <p:spPr>
          <a:ln/>
        </p:spPr>
      </p:sp>
      <p:sp>
        <p:nvSpPr>
          <p:cNvPr id="113668" name="Rectangle 3">
            <a:extLst>
              <a:ext uri="{FF2B5EF4-FFF2-40B4-BE49-F238E27FC236}">
                <a16:creationId xmlns:a16="http://schemas.microsoft.com/office/drawing/2014/main" id="{8FD5B607-1AC1-C940-3255-A84144D2865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a:extLst>
              <a:ext uri="{FF2B5EF4-FFF2-40B4-BE49-F238E27FC236}">
                <a16:creationId xmlns:a16="http://schemas.microsoft.com/office/drawing/2014/main" id="{76A7AAE8-AC3D-90C2-95BE-78C3AE0BCAD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A3E9960-9124-4C3D-830E-01C528A81283}" type="slidenum">
              <a:rPr lang="en-US" altLang="en-US">
                <a:latin typeface="Times New Roman" panose="02020603050405020304" pitchFamily="18" charset="0"/>
              </a:rPr>
              <a:pPr/>
              <a:t>57</a:t>
            </a:fld>
            <a:endParaRPr lang="en-US" altLang="en-US">
              <a:latin typeface="Times New Roman" panose="02020603050405020304" pitchFamily="18" charset="0"/>
            </a:endParaRPr>
          </a:p>
        </p:txBody>
      </p:sp>
      <p:sp>
        <p:nvSpPr>
          <p:cNvPr id="115715" name="Rectangle 2">
            <a:extLst>
              <a:ext uri="{FF2B5EF4-FFF2-40B4-BE49-F238E27FC236}">
                <a16:creationId xmlns:a16="http://schemas.microsoft.com/office/drawing/2014/main" id="{9C5B1FC7-6806-0687-37CE-0B6BCEB1E9AE}"/>
              </a:ext>
            </a:extLst>
          </p:cNvPr>
          <p:cNvSpPr>
            <a:spLocks noChangeArrowheads="1" noTextEdit="1"/>
          </p:cNvSpPr>
          <p:nvPr>
            <p:ph type="sldImg"/>
          </p:nvPr>
        </p:nvSpPr>
        <p:spPr>
          <a:ln/>
        </p:spPr>
      </p:sp>
      <p:sp>
        <p:nvSpPr>
          <p:cNvPr id="115716" name="Rectangle 3">
            <a:extLst>
              <a:ext uri="{FF2B5EF4-FFF2-40B4-BE49-F238E27FC236}">
                <a16:creationId xmlns:a16="http://schemas.microsoft.com/office/drawing/2014/main" id="{A55C8443-C073-418C-EEF7-436FFDE566B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a:extLst>
              <a:ext uri="{FF2B5EF4-FFF2-40B4-BE49-F238E27FC236}">
                <a16:creationId xmlns:a16="http://schemas.microsoft.com/office/drawing/2014/main" id="{62012F4A-3873-6897-6D84-060C2271AC2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B6A6F72-3B00-4B8D-A42D-62208D7400BD}" type="slidenum">
              <a:rPr lang="en-US" altLang="en-US">
                <a:latin typeface="Times New Roman" panose="02020603050405020304" pitchFamily="18" charset="0"/>
              </a:rPr>
              <a:pPr/>
              <a:t>58</a:t>
            </a:fld>
            <a:endParaRPr lang="en-US" altLang="en-US">
              <a:latin typeface="Times New Roman" panose="02020603050405020304" pitchFamily="18" charset="0"/>
            </a:endParaRPr>
          </a:p>
        </p:txBody>
      </p:sp>
      <p:sp>
        <p:nvSpPr>
          <p:cNvPr id="117763" name="Rectangle 2">
            <a:extLst>
              <a:ext uri="{FF2B5EF4-FFF2-40B4-BE49-F238E27FC236}">
                <a16:creationId xmlns:a16="http://schemas.microsoft.com/office/drawing/2014/main" id="{2A3B3452-07AF-CD18-79A7-B4E8E5B82ACB}"/>
              </a:ext>
            </a:extLst>
          </p:cNvPr>
          <p:cNvSpPr>
            <a:spLocks noChangeArrowheads="1" noTextEdit="1"/>
          </p:cNvSpPr>
          <p:nvPr>
            <p:ph type="sldImg"/>
          </p:nvPr>
        </p:nvSpPr>
        <p:spPr>
          <a:ln/>
        </p:spPr>
      </p:sp>
      <p:sp>
        <p:nvSpPr>
          <p:cNvPr id="117764" name="Rectangle 3">
            <a:extLst>
              <a:ext uri="{FF2B5EF4-FFF2-40B4-BE49-F238E27FC236}">
                <a16:creationId xmlns:a16="http://schemas.microsoft.com/office/drawing/2014/main" id="{BBB5F09E-BDD9-EB83-4CC1-31C53B9F5C9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a:extLst>
              <a:ext uri="{FF2B5EF4-FFF2-40B4-BE49-F238E27FC236}">
                <a16:creationId xmlns:a16="http://schemas.microsoft.com/office/drawing/2014/main" id="{561633BC-A9B9-E743-2B83-DB612DEF207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67FD700-200E-4D99-B072-AC0869C16EEE}" type="slidenum">
              <a:rPr lang="en-US" altLang="en-US">
                <a:latin typeface="Times New Roman" panose="02020603050405020304" pitchFamily="18" charset="0"/>
              </a:rPr>
              <a:pPr/>
              <a:t>59</a:t>
            </a:fld>
            <a:endParaRPr lang="en-US" altLang="en-US">
              <a:latin typeface="Times New Roman" panose="02020603050405020304" pitchFamily="18" charset="0"/>
            </a:endParaRPr>
          </a:p>
        </p:txBody>
      </p:sp>
      <p:sp>
        <p:nvSpPr>
          <p:cNvPr id="119811" name="Rectangle 2">
            <a:extLst>
              <a:ext uri="{FF2B5EF4-FFF2-40B4-BE49-F238E27FC236}">
                <a16:creationId xmlns:a16="http://schemas.microsoft.com/office/drawing/2014/main" id="{ACBADDF3-D216-9C0F-65FA-50FD54C35C62}"/>
              </a:ext>
            </a:extLst>
          </p:cNvPr>
          <p:cNvSpPr>
            <a:spLocks noChangeArrowheads="1" noTextEdit="1"/>
          </p:cNvSpPr>
          <p:nvPr>
            <p:ph type="sldImg"/>
          </p:nvPr>
        </p:nvSpPr>
        <p:spPr>
          <a:ln/>
        </p:spPr>
      </p:sp>
      <p:sp>
        <p:nvSpPr>
          <p:cNvPr id="119812" name="Rectangle 3">
            <a:extLst>
              <a:ext uri="{FF2B5EF4-FFF2-40B4-BE49-F238E27FC236}">
                <a16:creationId xmlns:a16="http://schemas.microsoft.com/office/drawing/2014/main" id="{B503EF53-AF06-6000-25BA-4D5A00A685B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a:extLst>
              <a:ext uri="{FF2B5EF4-FFF2-40B4-BE49-F238E27FC236}">
                <a16:creationId xmlns:a16="http://schemas.microsoft.com/office/drawing/2014/main" id="{AFC4079B-058B-DD47-EA10-B50BB5EAC9E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864ED54-17EF-4868-9C83-B9D9E983EB69}" type="slidenum">
              <a:rPr lang="en-US" altLang="en-US">
                <a:latin typeface="Times New Roman" panose="02020603050405020304" pitchFamily="18" charset="0"/>
              </a:rPr>
              <a:pPr/>
              <a:t>60</a:t>
            </a:fld>
            <a:endParaRPr lang="en-US" altLang="en-US">
              <a:latin typeface="Times New Roman" panose="02020603050405020304" pitchFamily="18" charset="0"/>
            </a:endParaRPr>
          </a:p>
        </p:txBody>
      </p:sp>
      <p:sp>
        <p:nvSpPr>
          <p:cNvPr id="121859" name="Rectangle 2">
            <a:extLst>
              <a:ext uri="{FF2B5EF4-FFF2-40B4-BE49-F238E27FC236}">
                <a16:creationId xmlns:a16="http://schemas.microsoft.com/office/drawing/2014/main" id="{94007039-BE4A-A8AC-50A7-374C9F8BEC7E}"/>
              </a:ext>
            </a:extLst>
          </p:cNvPr>
          <p:cNvSpPr>
            <a:spLocks noChangeArrowheads="1" noTextEdit="1"/>
          </p:cNvSpPr>
          <p:nvPr>
            <p:ph type="sldImg"/>
          </p:nvPr>
        </p:nvSpPr>
        <p:spPr>
          <a:ln/>
        </p:spPr>
      </p:sp>
      <p:sp>
        <p:nvSpPr>
          <p:cNvPr id="121860" name="Rectangle 3">
            <a:extLst>
              <a:ext uri="{FF2B5EF4-FFF2-40B4-BE49-F238E27FC236}">
                <a16:creationId xmlns:a16="http://schemas.microsoft.com/office/drawing/2014/main" id="{03196FF5-75FC-4852-6082-2D3D62C6DF6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a:extLst>
              <a:ext uri="{FF2B5EF4-FFF2-40B4-BE49-F238E27FC236}">
                <a16:creationId xmlns:a16="http://schemas.microsoft.com/office/drawing/2014/main" id="{015DCC2C-4593-8D3A-257B-84885CD3EA8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0F12668-5B74-4CFE-9062-8189409C3BF6}" type="slidenum">
              <a:rPr lang="en-US" altLang="en-US">
                <a:latin typeface="Times New Roman" panose="02020603050405020304" pitchFamily="18" charset="0"/>
              </a:rPr>
              <a:pPr/>
              <a:t>61</a:t>
            </a:fld>
            <a:endParaRPr lang="en-US" altLang="en-US">
              <a:latin typeface="Times New Roman" panose="02020603050405020304" pitchFamily="18" charset="0"/>
            </a:endParaRPr>
          </a:p>
        </p:txBody>
      </p:sp>
      <p:sp>
        <p:nvSpPr>
          <p:cNvPr id="123907" name="Rectangle 2">
            <a:extLst>
              <a:ext uri="{FF2B5EF4-FFF2-40B4-BE49-F238E27FC236}">
                <a16:creationId xmlns:a16="http://schemas.microsoft.com/office/drawing/2014/main" id="{B897D56A-05C6-488F-81AA-AC3C1C430FCC}"/>
              </a:ext>
            </a:extLst>
          </p:cNvPr>
          <p:cNvSpPr>
            <a:spLocks noChangeArrowheads="1" noTextEdit="1"/>
          </p:cNvSpPr>
          <p:nvPr>
            <p:ph type="sldImg"/>
          </p:nvPr>
        </p:nvSpPr>
        <p:spPr>
          <a:ln/>
        </p:spPr>
      </p:sp>
      <p:sp>
        <p:nvSpPr>
          <p:cNvPr id="123908" name="Rectangle 3">
            <a:extLst>
              <a:ext uri="{FF2B5EF4-FFF2-40B4-BE49-F238E27FC236}">
                <a16:creationId xmlns:a16="http://schemas.microsoft.com/office/drawing/2014/main" id="{64622C11-174A-9873-601D-7E0F20E85B5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a:extLst>
              <a:ext uri="{FF2B5EF4-FFF2-40B4-BE49-F238E27FC236}">
                <a16:creationId xmlns:a16="http://schemas.microsoft.com/office/drawing/2014/main" id="{C43D2199-ABE2-1F24-0F67-8E54291C81A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42D50D1-9494-43F9-B572-9416CD7E98FA}" type="slidenum">
              <a:rPr lang="en-US" altLang="en-US">
                <a:latin typeface="Times New Roman" panose="02020603050405020304" pitchFamily="18" charset="0"/>
              </a:rPr>
              <a:pPr/>
              <a:t>62</a:t>
            </a:fld>
            <a:endParaRPr lang="en-US" altLang="en-US">
              <a:latin typeface="Times New Roman" panose="02020603050405020304" pitchFamily="18" charset="0"/>
            </a:endParaRPr>
          </a:p>
        </p:txBody>
      </p:sp>
      <p:sp>
        <p:nvSpPr>
          <p:cNvPr id="125955" name="Rectangle 2">
            <a:extLst>
              <a:ext uri="{FF2B5EF4-FFF2-40B4-BE49-F238E27FC236}">
                <a16:creationId xmlns:a16="http://schemas.microsoft.com/office/drawing/2014/main" id="{7F6991D8-0327-DA99-D35B-D0049764F452}"/>
              </a:ext>
            </a:extLst>
          </p:cNvPr>
          <p:cNvSpPr>
            <a:spLocks noChangeArrowheads="1" noTextEdit="1"/>
          </p:cNvSpPr>
          <p:nvPr>
            <p:ph type="sldImg"/>
          </p:nvPr>
        </p:nvSpPr>
        <p:spPr>
          <a:ln/>
        </p:spPr>
      </p:sp>
      <p:sp>
        <p:nvSpPr>
          <p:cNvPr id="125956" name="Rectangle 3">
            <a:extLst>
              <a:ext uri="{FF2B5EF4-FFF2-40B4-BE49-F238E27FC236}">
                <a16:creationId xmlns:a16="http://schemas.microsoft.com/office/drawing/2014/main" id="{9DDE20F8-5F3A-DE0C-3FB1-B4E54A063F9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a:extLst>
              <a:ext uri="{FF2B5EF4-FFF2-40B4-BE49-F238E27FC236}">
                <a16:creationId xmlns:a16="http://schemas.microsoft.com/office/drawing/2014/main" id="{6313F6BB-0893-8C76-6523-5DDB044D50C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DA330F8-0D28-4EF2-A291-D2C8F57A5E84}" type="slidenum">
              <a:rPr lang="en-US" altLang="en-US">
                <a:latin typeface="Times New Roman" panose="02020603050405020304" pitchFamily="18" charset="0"/>
              </a:rPr>
              <a:pPr/>
              <a:t>63</a:t>
            </a:fld>
            <a:endParaRPr lang="en-US" altLang="en-US">
              <a:latin typeface="Times New Roman" panose="02020603050405020304" pitchFamily="18" charset="0"/>
            </a:endParaRPr>
          </a:p>
        </p:txBody>
      </p:sp>
      <p:sp>
        <p:nvSpPr>
          <p:cNvPr id="128003" name="Rectangle 2">
            <a:extLst>
              <a:ext uri="{FF2B5EF4-FFF2-40B4-BE49-F238E27FC236}">
                <a16:creationId xmlns:a16="http://schemas.microsoft.com/office/drawing/2014/main" id="{C830DF4E-BF6C-D6FE-5EBA-B2A72E240277}"/>
              </a:ext>
            </a:extLst>
          </p:cNvPr>
          <p:cNvSpPr>
            <a:spLocks noChangeArrowheads="1" noTextEdit="1"/>
          </p:cNvSpPr>
          <p:nvPr>
            <p:ph type="sldImg"/>
          </p:nvPr>
        </p:nvSpPr>
        <p:spPr>
          <a:ln/>
        </p:spPr>
      </p:sp>
      <p:sp>
        <p:nvSpPr>
          <p:cNvPr id="128004" name="Rectangle 3">
            <a:extLst>
              <a:ext uri="{FF2B5EF4-FFF2-40B4-BE49-F238E27FC236}">
                <a16:creationId xmlns:a16="http://schemas.microsoft.com/office/drawing/2014/main" id="{8F3E0A17-1924-EF3B-360D-943A22CCA80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a:extLst>
              <a:ext uri="{FF2B5EF4-FFF2-40B4-BE49-F238E27FC236}">
                <a16:creationId xmlns:a16="http://schemas.microsoft.com/office/drawing/2014/main" id="{38924EEC-A109-26C0-FAA3-E947B3A616F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66E2BE1-C6B9-4E6D-8CAF-4D8C60BEF88D}" type="slidenum">
              <a:rPr lang="en-US" altLang="en-US">
                <a:latin typeface="Times New Roman" panose="02020603050405020304" pitchFamily="18" charset="0"/>
              </a:rPr>
              <a:pPr/>
              <a:t>64</a:t>
            </a:fld>
            <a:endParaRPr lang="en-US" altLang="en-US">
              <a:latin typeface="Times New Roman" panose="02020603050405020304" pitchFamily="18" charset="0"/>
            </a:endParaRPr>
          </a:p>
        </p:txBody>
      </p:sp>
      <p:sp>
        <p:nvSpPr>
          <p:cNvPr id="130051" name="Rectangle 2">
            <a:extLst>
              <a:ext uri="{FF2B5EF4-FFF2-40B4-BE49-F238E27FC236}">
                <a16:creationId xmlns:a16="http://schemas.microsoft.com/office/drawing/2014/main" id="{5BB5253A-F652-C852-85BF-20C390113081}"/>
              </a:ext>
            </a:extLst>
          </p:cNvPr>
          <p:cNvSpPr>
            <a:spLocks noChangeArrowheads="1" noTextEdit="1"/>
          </p:cNvSpPr>
          <p:nvPr>
            <p:ph type="sldImg"/>
          </p:nvPr>
        </p:nvSpPr>
        <p:spPr>
          <a:ln/>
        </p:spPr>
      </p:sp>
      <p:sp>
        <p:nvSpPr>
          <p:cNvPr id="130052" name="Rectangle 3">
            <a:extLst>
              <a:ext uri="{FF2B5EF4-FFF2-40B4-BE49-F238E27FC236}">
                <a16:creationId xmlns:a16="http://schemas.microsoft.com/office/drawing/2014/main" id="{B54AB46A-0A64-ADE7-BA50-7E8F27A4CA6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a:extLst>
              <a:ext uri="{FF2B5EF4-FFF2-40B4-BE49-F238E27FC236}">
                <a16:creationId xmlns:a16="http://schemas.microsoft.com/office/drawing/2014/main" id="{BF1CB949-3BF5-C9D1-1231-CDF21F64523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F9AF79B-8449-4276-AA3A-7734953BDC9A}" type="slidenum">
              <a:rPr lang="en-US" altLang="en-US">
                <a:latin typeface="Times New Roman" panose="02020603050405020304" pitchFamily="18" charset="0"/>
              </a:rPr>
              <a:pPr/>
              <a:t>65</a:t>
            </a:fld>
            <a:endParaRPr lang="en-US" altLang="en-US">
              <a:latin typeface="Times New Roman" panose="02020603050405020304" pitchFamily="18" charset="0"/>
            </a:endParaRPr>
          </a:p>
        </p:txBody>
      </p:sp>
      <p:sp>
        <p:nvSpPr>
          <p:cNvPr id="132099" name="Rectangle 2">
            <a:extLst>
              <a:ext uri="{FF2B5EF4-FFF2-40B4-BE49-F238E27FC236}">
                <a16:creationId xmlns:a16="http://schemas.microsoft.com/office/drawing/2014/main" id="{AA7DC028-CBBF-D385-5B17-9D7095E2CFD4}"/>
              </a:ext>
            </a:extLst>
          </p:cNvPr>
          <p:cNvSpPr>
            <a:spLocks noChangeArrowheads="1" noTextEdit="1"/>
          </p:cNvSpPr>
          <p:nvPr>
            <p:ph type="sldImg"/>
          </p:nvPr>
        </p:nvSpPr>
        <p:spPr>
          <a:ln/>
        </p:spPr>
      </p:sp>
      <p:sp>
        <p:nvSpPr>
          <p:cNvPr id="132100" name="Rectangle 3">
            <a:extLst>
              <a:ext uri="{FF2B5EF4-FFF2-40B4-BE49-F238E27FC236}">
                <a16:creationId xmlns:a16="http://schemas.microsoft.com/office/drawing/2014/main" id="{8C094EB1-AAF2-49CA-2181-C68FB07FE91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a:extLst>
              <a:ext uri="{FF2B5EF4-FFF2-40B4-BE49-F238E27FC236}">
                <a16:creationId xmlns:a16="http://schemas.microsoft.com/office/drawing/2014/main" id="{47962C3C-2523-9AD3-52F0-B6A17AE1CAB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48FAA51-0AD6-476A-B111-314F52C02734}" type="slidenum">
              <a:rPr lang="en-US" altLang="en-US">
                <a:latin typeface="Times New Roman" panose="02020603050405020304" pitchFamily="18" charset="0"/>
              </a:rPr>
              <a:pPr/>
              <a:t>66</a:t>
            </a:fld>
            <a:endParaRPr lang="en-US" altLang="en-US">
              <a:latin typeface="Times New Roman" panose="02020603050405020304" pitchFamily="18" charset="0"/>
            </a:endParaRPr>
          </a:p>
        </p:txBody>
      </p:sp>
      <p:sp>
        <p:nvSpPr>
          <p:cNvPr id="134147" name="Rectangle 2">
            <a:extLst>
              <a:ext uri="{FF2B5EF4-FFF2-40B4-BE49-F238E27FC236}">
                <a16:creationId xmlns:a16="http://schemas.microsoft.com/office/drawing/2014/main" id="{7295E487-3710-2F50-AFFD-D0E48949E159}"/>
              </a:ext>
            </a:extLst>
          </p:cNvPr>
          <p:cNvSpPr>
            <a:spLocks noChangeArrowheads="1" noTextEdit="1"/>
          </p:cNvSpPr>
          <p:nvPr>
            <p:ph type="sldImg"/>
          </p:nvPr>
        </p:nvSpPr>
        <p:spPr>
          <a:ln/>
        </p:spPr>
      </p:sp>
      <p:sp>
        <p:nvSpPr>
          <p:cNvPr id="134148" name="Rectangle 3">
            <a:extLst>
              <a:ext uri="{FF2B5EF4-FFF2-40B4-BE49-F238E27FC236}">
                <a16:creationId xmlns:a16="http://schemas.microsoft.com/office/drawing/2014/main" id="{3B3EE3B4-0DD5-F1A7-B88E-B1906B0B5F3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 name="Group 3">
            <a:extLst>
              <a:ext uri="{FF2B5EF4-FFF2-40B4-BE49-F238E27FC236}">
                <a16:creationId xmlns:a16="http://schemas.microsoft.com/office/drawing/2014/main" id="{692D320A-34C4-3D73-6FF6-964A9FFCDF51}"/>
              </a:ext>
            </a:extLst>
          </p:cNvPr>
          <p:cNvGrpSpPr>
            <a:grpSpLocks/>
          </p:cNvGrpSpPr>
          <p:nvPr/>
        </p:nvGrpSpPr>
        <p:grpSpPr bwMode="auto">
          <a:xfrm>
            <a:off x="198438" y="2960688"/>
            <a:ext cx="8610600" cy="201612"/>
            <a:chOff x="125" y="1865"/>
            <a:chExt cx="5424" cy="127"/>
          </a:xfrm>
        </p:grpSpPr>
        <p:sp>
          <p:nvSpPr>
            <p:cNvPr id="3" name="Rectangle 4">
              <a:extLst>
                <a:ext uri="{FF2B5EF4-FFF2-40B4-BE49-F238E27FC236}">
                  <a16:creationId xmlns:a16="http://schemas.microsoft.com/office/drawing/2014/main" id="{9B99634B-F8E8-518B-F50F-54411CF59942}"/>
                </a:ext>
              </a:extLst>
            </p:cNvPr>
            <p:cNvSpPr>
              <a:spLocks noChangeArrowheads="1"/>
            </p:cNvSpPr>
            <p:nvPr/>
          </p:nvSpPr>
          <p:spPr bwMode="auto">
            <a:xfrm>
              <a:off x="125" y="1865"/>
              <a:ext cx="1808" cy="127"/>
            </a:xfrm>
            <a:prstGeom prst="rect">
              <a:avLst/>
            </a:prstGeom>
            <a:solidFill>
              <a:srgbClr val="336699"/>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4" name="Rectangle 5">
              <a:extLst>
                <a:ext uri="{FF2B5EF4-FFF2-40B4-BE49-F238E27FC236}">
                  <a16:creationId xmlns:a16="http://schemas.microsoft.com/office/drawing/2014/main" id="{12EF05A4-9D00-A858-C6FA-00301BCBFF98}"/>
                </a:ext>
              </a:extLst>
            </p:cNvPr>
            <p:cNvSpPr>
              <a:spLocks noChangeArrowheads="1"/>
            </p:cNvSpPr>
            <p:nvPr/>
          </p:nvSpPr>
          <p:spPr bwMode="auto">
            <a:xfrm>
              <a:off x="1933" y="1865"/>
              <a:ext cx="1808" cy="127"/>
            </a:xfrm>
            <a:prstGeom prst="rect">
              <a:avLst/>
            </a:prstGeom>
            <a:solidFill>
              <a:srgbClr val="99CCFF"/>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5" name="Rectangle 6">
              <a:extLst>
                <a:ext uri="{FF2B5EF4-FFF2-40B4-BE49-F238E27FC236}">
                  <a16:creationId xmlns:a16="http://schemas.microsoft.com/office/drawing/2014/main" id="{A24D53FE-406F-4009-D5ED-68B962532F10}"/>
                </a:ext>
              </a:extLst>
            </p:cNvPr>
            <p:cNvSpPr>
              <a:spLocks noChangeArrowheads="1"/>
            </p:cNvSpPr>
            <p:nvPr/>
          </p:nvSpPr>
          <p:spPr bwMode="auto">
            <a:xfrm>
              <a:off x="3741" y="1865"/>
              <a:ext cx="1808" cy="127"/>
            </a:xfrm>
            <a:prstGeom prst="rect">
              <a:avLst/>
            </a:prstGeom>
            <a:solidFill>
              <a:srgbClr val="336699"/>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grpSp>
      <p:sp>
        <p:nvSpPr>
          <p:cNvPr id="6" name="Text Box 7">
            <a:extLst>
              <a:ext uri="{FF2B5EF4-FFF2-40B4-BE49-F238E27FC236}">
                <a16:creationId xmlns:a16="http://schemas.microsoft.com/office/drawing/2014/main" id="{4A66159F-B904-82A8-EDAB-37299C93856F}"/>
              </a:ext>
            </a:extLst>
          </p:cNvPr>
          <p:cNvSpPr txBox="1">
            <a:spLocks noChangeArrowheads="1"/>
          </p:cNvSpPr>
          <p:nvPr/>
        </p:nvSpPr>
        <p:spPr bwMode="auto">
          <a:xfrm>
            <a:off x="6489700" y="6588125"/>
            <a:ext cx="2713038"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5" tIns="45718" rIns="91435" bIns="45718">
            <a:spAutoFit/>
          </a:bodyPr>
          <a:lstStyle/>
          <a:p>
            <a:pPr algn="ctr">
              <a:spcBef>
                <a:spcPct val="50000"/>
              </a:spcBef>
            </a:pPr>
            <a:r>
              <a:rPr lang="en-US" altLang="en-US" sz="1000" b="1">
                <a:solidFill>
                  <a:srgbClr val="336699"/>
                </a:solidFill>
                <a:latin typeface="Helvetica" panose="020B0604020202020204" pitchFamily="34" charset="0"/>
              </a:rPr>
              <a:t>Silberschatz, Galvin and Gagne ©2013</a:t>
            </a:r>
          </a:p>
        </p:txBody>
      </p:sp>
      <p:sp>
        <p:nvSpPr>
          <p:cNvPr id="7" name="Text Box 8">
            <a:extLst>
              <a:ext uri="{FF2B5EF4-FFF2-40B4-BE49-F238E27FC236}">
                <a16:creationId xmlns:a16="http://schemas.microsoft.com/office/drawing/2014/main" id="{C4C07E33-6194-7FB4-8C5E-EF99077B94EC}"/>
              </a:ext>
            </a:extLst>
          </p:cNvPr>
          <p:cNvSpPr txBox="1">
            <a:spLocks noChangeArrowheads="1"/>
          </p:cNvSpPr>
          <p:nvPr/>
        </p:nvSpPr>
        <p:spPr bwMode="auto">
          <a:xfrm>
            <a:off x="26988" y="6613525"/>
            <a:ext cx="2659062"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5" tIns="45718" rIns="91435" bIns="45718">
            <a:spAutoFit/>
          </a:bodyPr>
          <a:lstStyle/>
          <a:p>
            <a:pPr>
              <a:spcBef>
                <a:spcPct val="50000"/>
              </a:spcBef>
            </a:pPr>
            <a:r>
              <a:rPr lang="en-US" altLang="en-US" sz="1000" b="1">
                <a:solidFill>
                  <a:srgbClr val="336699"/>
                </a:solidFill>
                <a:latin typeface="Helvetica" panose="020B0604020202020204" pitchFamily="34" charset="0"/>
              </a:rPr>
              <a:t>Operating System Concepts – 9</a:t>
            </a:r>
            <a:r>
              <a:rPr lang="en-US" altLang="en-US" sz="1000" b="1" baseline="30000">
                <a:solidFill>
                  <a:srgbClr val="336699"/>
                </a:solidFill>
                <a:latin typeface="Helvetica" panose="020B0604020202020204" pitchFamily="34" charset="0"/>
              </a:rPr>
              <a:t>th</a:t>
            </a:r>
            <a:r>
              <a:rPr lang="en-US" altLang="en-US" sz="1000" b="1">
                <a:solidFill>
                  <a:srgbClr val="336699"/>
                </a:solidFill>
                <a:latin typeface="Helvetica" panose="020B0604020202020204" pitchFamily="34" charset="0"/>
              </a:rPr>
              <a:t> Edition</a:t>
            </a:r>
          </a:p>
        </p:txBody>
      </p:sp>
      <p:pic>
        <p:nvPicPr>
          <p:cNvPr id="8" name="Picture 9" descr="dino_4">
            <a:extLst>
              <a:ext uri="{FF2B5EF4-FFF2-40B4-BE49-F238E27FC236}">
                <a16:creationId xmlns:a16="http://schemas.microsoft.com/office/drawing/2014/main" id="{33E503F6-F342-B060-F0BB-5D4BD57166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0738" y="4157663"/>
            <a:ext cx="2062162" cy="1593850"/>
          </a:xfrm>
          <a:prstGeom prst="rect">
            <a:avLst/>
          </a:prstGeom>
          <a:noFill/>
          <a:ln w="76200">
            <a:solidFill>
              <a:srgbClr val="336699"/>
            </a:solidFill>
            <a:miter lim="800000"/>
            <a:headEnd/>
            <a:tailEnd/>
          </a:ln>
          <a:extLst>
            <a:ext uri="{909E8E84-426E-40DD-AFC4-6F175D3DCCD1}">
              <a14:hiddenFill xmlns:a14="http://schemas.microsoft.com/office/drawing/2010/main">
                <a:solidFill>
                  <a:srgbClr val="FFFFFF"/>
                </a:solidFill>
              </a14:hiddenFill>
            </a:ext>
          </a:extLst>
        </p:spPr>
      </p:pic>
      <p:sp>
        <p:nvSpPr>
          <p:cNvPr id="9" name="Rectangle 10">
            <a:extLst>
              <a:ext uri="{FF2B5EF4-FFF2-40B4-BE49-F238E27FC236}">
                <a16:creationId xmlns:a16="http://schemas.microsoft.com/office/drawing/2014/main" id="{0078A568-E8D7-0FCE-FBBB-6FB66DA66C79}"/>
              </a:ext>
            </a:extLst>
          </p:cNvPr>
          <p:cNvSpPr>
            <a:spLocks noChangeArrowheads="1"/>
          </p:cNvSpPr>
          <p:nvPr/>
        </p:nvSpPr>
        <p:spPr bwMode="auto">
          <a:xfrm>
            <a:off x="3224213" y="4006850"/>
            <a:ext cx="2336800" cy="1887538"/>
          </a:xfrm>
          <a:prstGeom prst="rect">
            <a:avLst/>
          </a:prstGeom>
          <a:noFill/>
          <a:ln w="57150" cmpd="thinThick">
            <a:solidFill>
              <a:srgbClr val="66CCFF"/>
            </a:solidFill>
            <a:miter lim="800000"/>
            <a:headEnd/>
            <a:tailEnd/>
          </a:ln>
        </p:spPr>
        <p:txBody>
          <a:bodyPr wrap="none" lIns="91435" tIns="45718" rIns="91435" bIns="45718"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152578" name="Rectangle 2"/>
          <p:cNvSpPr>
            <a:spLocks noGrp="1" noChangeArrowheads="1"/>
          </p:cNvSpPr>
          <p:nvPr>
            <p:ph type="ctrTitle"/>
          </p:nvPr>
        </p:nvSpPr>
        <p:spPr>
          <a:xfrm>
            <a:off x="685800" y="685800"/>
            <a:ext cx="7772400" cy="2127250"/>
          </a:xfrm>
        </p:spPr>
        <p:txBody>
          <a:bodyPr/>
          <a:lstStyle>
            <a:lvl1pPr>
              <a:defRPr sz="4300"/>
            </a:lvl1pPr>
          </a:lstStyle>
          <a:p>
            <a:r>
              <a:rPr lang="en-US" dirty="0"/>
              <a:t>Click to edit Master title style</a:t>
            </a:r>
          </a:p>
        </p:txBody>
      </p:sp>
    </p:spTree>
    <p:extLst>
      <p:ext uri="{BB962C8B-B14F-4D97-AF65-F5344CB8AC3E}">
        <p14:creationId xmlns:p14="http://schemas.microsoft.com/office/powerpoint/2010/main" val="28556057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703081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4"/>
            <a:ext cx="7772400" cy="1500187"/>
          </a:xfrm>
        </p:spPr>
        <p:txBody>
          <a:bodyPr anchor="b"/>
          <a:lstStyle>
            <a:lvl1pPr marL="0" indent="0">
              <a:buNone/>
              <a:defRPr sz="2000"/>
            </a:lvl1pPr>
            <a:lvl2pPr marL="457177" indent="0">
              <a:buNone/>
              <a:defRPr sz="1800"/>
            </a:lvl2pPr>
            <a:lvl3pPr marL="914354" indent="0">
              <a:buNone/>
              <a:defRPr sz="1600"/>
            </a:lvl3pPr>
            <a:lvl4pPr marL="1371532" indent="0">
              <a:buNone/>
              <a:defRPr sz="1400"/>
            </a:lvl4pPr>
            <a:lvl5pPr marL="1828709" indent="0">
              <a:buNone/>
              <a:defRPr sz="1400"/>
            </a:lvl5pPr>
            <a:lvl6pPr marL="2285886" indent="0">
              <a:buNone/>
              <a:defRPr sz="1400"/>
            </a:lvl6pPr>
            <a:lvl7pPr marL="2743063" indent="0">
              <a:buNone/>
              <a:defRPr sz="1400"/>
            </a:lvl7pPr>
            <a:lvl8pPr marL="3200240" indent="0">
              <a:buNone/>
              <a:defRPr sz="1400"/>
            </a:lvl8pPr>
            <a:lvl9pPr marL="3657417" indent="0">
              <a:buNone/>
              <a:defRPr sz="1400"/>
            </a:lvl9pPr>
          </a:lstStyle>
          <a:p>
            <a:pPr lvl="0"/>
            <a:r>
              <a:rPr lang="en-US"/>
              <a:t>Click to edit Master text styles</a:t>
            </a:r>
          </a:p>
        </p:txBody>
      </p:sp>
    </p:spTree>
    <p:extLst>
      <p:ext uri="{BB962C8B-B14F-4D97-AF65-F5344CB8AC3E}">
        <p14:creationId xmlns:p14="http://schemas.microsoft.com/office/powerpoint/2010/main" val="1506595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06450" y="1233489"/>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97450" y="1233489"/>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205573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177"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177"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204818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79188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3243980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1"/>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1"/>
            <a:ext cx="3008313" cy="4691063"/>
          </a:xfrm>
        </p:spPr>
        <p:txBody>
          <a:bodyPr/>
          <a:lstStyle>
            <a:lvl1pPr marL="0" indent="0">
              <a:buNone/>
              <a:defRPr sz="1400"/>
            </a:lvl1pPr>
            <a:lvl2pPr marL="457177" indent="0">
              <a:buNone/>
              <a:defRPr sz="1200"/>
            </a:lvl2pPr>
            <a:lvl3pPr marL="914354" indent="0">
              <a:buNone/>
              <a:defRPr sz="1000"/>
            </a:lvl3pPr>
            <a:lvl4pPr marL="1371532" indent="0">
              <a:buNone/>
              <a:defRPr sz="900"/>
            </a:lvl4pPr>
            <a:lvl5pPr marL="1828709" indent="0">
              <a:buNone/>
              <a:defRPr sz="900"/>
            </a:lvl5pPr>
            <a:lvl6pPr marL="2285886" indent="0">
              <a:buNone/>
              <a:defRPr sz="900"/>
            </a:lvl6pPr>
            <a:lvl7pPr marL="2743063" indent="0">
              <a:buNone/>
              <a:defRPr sz="900"/>
            </a:lvl7pPr>
            <a:lvl8pPr marL="3200240" indent="0">
              <a:buNone/>
              <a:defRPr sz="900"/>
            </a:lvl8pPr>
            <a:lvl9pPr marL="3657417" indent="0">
              <a:buNone/>
              <a:defRPr sz="900"/>
            </a:lvl9pPr>
          </a:lstStyle>
          <a:p>
            <a:pPr lvl="0"/>
            <a:r>
              <a:rPr lang="en-US"/>
              <a:t>Click to edit Master text styles</a:t>
            </a:r>
          </a:p>
        </p:txBody>
      </p:sp>
    </p:spTree>
    <p:extLst>
      <p:ext uri="{BB962C8B-B14F-4D97-AF65-F5344CB8AC3E}">
        <p14:creationId xmlns:p14="http://schemas.microsoft.com/office/powerpoint/2010/main" val="39479831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177" indent="0">
              <a:buNone/>
              <a:defRPr sz="2800"/>
            </a:lvl2pPr>
            <a:lvl3pPr marL="914354" indent="0">
              <a:buNone/>
              <a:defRPr sz="2400"/>
            </a:lvl3pPr>
            <a:lvl4pPr marL="1371532" indent="0">
              <a:buNone/>
              <a:defRPr sz="2000"/>
            </a:lvl4pPr>
            <a:lvl5pPr marL="1828709" indent="0">
              <a:buNone/>
              <a:defRPr sz="2000"/>
            </a:lvl5pPr>
            <a:lvl6pPr marL="2285886" indent="0">
              <a:buNone/>
              <a:defRPr sz="2000"/>
            </a:lvl6pPr>
            <a:lvl7pPr marL="2743063" indent="0">
              <a:buNone/>
              <a:defRPr sz="2000"/>
            </a:lvl7pPr>
            <a:lvl8pPr marL="3200240" indent="0">
              <a:buNone/>
              <a:defRPr sz="2000"/>
            </a:lvl8pPr>
            <a:lvl9pPr marL="3657417" indent="0">
              <a:buNone/>
              <a:defRPr sz="2000"/>
            </a:lvl9pPr>
          </a:lstStyle>
          <a:p>
            <a:pPr lvl="0"/>
            <a:endParaRPr lang="en-US" noProof="0"/>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400"/>
            </a:lvl1pPr>
            <a:lvl2pPr marL="457177" indent="0">
              <a:buNone/>
              <a:defRPr sz="1200"/>
            </a:lvl2pPr>
            <a:lvl3pPr marL="914354" indent="0">
              <a:buNone/>
              <a:defRPr sz="1000"/>
            </a:lvl3pPr>
            <a:lvl4pPr marL="1371532" indent="0">
              <a:buNone/>
              <a:defRPr sz="900"/>
            </a:lvl4pPr>
            <a:lvl5pPr marL="1828709" indent="0">
              <a:buNone/>
              <a:defRPr sz="900"/>
            </a:lvl5pPr>
            <a:lvl6pPr marL="2285886" indent="0">
              <a:buNone/>
              <a:defRPr sz="900"/>
            </a:lvl6pPr>
            <a:lvl7pPr marL="2743063" indent="0">
              <a:buNone/>
              <a:defRPr sz="900"/>
            </a:lvl7pPr>
            <a:lvl8pPr marL="3200240" indent="0">
              <a:buNone/>
              <a:defRPr sz="900"/>
            </a:lvl8pPr>
            <a:lvl9pPr marL="3657417" indent="0">
              <a:buNone/>
              <a:defRPr sz="900"/>
            </a:lvl9pPr>
          </a:lstStyle>
          <a:p>
            <a:pPr lvl="0"/>
            <a:r>
              <a:rPr lang="en-US"/>
              <a:t>Click to edit Master text styles</a:t>
            </a:r>
          </a:p>
        </p:txBody>
      </p:sp>
    </p:spTree>
    <p:extLst>
      <p:ext uri="{BB962C8B-B14F-4D97-AF65-F5344CB8AC3E}">
        <p14:creationId xmlns:p14="http://schemas.microsoft.com/office/powerpoint/2010/main" val="16055137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506058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91338" y="277813"/>
            <a:ext cx="2144712"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281738"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561295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5"/>
            <a:ext cx="8229600" cy="576262"/>
          </a:xfrm>
        </p:spPr>
        <p:txBody>
          <a:bodyPr/>
          <a:lstStyle/>
          <a:p>
            <a:r>
              <a:rPr lang="en-US"/>
              <a:t>Click to edit Master title style</a:t>
            </a:r>
          </a:p>
        </p:txBody>
      </p:sp>
      <p:sp>
        <p:nvSpPr>
          <p:cNvPr id="3" name="Text Placeholder 2"/>
          <p:cNvSpPr>
            <a:spLocks noGrp="1"/>
          </p:cNvSpPr>
          <p:nvPr>
            <p:ph type="body" sz="half" idx="1"/>
          </p:nvPr>
        </p:nvSpPr>
        <p:spPr>
          <a:xfrm>
            <a:off x="806450" y="1233491"/>
            <a:ext cx="40386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97450" y="1233491"/>
            <a:ext cx="40386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611205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dino_3">
            <a:extLst>
              <a:ext uri="{FF2B5EF4-FFF2-40B4-BE49-F238E27FC236}">
                <a16:creationId xmlns:a16="http://schemas.microsoft.com/office/drawing/2014/main" id="{694FC51F-51FC-30D6-3E7C-EC8E8183B789}"/>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85750" y="0"/>
            <a:ext cx="1195388"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3">
            <a:extLst>
              <a:ext uri="{FF2B5EF4-FFF2-40B4-BE49-F238E27FC236}">
                <a16:creationId xmlns:a16="http://schemas.microsoft.com/office/drawing/2014/main" id="{65B1E678-C5EB-4218-5E68-A3749F6B3644}"/>
              </a:ext>
            </a:extLst>
          </p:cNvPr>
          <p:cNvSpPr>
            <a:spLocks noGrp="1" noChangeArrowheads="1"/>
          </p:cNvSpPr>
          <p:nvPr>
            <p:ph type="title"/>
          </p:nvPr>
        </p:nvSpPr>
        <p:spPr bwMode="auto">
          <a:xfrm>
            <a:off x="457200" y="277813"/>
            <a:ext cx="82296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5" tIns="45718" rIns="91435" bIns="45718" numCol="1" anchor="b" anchorCtr="0" compatLnSpc="1">
            <a:prstTxWarp prst="textNoShape">
              <a:avLst/>
            </a:prstTxWarp>
          </a:bodyPr>
          <a:lstStyle/>
          <a:p>
            <a:pPr lvl="0"/>
            <a:r>
              <a:rPr lang="en-US" altLang="en-US"/>
              <a:t>Click to edit Master title style</a:t>
            </a:r>
          </a:p>
        </p:txBody>
      </p:sp>
      <p:sp>
        <p:nvSpPr>
          <p:cNvPr id="1028" name="Rectangle 4">
            <a:extLst>
              <a:ext uri="{FF2B5EF4-FFF2-40B4-BE49-F238E27FC236}">
                <a16:creationId xmlns:a16="http://schemas.microsoft.com/office/drawing/2014/main" id="{B4B4AF78-8911-780A-74CC-6451794CE05E}"/>
              </a:ext>
            </a:extLst>
          </p:cNvPr>
          <p:cNvSpPr>
            <a:spLocks noGrp="1" noChangeArrowheads="1"/>
          </p:cNvSpPr>
          <p:nvPr>
            <p:ph type="body" idx="1"/>
          </p:nvPr>
        </p:nvSpPr>
        <p:spPr bwMode="auto">
          <a:xfrm>
            <a:off x="806450" y="1233488"/>
            <a:ext cx="82296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5" tIns="45718" rIns="91435" bIns="4571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9" name="Rectangle 5">
            <a:extLst>
              <a:ext uri="{FF2B5EF4-FFF2-40B4-BE49-F238E27FC236}">
                <a16:creationId xmlns:a16="http://schemas.microsoft.com/office/drawing/2014/main" id="{1ABCC5C3-11FE-9FAC-48EC-FA3E2CA79709}"/>
              </a:ext>
            </a:extLst>
          </p:cNvPr>
          <p:cNvSpPr>
            <a:spLocks noChangeArrowheads="1"/>
          </p:cNvSpPr>
          <p:nvPr/>
        </p:nvSpPr>
        <p:spPr bwMode="auto">
          <a:xfrm>
            <a:off x="0" y="0"/>
            <a:ext cx="228600" cy="2286000"/>
          </a:xfrm>
          <a:prstGeom prst="rect">
            <a:avLst/>
          </a:prstGeom>
          <a:solidFill>
            <a:srgbClr val="336699"/>
          </a:solidFill>
          <a:ln>
            <a:noFill/>
          </a:ln>
        </p:spPr>
        <p:txBody>
          <a:bodyPr wrap="none" lIns="91435" tIns="45718" rIns="91435" bIns="45718"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defRPr/>
            </a:pPr>
            <a:endParaRPr lang="en-US" altLang="en-US" sz="2400" dirty="0">
              <a:latin typeface="Times New Roman" pitchFamily="18" charset="0"/>
            </a:endParaRPr>
          </a:p>
        </p:txBody>
      </p:sp>
      <p:sp>
        <p:nvSpPr>
          <p:cNvPr id="1030" name="Line 6">
            <a:extLst>
              <a:ext uri="{FF2B5EF4-FFF2-40B4-BE49-F238E27FC236}">
                <a16:creationId xmlns:a16="http://schemas.microsoft.com/office/drawing/2014/main" id="{93E5325E-01A6-FFEA-F80F-1331827BBD50}"/>
              </a:ext>
            </a:extLst>
          </p:cNvPr>
          <p:cNvSpPr>
            <a:spLocks noChangeShapeType="1"/>
          </p:cNvSpPr>
          <p:nvPr/>
        </p:nvSpPr>
        <p:spPr bwMode="auto">
          <a:xfrm>
            <a:off x="457200" y="860425"/>
            <a:ext cx="8077200" cy="0"/>
          </a:xfrm>
          <a:prstGeom prst="line">
            <a:avLst/>
          </a:prstGeom>
          <a:noFill/>
          <a:ln w="19050">
            <a:solidFill>
              <a:srgbClr val="336699"/>
            </a:solidFill>
            <a:round/>
            <a:headEnd/>
            <a:tailEnd/>
          </a:ln>
          <a:extLst>
            <a:ext uri="{909E8E84-426E-40DD-AFC4-6F175D3DCCD1}">
              <a14:hiddenFill xmlns:a14="http://schemas.microsoft.com/office/drawing/2010/main">
                <a:noFill/>
              </a14:hiddenFill>
            </a:ext>
          </a:extLst>
        </p:spPr>
        <p:txBody>
          <a:bodyPr lIns="91435" tIns="45718" rIns="91435" bIns="45718"/>
          <a:lstStyle/>
          <a:p>
            <a:endParaRPr lang="en-IN"/>
          </a:p>
        </p:txBody>
      </p:sp>
      <p:sp>
        <p:nvSpPr>
          <p:cNvPr id="1031" name="Rectangle 7">
            <a:extLst>
              <a:ext uri="{FF2B5EF4-FFF2-40B4-BE49-F238E27FC236}">
                <a16:creationId xmlns:a16="http://schemas.microsoft.com/office/drawing/2014/main" id="{37E0AA16-44B8-F026-85FE-D2477D97ED1E}"/>
              </a:ext>
            </a:extLst>
          </p:cNvPr>
          <p:cNvSpPr>
            <a:spLocks noChangeArrowheads="1"/>
          </p:cNvSpPr>
          <p:nvPr/>
        </p:nvSpPr>
        <p:spPr bwMode="auto">
          <a:xfrm>
            <a:off x="0" y="2286000"/>
            <a:ext cx="228600" cy="2286000"/>
          </a:xfrm>
          <a:prstGeom prst="rect">
            <a:avLst/>
          </a:prstGeom>
          <a:solidFill>
            <a:srgbClr val="99CCFF"/>
          </a:solidFill>
          <a:ln>
            <a:noFill/>
          </a:ln>
        </p:spPr>
        <p:txBody>
          <a:bodyPr wrap="none" lIns="91435" tIns="45718" rIns="91435" bIns="45718"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defRPr/>
            </a:pPr>
            <a:endParaRPr lang="en-US" altLang="en-US" sz="2400" dirty="0">
              <a:latin typeface="Times New Roman" pitchFamily="18" charset="0"/>
            </a:endParaRPr>
          </a:p>
        </p:txBody>
      </p:sp>
      <p:sp>
        <p:nvSpPr>
          <p:cNvPr id="1032" name="Rectangle 8">
            <a:extLst>
              <a:ext uri="{FF2B5EF4-FFF2-40B4-BE49-F238E27FC236}">
                <a16:creationId xmlns:a16="http://schemas.microsoft.com/office/drawing/2014/main" id="{09199D69-FABC-C46F-68FB-974681559572}"/>
              </a:ext>
            </a:extLst>
          </p:cNvPr>
          <p:cNvSpPr>
            <a:spLocks noChangeArrowheads="1"/>
          </p:cNvSpPr>
          <p:nvPr/>
        </p:nvSpPr>
        <p:spPr bwMode="auto">
          <a:xfrm>
            <a:off x="0" y="4572000"/>
            <a:ext cx="228600" cy="2286000"/>
          </a:xfrm>
          <a:prstGeom prst="rect">
            <a:avLst/>
          </a:prstGeom>
          <a:solidFill>
            <a:srgbClr val="336699"/>
          </a:solidFill>
          <a:ln>
            <a:noFill/>
          </a:ln>
        </p:spPr>
        <p:txBody>
          <a:bodyPr wrap="none" lIns="91435" tIns="45718" rIns="91435" bIns="45718"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defRPr/>
            </a:pPr>
            <a:endParaRPr lang="en-US" altLang="en-US" sz="2400" dirty="0">
              <a:latin typeface="Times New Roman" pitchFamily="18" charset="0"/>
            </a:endParaRPr>
          </a:p>
        </p:txBody>
      </p:sp>
      <p:sp>
        <p:nvSpPr>
          <p:cNvPr id="1033" name="Text Box 9">
            <a:extLst>
              <a:ext uri="{FF2B5EF4-FFF2-40B4-BE49-F238E27FC236}">
                <a16:creationId xmlns:a16="http://schemas.microsoft.com/office/drawing/2014/main" id="{1C0D72E4-08BA-3289-74E5-C4F192928FCD}"/>
              </a:ext>
            </a:extLst>
          </p:cNvPr>
          <p:cNvSpPr txBox="1">
            <a:spLocks noChangeArrowheads="1"/>
          </p:cNvSpPr>
          <p:nvPr/>
        </p:nvSpPr>
        <p:spPr bwMode="auto">
          <a:xfrm>
            <a:off x="4256088" y="6613525"/>
            <a:ext cx="447675" cy="246063"/>
          </a:xfrm>
          <a:prstGeom prst="rect">
            <a:avLst/>
          </a:prstGeom>
          <a:noFill/>
          <a:ln>
            <a:noFill/>
          </a:ln>
        </p:spPr>
        <p:txBody>
          <a:bodyPr wrap="none" lIns="91435" tIns="45718" rIns="91435" bIns="45718">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defRPr/>
            </a:pPr>
            <a:r>
              <a:rPr lang="en-US" altLang="en-US" sz="1000" b="1">
                <a:solidFill>
                  <a:srgbClr val="006699"/>
                </a:solidFill>
                <a:latin typeface="Helvetica" panose="020B0604020202020204" pitchFamily="34" charset="0"/>
              </a:rPr>
              <a:t>5.</a:t>
            </a:r>
            <a:fld id="{2ED8446F-4E20-453C-8DFA-89BF28F21108}" type="slidenum">
              <a:rPr lang="en-US" altLang="en-US" sz="1000" b="1" smtClean="0">
                <a:solidFill>
                  <a:srgbClr val="006699"/>
                </a:solidFill>
                <a:latin typeface="Helvetica" panose="020B0604020202020204" pitchFamily="34" charset="0"/>
              </a:rPr>
              <a:pPr algn="ctr">
                <a:spcBef>
                  <a:spcPct val="50000"/>
                </a:spcBef>
                <a:defRPr/>
              </a:pPr>
              <a:t>‹#›</a:t>
            </a:fld>
            <a:endParaRPr lang="en-US" altLang="en-US" sz="1000" b="1">
              <a:solidFill>
                <a:srgbClr val="006699"/>
              </a:solidFill>
              <a:latin typeface="Helvetica" panose="020B0604020202020204" pitchFamily="34" charset="0"/>
            </a:endParaRPr>
          </a:p>
        </p:txBody>
      </p:sp>
      <p:sp>
        <p:nvSpPr>
          <p:cNvPr id="1034" name="Text Box 10">
            <a:extLst>
              <a:ext uri="{FF2B5EF4-FFF2-40B4-BE49-F238E27FC236}">
                <a16:creationId xmlns:a16="http://schemas.microsoft.com/office/drawing/2014/main" id="{EA87F177-171A-F6B5-FB24-296729D57003}"/>
              </a:ext>
            </a:extLst>
          </p:cNvPr>
          <p:cNvSpPr txBox="1">
            <a:spLocks noChangeArrowheads="1"/>
          </p:cNvSpPr>
          <p:nvPr/>
        </p:nvSpPr>
        <p:spPr bwMode="auto">
          <a:xfrm>
            <a:off x="6489700" y="6588125"/>
            <a:ext cx="2713038"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5" tIns="45718" rIns="91435" bIns="45718">
            <a:spAutoFit/>
          </a:bodyPr>
          <a:lstStyle/>
          <a:p>
            <a:pPr algn="ctr">
              <a:spcBef>
                <a:spcPct val="50000"/>
              </a:spcBef>
            </a:pPr>
            <a:r>
              <a:rPr lang="en-US" altLang="en-US" sz="1000" b="1">
                <a:solidFill>
                  <a:srgbClr val="006699"/>
                </a:solidFill>
                <a:latin typeface="Helvetica" panose="020B0604020202020204" pitchFamily="34" charset="0"/>
              </a:rPr>
              <a:t>Silberschatz, Galvin and Gagne ©2013</a:t>
            </a:r>
          </a:p>
        </p:txBody>
      </p:sp>
      <p:sp>
        <p:nvSpPr>
          <p:cNvPr id="1035" name="Text Box 11">
            <a:extLst>
              <a:ext uri="{FF2B5EF4-FFF2-40B4-BE49-F238E27FC236}">
                <a16:creationId xmlns:a16="http://schemas.microsoft.com/office/drawing/2014/main" id="{A374CB83-2C44-75B4-FFA4-622D8CCBBA0C}"/>
              </a:ext>
            </a:extLst>
          </p:cNvPr>
          <p:cNvSpPr txBox="1">
            <a:spLocks noChangeArrowheads="1"/>
          </p:cNvSpPr>
          <p:nvPr/>
        </p:nvSpPr>
        <p:spPr bwMode="auto">
          <a:xfrm>
            <a:off x="185738" y="6621463"/>
            <a:ext cx="2659062"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5" tIns="45718" rIns="91435" bIns="45718">
            <a:spAutoFit/>
          </a:bodyPr>
          <a:lstStyle/>
          <a:p>
            <a:pPr>
              <a:spcBef>
                <a:spcPct val="50000"/>
              </a:spcBef>
            </a:pPr>
            <a:r>
              <a:rPr lang="en-US" altLang="en-US" sz="1000" b="1">
                <a:solidFill>
                  <a:srgbClr val="006699"/>
                </a:solidFill>
                <a:latin typeface="Helvetica" panose="020B0604020202020204" pitchFamily="34" charset="0"/>
              </a:rPr>
              <a:t>Operating System Concepts – 9</a:t>
            </a:r>
            <a:r>
              <a:rPr lang="en-US" altLang="en-US" sz="1000" b="1" baseline="30000">
                <a:solidFill>
                  <a:srgbClr val="006699"/>
                </a:solidFill>
                <a:latin typeface="Helvetica" panose="020B0604020202020204" pitchFamily="34" charset="0"/>
              </a:rPr>
              <a:t>th</a:t>
            </a:r>
            <a:r>
              <a:rPr lang="en-US" altLang="en-US" sz="1000" b="1">
                <a:solidFill>
                  <a:srgbClr val="006699"/>
                </a:solidFill>
                <a:latin typeface="Helvetica" panose="020B0604020202020204" pitchFamily="34" charset="0"/>
              </a:rPr>
              <a:t> Edition</a:t>
            </a:r>
          </a:p>
        </p:txBody>
      </p:sp>
      <p:pic>
        <p:nvPicPr>
          <p:cNvPr id="1036" name="Picture 12" descr="dino_6">
            <a:extLst>
              <a:ext uri="{FF2B5EF4-FFF2-40B4-BE49-F238E27FC236}">
                <a16:creationId xmlns:a16="http://schemas.microsoft.com/office/drawing/2014/main" id="{426ECD88-F49D-F696-6BB3-E22BCFE0F7EF}"/>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773988" y="5849938"/>
            <a:ext cx="1284287"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314" r:id="rId1"/>
    <p:sldLayoutId id="2147484303" r:id="rId2"/>
    <p:sldLayoutId id="2147484304" r:id="rId3"/>
    <p:sldLayoutId id="2147484305" r:id="rId4"/>
    <p:sldLayoutId id="2147484306" r:id="rId5"/>
    <p:sldLayoutId id="2147484307" r:id="rId6"/>
    <p:sldLayoutId id="2147484308" r:id="rId7"/>
    <p:sldLayoutId id="2147484309" r:id="rId8"/>
    <p:sldLayoutId id="2147484310" r:id="rId9"/>
    <p:sldLayoutId id="2147484311" r:id="rId10"/>
    <p:sldLayoutId id="2147484312" r:id="rId11"/>
    <p:sldLayoutId id="2147484313" r:id="rId12"/>
  </p:sldLayoutIdLst>
  <p:txStyles>
    <p:titleStyle>
      <a:lvl1pPr algn="ctr" rtl="0" eaLnBrk="0" fontAlgn="base" hangingPunct="0">
        <a:spcBef>
          <a:spcPct val="0"/>
        </a:spcBef>
        <a:spcAft>
          <a:spcPct val="0"/>
        </a:spcAft>
        <a:defRPr sz="3200" b="1">
          <a:solidFill>
            <a:srgbClr val="006699"/>
          </a:solidFill>
          <a:latin typeface="+mj-lt"/>
          <a:ea typeface="MS PGothic" pitchFamily="34" charset="-128"/>
          <a:cs typeface="MS PGothic" charset="0"/>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MS PGothic" charset="0"/>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MS PGothic" charset="0"/>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MS PGothic" charset="0"/>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MS PGothic" charset="0"/>
        </a:defRPr>
      </a:lvl5pPr>
      <a:lvl6pPr marL="457177" algn="ctr" rtl="0" fontAlgn="base">
        <a:spcBef>
          <a:spcPct val="0"/>
        </a:spcBef>
        <a:spcAft>
          <a:spcPct val="0"/>
        </a:spcAft>
        <a:defRPr sz="3200" b="1">
          <a:solidFill>
            <a:srgbClr val="006699"/>
          </a:solidFill>
          <a:latin typeface="Arial" charset="0"/>
        </a:defRPr>
      </a:lvl6pPr>
      <a:lvl7pPr marL="914354" algn="ctr" rtl="0" fontAlgn="base">
        <a:spcBef>
          <a:spcPct val="0"/>
        </a:spcBef>
        <a:spcAft>
          <a:spcPct val="0"/>
        </a:spcAft>
        <a:defRPr sz="3200" b="1">
          <a:solidFill>
            <a:srgbClr val="006699"/>
          </a:solidFill>
          <a:latin typeface="Arial" charset="0"/>
        </a:defRPr>
      </a:lvl7pPr>
      <a:lvl8pPr marL="1371532" algn="ctr" rtl="0" fontAlgn="base">
        <a:spcBef>
          <a:spcPct val="0"/>
        </a:spcBef>
        <a:spcAft>
          <a:spcPct val="0"/>
        </a:spcAft>
        <a:defRPr sz="3200" b="1">
          <a:solidFill>
            <a:srgbClr val="006699"/>
          </a:solidFill>
          <a:latin typeface="Arial" charset="0"/>
        </a:defRPr>
      </a:lvl8pPr>
      <a:lvl9pPr marL="1828709" algn="ctr" rtl="0" fontAlgn="base">
        <a:spcBef>
          <a:spcPct val="0"/>
        </a:spcBef>
        <a:spcAft>
          <a:spcPct val="0"/>
        </a:spcAft>
        <a:defRPr sz="3200" b="1">
          <a:solidFill>
            <a:srgbClr val="006699"/>
          </a:solidFill>
          <a:latin typeface="Arial" charset="0"/>
        </a:defRPr>
      </a:lvl9pPr>
    </p:titleStyle>
    <p:bodyStyle>
      <a:lvl1pPr marL="341313" indent="-341313"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itchFamily="34" charset="-128"/>
          <a:cs typeface="MS PGothic" charset="0"/>
        </a:defRPr>
      </a:lvl1pPr>
      <a:lvl2pPr marL="741363" indent="-284163"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itchFamily="34" charset="-128"/>
          <a:cs typeface="MS PGothic" charset="0"/>
        </a:defRPr>
      </a:lvl2pPr>
      <a:lvl3pPr marL="1084263" indent="-227013"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itchFamily="34" charset="-128"/>
          <a:cs typeface="MS PGothic" charset="0"/>
        </a:defRPr>
      </a:lvl3pPr>
      <a:lvl4pPr marL="1427163" indent="-227013" algn="l" rtl="0" eaLnBrk="0" fontAlgn="base" hangingPunct="0">
        <a:spcBef>
          <a:spcPct val="35000"/>
        </a:spcBef>
        <a:spcAft>
          <a:spcPct val="0"/>
        </a:spcAft>
        <a:buClr>
          <a:schemeClr val="hlink"/>
        </a:buClr>
        <a:buSzPct val="75000"/>
        <a:buChar char="–"/>
        <a:defRPr kumimoji="1">
          <a:solidFill>
            <a:schemeClr val="tx1"/>
          </a:solidFill>
          <a:latin typeface="+mn-lt"/>
          <a:ea typeface="MS PGothic" pitchFamily="34" charset="-128"/>
          <a:cs typeface="MS PGothic" charset="0"/>
        </a:defRPr>
      </a:lvl4pPr>
      <a:lvl5pPr marL="1770063" indent="-227013" algn="l" rtl="0" eaLnBrk="0" fontAlgn="base" hangingPunct="0">
        <a:spcBef>
          <a:spcPct val="35000"/>
        </a:spcBef>
        <a:spcAft>
          <a:spcPct val="0"/>
        </a:spcAft>
        <a:buClr>
          <a:srgbClr val="FF0066"/>
        </a:buClr>
        <a:buSzPct val="75000"/>
        <a:buChar char="»"/>
        <a:defRPr kumimoji="1">
          <a:solidFill>
            <a:schemeClr val="tx1"/>
          </a:solidFill>
          <a:latin typeface="+mn-lt"/>
          <a:ea typeface="MS PGothic" pitchFamily="34" charset="-128"/>
          <a:cs typeface="MS PGothic" charset="0"/>
        </a:defRPr>
      </a:lvl5pPr>
      <a:lvl6pPr marL="2228738"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5915"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093"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270"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p:bodyStyle>
    <p:otherStyle>
      <a:defPPr>
        <a:defRPr lang="en-US"/>
      </a:defPPr>
      <a:lvl1pPr marL="0" algn="l" defTabSz="457177" rtl="0" eaLnBrk="1" latinLnBrk="0" hangingPunct="1">
        <a:defRPr sz="1800" kern="1200">
          <a:solidFill>
            <a:schemeClr val="tx1"/>
          </a:solidFill>
          <a:latin typeface="+mn-lt"/>
          <a:ea typeface="+mn-ea"/>
          <a:cs typeface="+mn-cs"/>
        </a:defRPr>
      </a:lvl1pPr>
      <a:lvl2pPr marL="457177" algn="l" defTabSz="457177" rtl="0" eaLnBrk="1" latinLnBrk="0" hangingPunct="1">
        <a:defRPr sz="1800" kern="1200">
          <a:solidFill>
            <a:schemeClr val="tx1"/>
          </a:solidFill>
          <a:latin typeface="+mn-lt"/>
          <a:ea typeface="+mn-ea"/>
          <a:cs typeface="+mn-cs"/>
        </a:defRPr>
      </a:lvl2pPr>
      <a:lvl3pPr marL="914354" algn="l" defTabSz="457177" rtl="0" eaLnBrk="1" latinLnBrk="0" hangingPunct="1">
        <a:defRPr sz="1800" kern="1200">
          <a:solidFill>
            <a:schemeClr val="tx1"/>
          </a:solidFill>
          <a:latin typeface="+mn-lt"/>
          <a:ea typeface="+mn-ea"/>
          <a:cs typeface="+mn-cs"/>
        </a:defRPr>
      </a:lvl3pPr>
      <a:lvl4pPr marL="1371532" algn="l" defTabSz="457177" rtl="0" eaLnBrk="1" latinLnBrk="0" hangingPunct="1">
        <a:defRPr sz="1800" kern="1200">
          <a:solidFill>
            <a:schemeClr val="tx1"/>
          </a:solidFill>
          <a:latin typeface="+mn-lt"/>
          <a:ea typeface="+mn-ea"/>
          <a:cs typeface="+mn-cs"/>
        </a:defRPr>
      </a:lvl4pPr>
      <a:lvl5pPr marL="1828709" algn="l" defTabSz="457177" rtl="0" eaLnBrk="1" latinLnBrk="0" hangingPunct="1">
        <a:defRPr sz="1800" kern="1200">
          <a:solidFill>
            <a:schemeClr val="tx1"/>
          </a:solidFill>
          <a:latin typeface="+mn-lt"/>
          <a:ea typeface="+mn-ea"/>
          <a:cs typeface="+mn-cs"/>
        </a:defRPr>
      </a:lvl5pPr>
      <a:lvl6pPr marL="2285886" algn="l" defTabSz="457177" rtl="0" eaLnBrk="1" latinLnBrk="0" hangingPunct="1">
        <a:defRPr sz="1800" kern="1200">
          <a:solidFill>
            <a:schemeClr val="tx1"/>
          </a:solidFill>
          <a:latin typeface="+mn-lt"/>
          <a:ea typeface="+mn-ea"/>
          <a:cs typeface="+mn-cs"/>
        </a:defRPr>
      </a:lvl6pPr>
      <a:lvl7pPr marL="2743063" algn="l" defTabSz="457177" rtl="0" eaLnBrk="1" latinLnBrk="0" hangingPunct="1">
        <a:defRPr sz="1800" kern="1200">
          <a:solidFill>
            <a:schemeClr val="tx1"/>
          </a:solidFill>
          <a:latin typeface="+mn-lt"/>
          <a:ea typeface="+mn-ea"/>
          <a:cs typeface="+mn-cs"/>
        </a:defRPr>
      </a:lvl7pPr>
      <a:lvl8pPr marL="3200240" algn="l" defTabSz="457177" rtl="0" eaLnBrk="1" latinLnBrk="0" hangingPunct="1">
        <a:defRPr sz="1800" kern="1200">
          <a:solidFill>
            <a:schemeClr val="tx1"/>
          </a:solidFill>
          <a:latin typeface="+mn-lt"/>
          <a:ea typeface="+mn-ea"/>
          <a:cs typeface="+mn-cs"/>
        </a:defRPr>
      </a:lvl8pPr>
      <a:lvl9pPr marL="3657417" algn="l" defTabSz="4571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00FE16C6-0C5E-F6A1-2C7A-C6296D5CCEC0}"/>
              </a:ext>
            </a:extLst>
          </p:cNvPr>
          <p:cNvSpPr>
            <a:spLocks noGrp="1" noChangeArrowheads="1"/>
          </p:cNvSpPr>
          <p:nvPr>
            <p:ph type="ctrTitle"/>
          </p:nvPr>
        </p:nvSpPr>
        <p:spPr>
          <a:xfrm>
            <a:off x="685800" y="808038"/>
            <a:ext cx="7772400" cy="2128837"/>
          </a:xfrm>
        </p:spPr>
        <p:txBody>
          <a:bodyPr/>
          <a:lstStyle/>
          <a:p>
            <a:pPr eaLnBrk="1" hangingPunct="1"/>
            <a:r>
              <a:rPr lang="en-US" altLang="en-US"/>
              <a:t>Chapter 5:  Process Synchronization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8E8575BA-5D71-4F0F-272F-A499593EE747}"/>
              </a:ext>
            </a:extLst>
          </p:cNvPr>
          <p:cNvSpPr>
            <a:spLocks noGrp="1" noChangeArrowheads="1"/>
          </p:cNvSpPr>
          <p:nvPr>
            <p:ph type="title"/>
          </p:nvPr>
        </p:nvSpPr>
        <p:spPr>
          <a:xfrm>
            <a:off x="1271588" y="201613"/>
            <a:ext cx="7707312" cy="576262"/>
          </a:xfrm>
        </p:spPr>
        <p:txBody>
          <a:bodyPr/>
          <a:lstStyle/>
          <a:p>
            <a:pPr eaLnBrk="1" hangingPunct="1"/>
            <a:r>
              <a:rPr lang="en-US" altLang="en-US"/>
              <a:t>Chapter 5: Process Synchronization</a:t>
            </a:r>
          </a:p>
        </p:txBody>
      </p:sp>
      <p:sp>
        <p:nvSpPr>
          <p:cNvPr id="7171" name="Rectangle 3">
            <a:extLst>
              <a:ext uri="{FF2B5EF4-FFF2-40B4-BE49-F238E27FC236}">
                <a16:creationId xmlns:a16="http://schemas.microsoft.com/office/drawing/2014/main" id="{6EA71178-F4CE-9510-E6DA-0FA3359C25DC}"/>
              </a:ext>
            </a:extLst>
          </p:cNvPr>
          <p:cNvSpPr>
            <a:spLocks noGrp="1" noChangeArrowheads="1"/>
          </p:cNvSpPr>
          <p:nvPr>
            <p:ph idx="1"/>
          </p:nvPr>
        </p:nvSpPr>
        <p:spPr>
          <a:xfrm>
            <a:off x="847725" y="1165225"/>
            <a:ext cx="6040438" cy="3270250"/>
          </a:xfrm>
        </p:spPr>
        <p:txBody>
          <a:bodyPr/>
          <a:lstStyle/>
          <a:p>
            <a:pPr>
              <a:lnSpc>
                <a:spcPct val="80000"/>
              </a:lnSpc>
            </a:pPr>
            <a:r>
              <a:rPr lang="en-US" altLang="en-US"/>
              <a:t>Background</a:t>
            </a:r>
          </a:p>
          <a:p>
            <a:pPr>
              <a:lnSpc>
                <a:spcPct val="80000"/>
              </a:lnSpc>
            </a:pPr>
            <a:r>
              <a:rPr lang="en-US" altLang="en-US"/>
              <a:t>The Critical-Section Problem</a:t>
            </a:r>
          </a:p>
          <a:p>
            <a:pPr>
              <a:lnSpc>
                <a:spcPct val="80000"/>
              </a:lnSpc>
            </a:pPr>
            <a:r>
              <a:rPr lang="en-US" altLang="en-US"/>
              <a:t>Peterson</a:t>
            </a:r>
            <a:r>
              <a:rPr lang="ja-JP" altLang="en-US"/>
              <a:t>’</a:t>
            </a:r>
            <a:r>
              <a:rPr lang="en-US" altLang="ja-JP"/>
              <a:t>s Solution</a:t>
            </a:r>
          </a:p>
          <a:p>
            <a:pPr>
              <a:lnSpc>
                <a:spcPct val="80000"/>
              </a:lnSpc>
            </a:pPr>
            <a:r>
              <a:rPr lang="en-US" altLang="en-US"/>
              <a:t>Synchronization Hardware</a:t>
            </a:r>
          </a:p>
          <a:p>
            <a:pPr>
              <a:lnSpc>
                <a:spcPct val="80000"/>
              </a:lnSpc>
            </a:pPr>
            <a:r>
              <a:rPr lang="en-US" altLang="en-US"/>
              <a:t>Mutex Locks</a:t>
            </a:r>
          </a:p>
          <a:p>
            <a:pPr>
              <a:lnSpc>
                <a:spcPct val="80000"/>
              </a:lnSpc>
            </a:pPr>
            <a:r>
              <a:rPr lang="en-US" altLang="en-US"/>
              <a:t>Semaphores</a:t>
            </a:r>
          </a:p>
          <a:p>
            <a:pPr>
              <a:lnSpc>
                <a:spcPct val="80000"/>
              </a:lnSpc>
            </a:pPr>
            <a:r>
              <a:rPr lang="en-US" altLang="en-US"/>
              <a:t>Classic Problems of Synchronization</a:t>
            </a:r>
          </a:p>
          <a:p>
            <a:pPr>
              <a:lnSpc>
                <a:spcPct val="80000"/>
              </a:lnSpc>
            </a:pPr>
            <a:r>
              <a:rPr lang="en-US" altLang="en-US"/>
              <a:t>Monitors</a:t>
            </a:r>
          </a:p>
          <a:p>
            <a:pPr>
              <a:lnSpc>
                <a:spcPct val="80000"/>
              </a:lnSpc>
            </a:pPr>
            <a:r>
              <a:rPr lang="en-US" altLang="en-US"/>
              <a:t>Synchronization Examples </a:t>
            </a:r>
          </a:p>
          <a:p>
            <a:pPr>
              <a:lnSpc>
                <a:spcPct val="80000"/>
              </a:lnSpc>
            </a:pPr>
            <a:r>
              <a:rPr lang="en-US" altLang="en-US"/>
              <a:t>Alternative Approaches</a:t>
            </a:r>
          </a:p>
        </p:txBody>
      </p:sp>
      <p:sp>
        <p:nvSpPr>
          <p:cNvPr id="7172" name="Rectangle 5">
            <a:extLst>
              <a:ext uri="{FF2B5EF4-FFF2-40B4-BE49-F238E27FC236}">
                <a16:creationId xmlns:a16="http://schemas.microsoft.com/office/drawing/2014/main" id="{3762DD83-3CDB-D0F0-793A-24CF1D27BC8C}"/>
              </a:ext>
            </a:extLst>
          </p:cNvPr>
          <p:cNvSpPr>
            <a:spLocks noChangeArrowheads="1"/>
          </p:cNvSpPr>
          <p:nvPr/>
        </p:nvSpPr>
        <p:spPr bwMode="auto">
          <a:xfrm>
            <a:off x="2286000" y="5116513"/>
            <a:ext cx="4078288"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6" tIns="45714" rIns="91426" bIns="45714">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endParaRPr kumimoji="1" lang="en-US" altLang="en-US">
              <a:latin typeface="Helvetica" panose="020B0604020202020204" pitchFamily="34" charset="0"/>
            </a:endParaRPr>
          </a:p>
          <a:p>
            <a:endParaRPr kumimoji="1" lang="en-US" altLang="en-US">
              <a:latin typeface="Helvetica" panose="020B0604020202020204" pitchFamily="34" charset="0"/>
            </a:endParaRPr>
          </a:p>
          <a:p>
            <a:endParaRPr kumimoji="1" lang="en-US" altLang="en-US">
              <a:latin typeface="Helvetica"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3DE98840-EC39-3D93-8349-8350FEF5BFA9}"/>
              </a:ext>
            </a:extLst>
          </p:cNvPr>
          <p:cNvSpPr>
            <a:spLocks noGrp="1" noChangeArrowheads="1"/>
          </p:cNvSpPr>
          <p:nvPr>
            <p:ph type="title"/>
          </p:nvPr>
        </p:nvSpPr>
        <p:spPr>
          <a:xfrm>
            <a:off x="457200" y="139700"/>
            <a:ext cx="8229600" cy="576263"/>
          </a:xfrm>
        </p:spPr>
        <p:txBody>
          <a:bodyPr/>
          <a:lstStyle/>
          <a:p>
            <a:pPr eaLnBrk="1" hangingPunct="1"/>
            <a:r>
              <a:rPr lang="en-US" altLang="en-US"/>
              <a:t>Objectives</a:t>
            </a:r>
          </a:p>
        </p:txBody>
      </p:sp>
      <p:sp>
        <p:nvSpPr>
          <p:cNvPr id="9219" name="Content Placeholder 2">
            <a:extLst>
              <a:ext uri="{FF2B5EF4-FFF2-40B4-BE49-F238E27FC236}">
                <a16:creationId xmlns:a16="http://schemas.microsoft.com/office/drawing/2014/main" id="{0980CE3C-9497-3E68-E279-D815428DCCCF}"/>
              </a:ext>
            </a:extLst>
          </p:cNvPr>
          <p:cNvSpPr>
            <a:spLocks noGrp="1" noChangeArrowheads="1"/>
          </p:cNvSpPr>
          <p:nvPr>
            <p:ph idx="1"/>
          </p:nvPr>
        </p:nvSpPr>
        <p:spPr>
          <a:xfrm>
            <a:off x="895350" y="1144588"/>
            <a:ext cx="6737350" cy="4530725"/>
          </a:xfrm>
        </p:spPr>
        <p:txBody>
          <a:bodyPr/>
          <a:lstStyle/>
          <a:p>
            <a:r>
              <a:rPr lang="en-US" altLang="en-US"/>
              <a:t>To present the concept of process synchronization.</a:t>
            </a:r>
          </a:p>
          <a:p>
            <a:r>
              <a:rPr lang="en-US" altLang="en-US"/>
              <a:t>To introduce the critical-section problem, whose solutions can be used to ensure the consistency of shared data</a:t>
            </a:r>
          </a:p>
          <a:p>
            <a:r>
              <a:rPr lang="en-US" altLang="en-US"/>
              <a:t>To present both software and hardware solutions of the critical-section problem</a:t>
            </a:r>
          </a:p>
          <a:p>
            <a:r>
              <a:rPr lang="en-US" altLang="en-US"/>
              <a:t>To examine several classical process-synchronization problems</a:t>
            </a:r>
          </a:p>
          <a:p>
            <a:r>
              <a:rPr lang="en-US" altLang="en-US"/>
              <a:t>To explore several tools that are used to solve process synchronization problems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4">
            <a:extLst>
              <a:ext uri="{FF2B5EF4-FFF2-40B4-BE49-F238E27FC236}">
                <a16:creationId xmlns:a16="http://schemas.microsoft.com/office/drawing/2014/main" id="{29903143-8E0F-3A1B-2E61-DCC138EDC926}"/>
              </a:ext>
            </a:extLst>
          </p:cNvPr>
          <p:cNvSpPr>
            <a:spLocks noGrp="1" noChangeArrowheads="1"/>
          </p:cNvSpPr>
          <p:nvPr>
            <p:ph type="title"/>
          </p:nvPr>
        </p:nvSpPr>
        <p:spPr>
          <a:xfrm>
            <a:off x="784225" y="187325"/>
            <a:ext cx="7902575" cy="576263"/>
          </a:xfrm>
        </p:spPr>
        <p:txBody>
          <a:bodyPr/>
          <a:lstStyle/>
          <a:p>
            <a:pPr eaLnBrk="1" hangingPunct="1"/>
            <a:r>
              <a:rPr lang="en-US" altLang="en-US"/>
              <a:t>Background</a:t>
            </a:r>
          </a:p>
        </p:txBody>
      </p:sp>
      <p:sp>
        <p:nvSpPr>
          <p:cNvPr id="11267" name="Rectangle 5">
            <a:extLst>
              <a:ext uri="{FF2B5EF4-FFF2-40B4-BE49-F238E27FC236}">
                <a16:creationId xmlns:a16="http://schemas.microsoft.com/office/drawing/2014/main" id="{D28875D2-040E-F8A9-BC03-72D824530065}"/>
              </a:ext>
            </a:extLst>
          </p:cNvPr>
          <p:cNvSpPr>
            <a:spLocks noGrp="1" noChangeArrowheads="1"/>
          </p:cNvSpPr>
          <p:nvPr>
            <p:ph type="body" idx="1"/>
          </p:nvPr>
        </p:nvSpPr>
        <p:spPr>
          <a:xfrm>
            <a:off x="857250" y="1125538"/>
            <a:ext cx="6892925" cy="4860925"/>
          </a:xfrm>
        </p:spPr>
        <p:txBody>
          <a:bodyPr/>
          <a:lstStyle/>
          <a:p>
            <a:r>
              <a:rPr lang="en-US" altLang="en-US"/>
              <a:t>Processes can execute concurrently</a:t>
            </a:r>
          </a:p>
          <a:p>
            <a:pPr lvl="1"/>
            <a:r>
              <a:rPr lang="en-US" altLang="en-US"/>
              <a:t>May be interrupted at any time, partially completing execution</a:t>
            </a:r>
          </a:p>
          <a:p>
            <a:r>
              <a:rPr lang="en-US" altLang="en-US"/>
              <a:t>Concurrent access to shared data may result in data inconsistency</a:t>
            </a:r>
          </a:p>
          <a:p>
            <a:r>
              <a:rPr lang="en-US" altLang="en-US"/>
              <a:t>Maintaining data consistency requires mechanisms to ensure the orderly execution of cooperating processes</a:t>
            </a:r>
          </a:p>
          <a:p>
            <a:r>
              <a:rPr lang="en-US" altLang="en-US"/>
              <a:t>Illustration of the problem:</a:t>
            </a:r>
            <a:br>
              <a:rPr lang="en-US" altLang="en-US"/>
            </a:br>
            <a:r>
              <a:rPr lang="en-US" altLang="en-US"/>
              <a:t>Suppose that we wanted to provide a solution to the consumer-producer problem that fills </a:t>
            </a:r>
            <a:r>
              <a:rPr lang="en-US" altLang="en-US" b="1" i="1">
                <a:solidFill>
                  <a:srgbClr val="000000"/>
                </a:solidFill>
              </a:rPr>
              <a:t>all</a:t>
            </a:r>
            <a:r>
              <a:rPr lang="en-US" altLang="en-US">
                <a:solidFill>
                  <a:srgbClr val="000000"/>
                </a:solidFill>
              </a:rPr>
              <a:t> </a:t>
            </a:r>
            <a:r>
              <a:rPr lang="en-US" altLang="en-US"/>
              <a:t>the buffers. We can do so by having an integer </a:t>
            </a:r>
            <a:r>
              <a:rPr lang="en-US" altLang="en-US" b="1">
                <a:latin typeface="Courier" pitchFamily="-84" charset="0"/>
              </a:rPr>
              <a:t>counter</a:t>
            </a:r>
            <a:r>
              <a:rPr lang="en-US" altLang="en-US" b="1">
                <a:solidFill>
                  <a:srgbClr val="0000FF"/>
                </a:solidFill>
              </a:rPr>
              <a:t> </a:t>
            </a:r>
            <a:r>
              <a:rPr lang="en-US" altLang="en-US"/>
              <a:t>that keeps track of the number of full buffers.  Initially, </a:t>
            </a:r>
            <a:r>
              <a:rPr lang="en-US" altLang="en-US" b="1">
                <a:latin typeface="Courier" pitchFamily="-84" charset="0"/>
              </a:rPr>
              <a:t>counter</a:t>
            </a:r>
            <a:r>
              <a:rPr lang="en-US" altLang="en-US">
                <a:latin typeface="Courier" pitchFamily="-84" charset="0"/>
              </a:rPr>
              <a:t> </a:t>
            </a:r>
            <a:r>
              <a:rPr lang="en-US" altLang="en-US"/>
              <a:t>is set to 0. It is incremented by the producer after it produces a new buffer and is decremented by the consumer after it consumes a buffer.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48BCD29E-FBC2-3D0F-F927-117FE27739D6}"/>
              </a:ext>
            </a:extLst>
          </p:cNvPr>
          <p:cNvSpPr>
            <a:spLocks noGrp="1" noChangeArrowheads="1"/>
          </p:cNvSpPr>
          <p:nvPr>
            <p:ph type="title"/>
          </p:nvPr>
        </p:nvSpPr>
        <p:spPr>
          <a:xfrm>
            <a:off x="457200" y="187325"/>
            <a:ext cx="8229600" cy="576263"/>
          </a:xfrm>
        </p:spPr>
        <p:txBody>
          <a:bodyPr/>
          <a:lstStyle/>
          <a:p>
            <a:pPr eaLnBrk="1" hangingPunct="1"/>
            <a:r>
              <a:rPr lang="en-US" altLang="en-US"/>
              <a:t>Producer </a:t>
            </a:r>
          </a:p>
        </p:txBody>
      </p:sp>
      <p:sp>
        <p:nvSpPr>
          <p:cNvPr id="13315" name="Rectangle 3">
            <a:extLst>
              <a:ext uri="{FF2B5EF4-FFF2-40B4-BE49-F238E27FC236}">
                <a16:creationId xmlns:a16="http://schemas.microsoft.com/office/drawing/2014/main" id="{B178504D-87BF-75E4-F88A-D1513519BC98}"/>
              </a:ext>
            </a:extLst>
          </p:cNvPr>
          <p:cNvSpPr>
            <a:spLocks noGrp="1" noChangeArrowheads="1"/>
          </p:cNvSpPr>
          <p:nvPr>
            <p:ph type="body" idx="1"/>
          </p:nvPr>
        </p:nvSpPr>
        <p:spPr>
          <a:xfrm>
            <a:off x="1181100" y="1258888"/>
            <a:ext cx="6732588" cy="4557712"/>
          </a:xfrm>
        </p:spPr>
        <p:txBody>
          <a:bodyPr/>
          <a:lstStyle/>
          <a:p>
            <a:pPr marL="0" indent="0">
              <a:buFont typeface="Monotype Sorts" pitchFamily="-84" charset="2"/>
              <a:buNone/>
            </a:pPr>
            <a:r>
              <a:rPr lang="en-US" altLang="en-US" sz="1700">
                <a:latin typeface="Courier New" panose="02070309020205020404" pitchFamily="49" charset="0"/>
                <a:cs typeface="Courier New" panose="02070309020205020404" pitchFamily="49" charset="0"/>
              </a:rPr>
              <a:t>while (true) {</a:t>
            </a:r>
            <a:br>
              <a:rPr lang="en-US" altLang="en-US" sz="1700">
                <a:latin typeface="Courier New" panose="02070309020205020404" pitchFamily="49" charset="0"/>
                <a:cs typeface="Courier New" panose="02070309020205020404" pitchFamily="49" charset="0"/>
              </a:rPr>
            </a:br>
            <a:r>
              <a:rPr lang="en-US" altLang="en-US" sz="1700">
                <a:latin typeface="Courier New" panose="02070309020205020404" pitchFamily="49" charset="0"/>
                <a:cs typeface="Courier New" panose="02070309020205020404" pitchFamily="49" charset="0"/>
              </a:rPr>
              <a:t>	/* produce an item in next produced */ </a:t>
            </a:r>
          </a:p>
          <a:p>
            <a:pPr marL="0" indent="0">
              <a:buFont typeface="Monotype Sorts" pitchFamily="-84" charset="2"/>
              <a:buNone/>
            </a:pPr>
            <a:r>
              <a:rPr lang="en-US" altLang="en-US" sz="1700">
                <a:latin typeface="Courier New" panose="02070309020205020404" pitchFamily="49" charset="0"/>
                <a:cs typeface="Courier New" panose="02070309020205020404" pitchFamily="49" charset="0"/>
              </a:rPr>
              <a:t>	</a:t>
            </a:r>
          </a:p>
          <a:p>
            <a:pPr marL="0" indent="0">
              <a:buFont typeface="Monotype Sorts" pitchFamily="-84" charset="2"/>
              <a:buNone/>
            </a:pPr>
            <a:r>
              <a:rPr lang="en-US" altLang="en-US" sz="1700">
                <a:latin typeface="Courier New" panose="02070309020205020404" pitchFamily="49" charset="0"/>
                <a:cs typeface="Courier New" panose="02070309020205020404" pitchFamily="49" charset="0"/>
              </a:rPr>
              <a:t>	while (counter == BUFFER_SIZE) ; </a:t>
            </a:r>
          </a:p>
          <a:p>
            <a:pPr marL="0" indent="0">
              <a:buFont typeface="Monotype Sorts" pitchFamily="-84" charset="2"/>
              <a:buNone/>
            </a:pPr>
            <a:r>
              <a:rPr lang="en-US" altLang="en-US" sz="1700">
                <a:latin typeface="Courier New" panose="02070309020205020404" pitchFamily="49" charset="0"/>
                <a:cs typeface="Courier New" panose="02070309020205020404" pitchFamily="49" charset="0"/>
              </a:rPr>
              <a:t>		/* do nothing */ </a:t>
            </a:r>
          </a:p>
          <a:p>
            <a:pPr marL="0" indent="0">
              <a:buFont typeface="Monotype Sorts" pitchFamily="-84" charset="2"/>
              <a:buNone/>
            </a:pPr>
            <a:r>
              <a:rPr lang="en-US" altLang="en-US" sz="1700">
                <a:latin typeface="Courier New" panose="02070309020205020404" pitchFamily="49" charset="0"/>
                <a:cs typeface="Courier New" panose="02070309020205020404" pitchFamily="49" charset="0"/>
              </a:rPr>
              <a:t>	buffer[in] = next_produced; </a:t>
            </a:r>
          </a:p>
          <a:p>
            <a:pPr marL="0" indent="0">
              <a:buFont typeface="Monotype Sorts" pitchFamily="-84" charset="2"/>
              <a:buNone/>
            </a:pPr>
            <a:r>
              <a:rPr lang="en-US" altLang="en-US" sz="1700">
                <a:latin typeface="Courier New" panose="02070309020205020404" pitchFamily="49" charset="0"/>
                <a:cs typeface="Courier New" panose="02070309020205020404" pitchFamily="49" charset="0"/>
              </a:rPr>
              <a:t>	in = (in + 1) % BUFFER_SIZE; </a:t>
            </a:r>
          </a:p>
          <a:p>
            <a:pPr marL="0" indent="0">
              <a:buFont typeface="Monotype Sorts" pitchFamily="-84" charset="2"/>
              <a:buNone/>
            </a:pPr>
            <a:r>
              <a:rPr lang="en-US" altLang="en-US" sz="1700">
                <a:latin typeface="Courier New" panose="02070309020205020404" pitchFamily="49" charset="0"/>
                <a:cs typeface="Courier New" panose="02070309020205020404" pitchFamily="49" charset="0"/>
              </a:rPr>
              <a:t>	counter++; </a:t>
            </a:r>
          </a:p>
          <a:p>
            <a:pPr marL="0" indent="0">
              <a:buFont typeface="Monotype Sorts" pitchFamily="-84" charset="2"/>
              <a:buNone/>
            </a:pPr>
            <a:r>
              <a:rPr lang="en-US" altLang="en-US" sz="1700">
                <a:latin typeface="Courier New" panose="02070309020205020404" pitchFamily="49" charset="0"/>
                <a:cs typeface="Courier New" panose="02070309020205020404" pitchFamily="49" charset="0"/>
              </a:rPr>
              <a:t>}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3F1B3F44-8C65-65A1-1968-68433266753B}"/>
              </a:ext>
            </a:extLst>
          </p:cNvPr>
          <p:cNvSpPr>
            <a:spLocks noGrp="1" noChangeArrowheads="1"/>
          </p:cNvSpPr>
          <p:nvPr>
            <p:ph type="title"/>
          </p:nvPr>
        </p:nvSpPr>
        <p:spPr>
          <a:xfrm>
            <a:off x="487363" y="142875"/>
            <a:ext cx="8229600" cy="576263"/>
          </a:xfrm>
        </p:spPr>
        <p:txBody>
          <a:bodyPr/>
          <a:lstStyle/>
          <a:p>
            <a:pPr eaLnBrk="1" hangingPunct="1"/>
            <a:r>
              <a:rPr lang="en-US" altLang="en-US"/>
              <a:t>Consumer</a:t>
            </a:r>
          </a:p>
        </p:txBody>
      </p:sp>
      <p:sp>
        <p:nvSpPr>
          <p:cNvPr id="15363" name="Rectangle 3">
            <a:extLst>
              <a:ext uri="{FF2B5EF4-FFF2-40B4-BE49-F238E27FC236}">
                <a16:creationId xmlns:a16="http://schemas.microsoft.com/office/drawing/2014/main" id="{2CD9B908-2BE4-383F-3A01-99BC017019C4}"/>
              </a:ext>
            </a:extLst>
          </p:cNvPr>
          <p:cNvSpPr>
            <a:spLocks noGrp="1" noChangeArrowheads="1"/>
          </p:cNvSpPr>
          <p:nvPr>
            <p:ph type="body" idx="1"/>
          </p:nvPr>
        </p:nvSpPr>
        <p:spPr>
          <a:xfrm>
            <a:off x="977900" y="1262063"/>
            <a:ext cx="6877050" cy="4860925"/>
          </a:xfrm>
        </p:spPr>
        <p:txBody>
          <a:bodyPr/>
          <a:lstStyle/>
          <a:p>
            <a:pPr marL="0" indent="0">
              <a:buFont typeface="Monotype Sorts" pitchFamily="-84" charset="2"/>
              <a:buNone/>
            </a:pPr>
            <a:r>
              <a:rPr lang="en-US" altLang="en-US" sz="1600">
                <a:latin typeface="Courier New" panose="02070309020205020404" pitchFamily="49" charset="0"/>
                <a:cs typeface="Courier New" panose="02070309020205020404" pitchFamily="49" charset="0"/>
              </a:rPr>
              <a:t>while (true) {</a:t>
            </a:r>
          </a:p>
          <a:p>
            <a:pPr marL="0" indent="0">
              <a:buFont typeface="Monotype Sorts" pitchFamily="-84" charset="2"/>
              <a:buNone/>
            </a:pPr>
            <a:r>
              <a:rPr lang="en-US" altLang="en-US" sz="1600">
                <a:latin typeface="Courier New" panose="02070309020205020404" pitchFamily="49" charset="0"/>
                <a:cs typeface="Courier New" panose="02070309020205020404" pitchFamily="49" charset="0"/>
              </a:rPr>
              <a:t>	while (counter == 0) </a:t>
            </a:r>
          </a:p>
          <a:p>
            <a:pPr marL="0" indent="0">
              <a:buFont typeface="Monotype Sorts" pitchFamily="-84" charset="2"/>
              <a:buNone/>
            </a:pPr>
            <a:r>
              <a:rPr lang="en-US" altLang="en-US" sz="1600">
                <a:latin typeface="Courier New" panose="02070309020205020404" pitchFamily="49" charset="0"/>
                <a:cs typeface="Courier New" panose="02070309020205020404" pitchFamily="49" charset="0"/>
              </a:rPr>
              <a:t>		; /* do nothing */ </a:t>
            </a:r>
          </a:p>
          <a:p>
            <a:pPr marL="0" indent="0">
              <a:buFont typeface="Monotype Sorts" pitchFamily="-84" charset="2"/>
              <a:buNone/>
            </a:pPr>
            <a:r>
              <a:rPr lang="en-US" altLang="en-US" sz="1600">
                <a:latin typeface="Courier New" panose="02070309020205020404" pitchFamily="49" charset="0"/>
                <a:cs typeface="Courier New" panose="02070309020205020404" pitchFamily="49" charset="0"/>
              </a:rPr>
              <a:t>	next_consumed = buffer[out]; </a:t>
            </a:r>
          </a:p>
          <a:p>
            <a:pPr marL="0" indent="0">
              <a:buFont typeface="Monotype Sorts" pitchFamily="-84" charset="2"/>
              <a:buNone/>
            </a:pPr>
            <a:r>
              <a:rPr lang="en-US" altLang="en-US" sz="1600">
                <a:latin typeface="Courier New" panose="02070309020205020404" pitchFamily="49" charset="0"/>
                <a:cs typeface="Courier New" panose="02070309020205020404" pitchFamily="49" charset="0"/>
              </a:rPr>
              <a:t>	out = (out + 1) % BUFFER_SIZE; 	</a:t>
            </a:r>
          </a:p>
          <a:p>
            <a:pPr marL="0" indent="0">
              <a:buFont typeface="Monotype Sorts" pitchFamily="-84" charset="2"/>
              <a:buNone/>
            </a:pPr>
            <a:r>
              <a:rPr lang="en-US" altLang="en-US" sz="1600">
                <a:latin typeface="Courier New" panose="02070309020205020404" pitchFamily="49" charset="0"/>
                <a:cs typeface="Courier New" panose="02070309020205020404" pitchFamily="49" charset="0"/>
              </a:rPr>
              <a:t>        counter--; </a:t>
            </a:r>
          </a:p>
          <a:p>
            <a:pPr marL="0" indent="0">
              <a:buFont typeface="Monotype Sorts" pitchFamily="-84" charset="2"/>
              <a:buNone/>
            </a:pPr>
            <a:r>
              <a:rPr lang="en-US" altLang="en-US" sz="1600">
                <a:latin typeface="Courier New" panose="02070309020205020404" pitchFamily="49" charset="0"/>
                <a:cs typeface="Courier New" panose="02070309020205020404" pitchFamily="49" charset="0"/>
              </a:rPr>
              <a:t>	/* consume the item in next consumed */ </a:t>
            </a:r>
          </a:p>
          <a:p>
            <a:pPr marL="0" indent="0">
              <a:buFont typeface="Monotype Sorts" pitchFamily="-84" charset="2"/>
              <a:buNone/>
            </a:pPr>
            <a:r>
              <a:rPr lang="en-US" altLang="en-US" sz="1600">
                <a:latin typeface="Courier New" panose="02070309020205020404" pitchFamily="49" charset="0"/>
                <a:cs typeface="Courier New" panose="02070309020205020404" pitchFamily="49" charset="0"/>
              </a:rPr>
              <a:t>}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1026">
            <a:extLst>
              <a:ext uri="{FF2B5EF4-FFF2-40B4-BE49-F238E27FC236}">
                <a16:creationId xmlns:a16="http://schemas.microsoft.com/office/drawing/2014/main" id="{51FDF729-9474-EFE4-344D-04B696F2B58C}"/>
              </a:ext>
            </a:extLst>
          </p:cNvPr>
          <p:cNvSpPr>
            <a:spLocks noGrp="1" noChangeArrowheads="1"/>
          </p:cNvSpPr>
          <p:nvPr>
            <p:ph type="title"/>
          </p:nvPr>
        </p:nvSpPr>
        <p:spPr>
          <a:xfrm>
            <a:off x="457200" y="141288"/>
            <a:ext cx="8229600" cy="576262"/>
          </a:xfrm>
        </p:spPr>
        <p:txBody>
          <a:bodyPr/>
          <a:lstStyle/>
          <a:p>
            <a:pPr eaLnBrk="1" hangingPunct="1"/>
            <a:r>
              <a:rPr lang="en-US" altLang="en-US"/>
              <a:t>Race Condition</a:t>
            </a:r>
          </a:p>
        </p:txBody>
      </p:sp>
      <p:sp>
        <p:nvSpPr>
          <p:cNvPr id="17411" name="Rectangle 1027">
            <a:extLst>
              <a:ext uri="{FF2B5EF4-FFF2-40B4-BE49-F238E27FC236}">
                <a16:creationId xmlns:a16="http://schemas.microsoft.com/office/drawing/2014/main" id="{1C0C02B7-AF33-3715-1C7F-02AD8CA8D3DA}"/>
              </a:ext>
            </a:extLst>
          </p:cNvPr>
          <p:cNvSpPr>
            <a:spLocks noGrp="1" noChangeArrowheads="1"/>
          </p:cNvSpPr>
          <p:nvPr>
            <p:ph idx="1"/>
          </p:nvPr>
        </p:nvSpPr>
        <p:spPr>
          <a:xfrm>
            <a:off x="1004888" y="1177925"/>
            <a:ext cx="8067675" cy="5173663"/>
          </a:xfrm>
        </p:spPr>
        <p:txBody>
          <a:bodyPr/>
          <a:lstStyle/>
          <a:p>
            <a:pPr>
              <a:lnSpc>
                <a:spcPct val="90000"/>
              </a:lnSpc>
            </a:pPr>
            <a:r>
              <a:rPr lang="en-US" altLang="en-US" b="1">
                <a:solidFill>
                  <a:srgbClr val="000000"/>
                </a:solidFill>
                <a:latin typeface="Courier New" panose="02070309020205020404" pitchFamily="49" charset="0"/>
                <a:cs typeface="Courier New" panose="02070309020205020404" pitchFamily="49" charset="0"/>
              </a:rPr>
              <a:t>counter++ </a:t>
            </a:r>
            <a:r>
              <a:rPr lang="en-US" altLang="en-US" sz="1600"/>
              <a:t>could be implemented as</a:t>
            </a:r>
            <a:br>
              <a:rPr lang="en-US" altLang="en-US" sz="1600"/>
            </a:br>
            <a:br>
              <a:rPr lang="en-US" altLang="en-US" sz="1600"/>
            </a:br>
            <a:r>
              <a:rPr lang="en-US" altLang="en-US" sz="1600" b="1">
                <a:latin typeface="Courier New" panose="02070309020205020404" pitchFamily="49" charset="0"/>
                <a:cs typeface="Courier New" panose="02070309020205020404" pitchFamily="49" charset="0"/>
              </a:rPr>
              <a:t>     </a:t>
            </a:r>
            <a:r>
              <a:rPr lang="en-US" altLang="en-US" sz="1600" b="1">
                <a:solidFill>
                  <a:srgbClr val="0000FF"/>
                </a:solidFill>
                <a:latin typeface="Courier New" panose="02070309020205020404" pitchFamily="49" charset="0"/>
                <a:cs typeface="Courier New" panose="02070309020205020404" pitchFamily="49" charset="0"/>
              </a:rPr>
              <a:t>register1 = counter</a:t>
            </a:r>
            <a:br>
              <a:rPr lang="en-US" altLang="en-US" sz="1600" b="1">
                <a:solidFill>
                  <a:srgbClr val="0000FF"/>
                </a:solidFill>
                <a:latin typeface="Courier New" panose="02070309020205020404" pitchFamily="49" charset="0"/>
                <a:cs typeface="Courier New" panose="02070309020205020404" pitchFamily="49" charset="0"/>
              </a:rPr>
            </a:br>
            <a:r>
              <a:rPr lang="en-US" altLang="en-US" sz="1600" b="1">
                <a:solidFill>
                  <a:srgbClr val="0000FF"/>
                </a:solidFill>
                <a:latin typeface="Courier New" panose="02070309020205020404" pitchFamily="49" charset="0"/>
                <a:cs typeface="Courier New" panose="02070309020205020404" pitchFamily="49" charset="0"/>
              </a:rPr>
              <a:t>     register1 = register1 + 1</a:t>
            </a:r>
            <a:br>
              <a:rPr lang="en-US" altLang="en-US" sz="1600" b="1">
                <a:solidFill>
                  <a:srgbClr val="0000FF"/>
                </a:solidFill>
                <a:latin typeface="Courier New" panose="02070309020205020404" pitchFamily="49" charset="0"/>
                <a:cs typeface="Courier New" panose="02070309020205020404" pitchFamily="49" charset="0"/>
              </a:rPr>
            </a:br>
            <a:r>
              <a:rPr lang="en-US" altLang="en-US" sz="1600" b="1">
                <a:solidFill>
                  <a:srgbClr val="0000FF"/>
                </a:solidFill>
                <a:latin typeface="Courier New" panose="02070309020205020404" pitchFamily="49" charset="0"/>
                <a:cs typeface="Courier New" panose="02070309020205020404" pitchFamily="49" charset="0"/>
              </a:rPr>
              <a:t>     counter = register1</a:t>
            </a:r>
            <a:endParaRPr lang="en-US" altLang="en-US" sz="800">
              <a:solidFill>
                <a:srgbClr val="0000FF"/>
              </a:solidFill>
            </a:endParaRPr>
          </a:p>
          <a:p>
            <a:pPr>
              <a:lnSpc>
                <a:spcPct val="90000"/>
              </a:lnSpc>
            </a:pPr>
            <a:r>
              <a:rPr lang="en-US" altLang="en-US" b="1">
                <a:solidFill>
                  <a:srgbClr val="000000"/>
                </a:solidFill>
                <a:latin typeface="Courier New" panose="02070309020205020404" pitchFamily="49" charset="0"/>
                <a:cs typeface="Courier New" panose="02070309020205020404" pitchFamily="49" charset="0"/>
              </a:rPr>
              <a:t>counter--</a:t>
            </a:r>
            <a:r>
              <a:rPr lang="en-US" altLang="en-US" sz="1600" b="1">
                <a:solidFill>
                  <a:schemeClr val="tx2"/>
                </a:solidFill>
                <a:latin typeface="Courier New" panose="02070309020205020404" pitchFamily="49" charset="0"/>
                <a:cs typeface="Courier New" panose="02070309020205020404" pitchFamily="49" charset="0"/>
              </a:rPr>
              <a:t> </a:t>
            </a:r>
            <a:r>
              <a:rPr lang="en-US" altLang="en-US" sz="1600"/>
              <a:t>could be implemented as</a:t>
            </a:r>
            <a:br>
              <a:rPr lang="en-US" altLang="en-US" sz="1600"/>
            </a:br>
            <a:br>
              <a:rPr lang="en-US" altLang="en-US" sz="1600"/>
            </a:br>
            <a:r>
              <a:rPr lang="en-US" altLang="en-US" sz="1600" b="1">
                <a:latin typeface="Courier New" panose="02070309020205020404" pitchFamily="49" charset="0"/>
                <a:cs typeface="Courier New" panose="02070309020205020404" pitchFamily="49" charset="0"/>
              </a:rPr>
              <a:t>     </a:t>
            </a:r>
            <a:r>
              <a:rPr lang="en-US" altLang="en-US" sz="1600" b="1">
                <a:solidFill>
                  <a:schemeClr val="tx2"/>
                </a:solidFill>
                <a:latin typeface="Courier New" panose="02070309020205020404" pitchFamily="49" charset="0"/>
                <a:cs typeface="Courier New" panose="02070309020205020404" pitchFamily="49" charset="0"/>
              </a:rPr>
              <a:t>register2 = counter</a:t>
            </a:r>
            <a:br>
              <a:rPr lang="en-US" altLang="en-US" sz="1600" b="1">
                <a:solidFill>
                  <a:schemeClr val="tx2"/>
                </a:solidFill>
                <a:latin typeface="Courier New" panose="02070309020205020404" pitchFamily="49" charset="0"/>
                <a:cs typeface="Courier New" panose="02070309020205020404" pitchFamily="49" charset="0"/>
              </a:rPr>
            </a:br>
            <a:r>
              <a:rPr lang="en-US" altLang="en-US" sz="1600" b="1">
                <a:solidFill>
                  <a:schemeClr val="tx2"/>
                </a:solidFill>
                <a:latin typeface="Courier New" panose="02070309020205020404" pitchFamily="49" charset="0"/>
                <a:cs typeface="Courier New" panose="02070309020205020404" pitchFamily="49" charset="0"/>
              </a:rPr>
              <a:t>     register2 = register2 - 1</a:t>
            </a:r>
            <a:br>
              <a:rPr lang="en-US" altLang="en-US" sz="1600" b="1">
                <a:solidFill>
                  <a:schemeClr val="tx2"/>
                </a:solidFill>
                <a:latin typeface="Courier New" panose="02070309020205020404" pitchFamily="49" charset="0"/>
                <a:cs typeface="Courier New" panose="02070309020205020404" pitchFamily="49" charset="0"/>
              </a:rPr>
            </a:br>
            <a:r>
              <a:rPr lang="en-US" altLang="en-US" sz="1600" b="1">
                <a:solidFill>
                  <a:schemeClr val="tx2"/>
                </a:solidFill>
                <a:latin typeface="Courier New" panose="02070309020205020404" pitchFamily="49" charset="0"/>
                <a:cs typeface="Courier New" panose="02070309020205020404" pitchFamily="49" charset="0"/>
              </a:rPr>
              <a:t>     counter = register2</a:t>
            </a:r>
          </a:p>
          <a:p>
            <a:pPr>
              <a:lnSpc>
                <a:spcPct val="90000"/>
              </a:lnSpc>
              <a:buFont typeface="Monotype Sorts" pitchFamily="-84" charset="2"/>
              <a:buNone/>
            </a:pPr>
            <a:endParaRPr lang="en-US" altLang="en-US" sz="800">
              <a:solidFill>
                <a:schemeClr val="tx2"/>
              </a:solidFill>
            </a:endParaRPr>
          </a:p>
          <a:p>
            <a:pPr>
              <a:lnSpc>
                <a:spcPct val="90000"/>
              </a:lnSpc>
            </a:pPr>
            <a:r>
              <a:rPr lang="en-US" altLang="en-US" sz="1600"/>
              <a:t>Consider this execution interleaving with </a:t>
            </a:r>
            <a:r>
              <a:rPr lang="ja-JP" altLang="en-US" sz="1600"/>
              <a:t>“</a:t>
            </a:r>
            <a:r>
              <a:rPr lang="en-US" altLang="ja-JP" sz="1600"/>
              <a:t>count = 5</a:t>
            </a:r>
            <a:r>
              <a:rPr lang="ja-JP" altLang="en-US" sz="1600"/>
              <a:t>”</a:t>
            </a:r>
            <a:r>
              <a:rPr lang="en-US" altLang="ja-JP" sz="1600"/>
              <a:t> initially:</a:t>
            </a:r>
          </a:p>
          <a:p>
            <a:pPr lvl="1">
              <a:lnSpc>
                <a:spcPct val="90000"/>
              </a:lnSpc>
              <a:buFont typeface="Monotype Sorts" pitchFamily="-84" charset="2"/>
              <a:buNone/>
            </a:pPr>
            <a:r>
              <a:rPr lang="en-US" altLang="en-US" sz="1600"/>
              <a:t>	S0: producer execute </a:t>
            </a:r>
            <a:r>
              <a:rPr lang="en-US" altLang="en-US" sz="1600" b="1">
                <a:solidFill>
                  <a:srgbClr val="0000FF"/>
                </a:solidFill>
                <a:latin typeface="Courier New" panose="02070309020205020404" pitchFamily="49" charset="0"/>
              </a:rPr>
              <a:t>register1 = counter</a:t>
            </a:r>
            <a:r>
              <a:rPr lang="en-US" altLang="en-US" sz="1600" b="1">
                <a:latin typeface="Courier New" panose="02070309020205020404" pitchFamily="49" charset="0"/>
              </a:rPr>
              <a:t>         </a:t>
            </a:r>
            <a:r>
              <a:rPr lang="en-US" altLang="en-US" sz="1600"/>
              <a:t>{register1 = 5}</a:t>
            </a:r>
            <a:br>
              <a:rPr lang="en-US" altLang="en-US" sz="1600"/>
            </a:br>
            <a:r>
              <a:rPr lang="en-US" altLang="en-US" sz="1600"/>
              <a:t>S1: producer execute </a:t>
            </a:r>
            <a:r>
              <a:rPr lang="en-US" altLang="en-US" sz="1600" b="1">
                <a:solidFill>
                  <a:srgbClr val="0000FF"/>
                </a:solidFill>
                <a:latin typeface="Courier New" panose="02070309020205020404" pitchFamily="49" charset="0"/>
              </a:rPr>
              <a:t>register1 = register1 + 1   </a:t>
            </a:r>
            <a:r>
              <a:rPr lang="en-US" altLang="en-US" sz="1600"/>
              <a:t>{register1 = 6} </a:t>
            </a:r>
            <a:br>
              <a:rPr lang="en-US" altLang="en-US" sz="1600"/>
            </a:br>
            <a:r>
              <a:rPr lang="en-US" altLang="en-US" sz="1600"/>
              <a:t>S2: consumer execute </a:t>
            </a:r>
            <a:r>
              <a:rPr lang="en-US" altLang="en-US" sz="1600" b="1">
                <a:solidFill>
                  <a:schemeClr val="tx2"/>
                </a:solidFill>
                <a:latin typeface="Courier New" panose="02070309020205020404" pitchFamily="49" charset="0"/>
              </a:rPr>
              <a:t>register2 = counter</a:t>
            </a:r>
            <a:r>
              <a:rPr lang="en-US" altLang="en-US" sz="1600" b="1">
                <a:latin typeface="Courier New" panose="02070309020205020404" pitchFamily="49" charset="0"/>
              </a:rPr>
              <a:t>        </a:t>
            </a:r>
            <a:r>
              <a:rPr lang="en-US" altLang="en-US" sz="1600"/>
              <a:t>{register2 = 5} </a:t>
            </a:r>
            <a:br>
              <a:rPr lang="en-US" altLang="en-US" sz="1600"/>
            </a:br>
            <a:r>
              <a:rPr lang="en-US" altLang="en-US" sz="1600"/>
              <a:t>S3: consumer execute </a:t>
            </a:r>
            <a:r>
              <a:rPr lang="en-US" altLang="en-US" sz="1600" b="1">
                <a:solidFill>
                  <a:schemeClr val="tx2"/>
                </a:solidFill>
                <a:latin typeface="Courier New" panose="02070309020205020404" pitchFamily="49" charset="0"/>
              </a:rPr>
              <a:t>register2 = register2 – 1  </a:t>
            </a:r>
            <a:r>
              <a:rPr lang="en-US" altLang="en-US" sz="1600"/>
              <a:t>{register2 = 4} </a:t>
            </a:r>
            <a:br>
              <a:rPr lang="en-US" altLang="en-US" sz="1600"/>
            </a:br>
            <a:r>
              <a:rPr lang="en-US" altLang="en-US" sz="1600"/>
              <a:t>S4: producer execute </a:t>
            </a:r>
            <a:r>
              <a:rPr lang="en-US" altLang="en-US" sz="1600" b="1">
                <a:solidFill>
                  <a:srgbClr val="0000FF"/>
                </a:solidFill>
                <a:latin typeface="Courier New" panose="02070309020205020404" pitchFamily="49" charset="0"/>
              </a:rPr>
              <a:t>counter = register1         </a:t>
            </a:r>
            <a:r>
              <a:rPr lang="en-US" altLang="en-US" sz="1600"/>
              <a:t>{counter = 6 } </a:t>
            </a:r>
            <a:br>
              <a:rPr lang="en-US" altLang="en-US" sz="1600"/>
            </a:br>
            <a:r>
              <a:rPr lang="en-US" altLang="en-US" sz="1600"/>
              <a:t>S5: consumer execute </a:t>
            </a:r>
            <a:r>
              <a:rPr lang="en-US" altLang="en-US" sz="1600" b="1">
                <a:solidFill>
                  <a:schemeClr val="tx2"/>
                </a:solidFill>
                <a:latin typeface="Courier New" panose="02070309020205020404" pitchFamily="49" charset="0"/>
              </a:rPr>
              <a:t>counter = register2        </a:t>
            </a:r>
            <a:r>
              <a:rPr lang="en-US" altLang="en-US" sz="1600"/>
              <a:t>{counter = 4}</a:t>
            </a:r>
          </a:p>
          <a:p>
            <a:pPr lvl="1">
              <a:lnSpc>
                <a:spcPct val="90000"/>
              </a:lnSpc>
              <a:buFont typeface="Monotype Sorts" pitchFamily="-84" charset="2"/>
              <a:buNone/>
            </a:pPr>
            <a:endParaRPr lang="en-US"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DA515A54-4170-1C9E-9D9E-06D35A0E2047}"/>
              </a:ext>
            </a:extLst>
          </p:cNvPr>
          <p:cNvSpPr>
            <a:spLocks noGrp="1" noChangeArrowheads="1"/>
          </p:cNvSpPr>
          <p:nvPr>
            <p:ph type="title"/>
          </p:nvPr>
        </p:nvSpPr>
        <p:spPr>
          <a:xfrm>
            <a:off x="457200" y="201613"/>
            <a:ext cx="8229600" cy="576262"/>
          </a:xfrm>
        </p:spPr>
        <p:txBody>
          <a:bodyPr/>
          <a:lstStyle/>
          <a:p>
            <a:r>
              <a:rPr lang="en-US" altLang="en-US"/>
              <a:t>Critical Section Problem</a:t>
            </a:r>
          </a:p>
        </p:txBody>
      </p:sp>
      <p:sp>
        <p:nvSpPr>
          <p:cNvPr id="19459" name="Content Placeholder 2">
            <a:extLst>
              <a:ext uri="{FF2B5EF4-FFF2-40B4-BE49-F238E27FC236}">
                <a16:creationId xmlns:a16="http://schemas.microsoft.com/office/drawing/2014/main" id="{7ACC633A-E1C9-49A9-DBE5-8A4E44B6871F}"/>
              </a:ext>
            </a:extLst>
          </p:cNvPr>
          <p:cNvSpPr>
            <a:spLocks noGrp="1" noChangeArrowheads="1"/>
          </p:cNvSpPr>
          <p:nvPr>
            <p:ph idx="1"/>
          </p:nvPr>
        </p:nvSpPr>
        <p:spPr>
          <a:xfrm>
            <a:off x="908050" y="1131888"/>
            <a:ext cx="6940550" cy="4530725"/>
          </a:xfrm>
        </p:spPr>
        <p:txBody>
          <a:bodyPr/>
          <a:lstStyle/>
          <a:p>
            <a:r>
              <a:rPr lang="en-US" altLang="en-US"/>
              <a:t>Consider system of </a:t>
            </a:r>
            <a:r>
              <a:rPr lang="en-US" altLang="en-US" b="1" i="1"/>
              <a:t>n</a:t>
            </a:r>
            <a:r>
              <a:rPr lang="en-US" altLang="en-US" b="1"/>
              <a:t> </a:t>
            </a:r>
            <a:r>
              <a:rPr lang="en-US" altLang="en-US"/>
              <a:t>processes {</a:t>
            </a:r>
            <a:r>
              <a:rPr lang="en-US" altLang="en-US" b="1" i="1"/>
              <a:t>p</a:t>
            </a:r>
            <a:r>
              <a:rPr lang="en-US" altLang="en-US" b="1" i="1" baseline="-25000"/>
              <a:t>0</a:t>
            </a:r>
            <a:r>
              <a:rPr lang="en-US" altLang="en-US" b="1" i="1"/>
              <a:t>, p</a:t>
            </a:r>
            <a:r>
              <a:rPr lang="en-US" altLang="en-US" b="1" i="1" baseline="-25000"/>
              <a:t>1</a:t>
            </a:r>
            <a:r>
              <a:rPr lang="en-US" altLang="en-US" b="1" i="1"/>
              <a:t>, … p</a:t>
            </a:r>
            <a:r>
              <a:rPr lang="en-US" altLang="en-US" b="1" i="1" baseline="-25000"/>
              <a:t>n-1</a:t>
            </a:r>
            <a:r>
              <a:rPr lang="en-US" altLang="en-US"/>
              <a:t>}</a:t>
            </a:r>
          </a:p>
          <a:p>
            <a:r>
              <a:rPr lang="en-US" altLang="en-US"/>
              <a:t>Each process has </a:t>
            </a:r>
            <a:r>
              <a:rPr lang="en-US" altLang="en-US" b="1">
                <a:solidFill>
                  <a:srgbClr val="3366FF"/>
                </a:solidFill>
              </a:rPr>
              <a:t>critical section </a:t>
            </a:r>
            <a:r>
              <a:rPr lang="en-US" altLang="en-US"/>
              <a:t>segment of code</a:t>
            </a:r>
          </a:p>
          <a:p>
            <a:pPr lvl="1"/>
            <a:r>
              <a:rPr lang="en-US" altLang="en-US"/>
              <a:t>Process may be changing common variables, updating table, writing file, etc</a:t>
            </a:r>
          </a:p>
          <a:p>
            <a:pPr lvl="1"/>
            <a:r>
              <a:rPr lang="en-US" altLang="en-US"/>
              <a:t>When one process in critical section, no other may be in its critical section</a:t>
            </a:r>
          </a:p>
          <a:p>
            <a:r>
              <a:rPr lang="en-US" altLang="en-US" b="1" i="1"/>
              <a:t>Critical section problem </a:t>
            </a:r>
            <a:r>
              <a:rPr lang="en-US" altLang="en-US"/>
              <a:t>is to design protocol to solve this</a:t>
            </a:r>
          </a:p>
          <a:p>
            <a:r>
              <a:rPr lang="en-US" altLang="en-US"/>
              <a:t>Each process must ask permission to enter critical section in </a:t>
            </a:r>
            <a:r>
              <a:rPr lang="en-US" altLang="en-US" b="1">
                <a:solidFill>
                  <a:srgbClr val="3366FF"/>
                </a:solidFill>
              </a:rPr>
              <a:t>entry section</a:t>
            </a:r>
            <a:r>
              <a:rPr lang="en-US" altLang="en-US"/>
              <a:t>, may follow critical section with </a:t>
            </a:r>
            <a:r>
              <a:rPr lang="en-US" altLang="en-US" b="1">
                <a:solidFill>
                  <a:srgbClr val="3366FF"/>
                </a:solidFill>
              </a:rPr>
              <a:t>exit section</a:t>
            </a:r>
            <a:r>
              <a:rPr lang="en-US" altLang="en-US"/>
              <a:t>, then </a:t>
            </a:r>
            <a:r>
              <a:rPr lang="en-US" altLang="en-US" b="1">
                <a:solidFill>
                  <a:srgbClr val="3366FF"/>
                </a:solidFill>
              </a:rPr>
              <a:t>remainder section</a:t>
            </a:r>
          </a:p>
          <a:p>
            <a:endParaRPr lang="en-US" altLang="en-US" b="1">
              <a:solidFill>
                <a:srgbClr val="3366FF"/>
              </a:solidFill>
            </a:endParaRPr>
          </a:p>
          <a:p>
            <a:pPr>
              <a:buFont typeface="Monotype Sorts" pitchFamily="-84" charset="2"/>
              <a:buNone/>
            </a:pPr>
            <a:endParaRPr lang="en-US"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a:extLst>
              <a:ext uri="{FF2B5EF4-FFF2-40B4-BE49-F238E27FC236}">
                <a16:creationId xmlns:a16="http://schemas.microsoft.com/office/drawing/2014/main" id="{EA43A6D1-9148-70E7-271B-619153879F05}"/>
              </a:ext>
            </a:extLst>
          </p:cNvPr>
          <p:cNvSpPr>
            <a:spLocks noGrp="1" noChangeArrowheads="1"/>
          </p:cNvSpPr>
          <p:nvPr>
            <p:ph type="title"/>
          </p:nvPr>
        </p:nvSpPr>
        <p:spPr>
          <a:xfrm>
            <a:off x="457200" y="188913"/>
            <a:ext cx="8229600" cy="576262"/>
          </a:xfrm>
        </p:spPr>
        <p:txBody>
          <a:bodyPr/>
          <a:lstStyle/>
          <a:p>
            <a:r>
              <a:rPr lang="en-US" altLang="en-US"/>
              <a:t>Critical Section</a:t>
            </a:r>
          </a:p>
        </p:txBody>
      </p:sp>
      <p:sp>
        <p:nvSpPr>
          <p:cNvPr id="20483" name="Content Placeholder 2">
            <a:extLst>
              <a:ext uri="{FF2B5EF4-FFF2-40B4-BE49-F238E27FC236}">
                <a16:creationId xmlns:a16="http://schemas.microsoft.com/office/drawing/2014/main" id="{96C2B7E0-4C5D-1F80-6FE2-FEA85A322825}"/>
              </a:ext>
            </a:extLst>
          </p:cNvPr>
          <p:cNvSpPr>
            <a:spLocks noGrp="1" noChangeArrowheads="1"/>
          </p:cNvSpPr>
          <p:nvPr>
            <p:ph idx="1"/>
          </p:nvPr>
        </p:nvSpPr>
        <p:spPr/>
        <p:txBody>
          <a:bodyPr/>
          <a:lstStyle/>
          <a:p>
            <a:r>
              <a:rPr lang="en-US" altLang="en-US"/>
              <a:t>General structure of process </a:t>
            </a:r>
            <a:r>
              <a:rPr lang="en-US" altLang="en-US" b="1" i="1"/>
              <a:t>P</a:t>
            </a:r>
            <a:r>
              <a:rPr lang="en-US" altLang="en-US" b="1" i="1" baseline="-25000"/>
              <a:t>i  </a:t>
            </a:r>
            <a:endParaRPr lang="en-US" altLang="en-US"/>
          </a:p>
          <a:p>
            <a:endParaRPr lang="en-US" altLang="en-US" b="1">
              <a:solidFill>
                <a:srgbClr val="0000FF"/>
              </a:solidFill>
            </a:endParaRPr>
          </a:p>
        </p:txBody>
      </p:sp>
      <p:pic>
        <p:nvPicPr>
          <p:cNvPr id="20484" name="Picture 1">
            <a:extLst>
              <a:ext uri="{FF2B5EF4-FFF2-40B4-BE49-F238E27FC236}">
                <a16:creationId xmlns:a16="http://schemas.microsoft.com/office/drawing/2014/main" id="{03784F6C-1539-E75E-3F8E-01605413322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474913" y="1751013"/>
            <a:ext cx="3894137" cy="2690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4FB00BF-C5FA-2E42-614F-09A2A6F2ECAE}"/>
              </a:ext>
            </a:extLst>
          </p:cNvPr>
          <p:cNvSpPr/>
          <p:nvPr/>
        </p:nvSpPr>
        <p:spPr bwMode="auto">
          <a:xfrm>
            <a:off x="1779588" y="1965325"/>
            <a:ext cx="2271712" cy="427038"/>
          </a:xfrm>
          <a:prstGeom prst="rect">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wrap="none" lIns="64002" tIns="32001" rIns="64002" bIns="32001"/>
          <a:lstStyle/>
          <a:p>
            <a:pPr>
              <a:defRPr/>
            </a:pPr>
            <a:endParaRPr lang="en-US">
              <a:solidFill>
                <a:schemeClr val="tx1"/>
              </a:solidFill>
              <a:latin typeface="Verdana" charset="0"/>
            </a:endParaRPr>
          </a:p>
        </p:txBody>
      </p:sp>
      <p:sp>
        <p:nvSpPr>
          <p:cNvPr id="7" name="Rectangle 6">
            <a:extLst>
              <a:ext uri="{FF2B5EF4-FFF2-40B4-BE49-F238E27FC236}">
                <a16:creationId xmlns:a16="http://schemas.microsoft.com/office/drawing/2014/main" id="{E86968C2-EDF9-6F45-4B54-6CB85F8881B5}"/>
              </a:ext>
            </a:extLst>
          </p:cNvPr>
          <p:cNvSpPr/>
          <p:nvPr/>
        </p:nvSpPr>
        <p:spPr bwMode="auto">
          <a:xfrm>
            <a:off x="1795463" y="2809875"/>
            <a:ext cx="1203325" cy="377825"/>
          </a:xfrm>
          <a:prstGeom prst="rect">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wrap="none" lIns="64002" tIns="32001" rIns="64002" bIns="32001"/>
          <a:lstStyle/>
          <a:p>
            <a:pPr>
              <a:defRPr/>
            </a:pPr>
            <a:endParaRPr lang="en-US">
              <a:solidFill>
                <a:schemeClr val="tx1"/>
              </a:solidFill>
              <a:latin typeface="Verdana" charset="0"/>
            </a:endParaRPr>
          </a:p>
        </p:txBody>
      </p:sp>
      <p:sp>
        <p:nvSpPr>
          <p:cNvPr id="21508" name="Rectangle 2">
            <a:extLst>
              <a:ext uri="{FF2B5EF4-FFF2-40B4-BE49-F238E27FC236}">
                <a16:creationId xmlns:a16="http://schemas.microsoft.com/office/drawing/2014/main" id="{361EFCC2-0052-5218-C528-ED6B4417E6BE}"/>
              </a:ext>
            </a:extLst>
          </p:cNvPr>
          <p:cNvSpPr>
            <a:spLocks noGrp="1" noChangeArrowheads="1"/>
          </p:cNvSpPr>
          <p:nvPr>
            <p:ph type="title"/>
          </p:nvPr>
        </p:nvSpPr>
        <p:spPr>
          <a:xfrm>
            <a:off x="457200" y="277813"/>
            <a:ext cx="8291513" cy="576262"/>
          </a:xfrm>
        </p:spPr>
        <p:txBody>
          <a:bodyPr/>
          <a:lstStyle/>
          <a:p>
            <a:pPr eaLnBrk="1" hangingPunct="1"/>
            <a:r>
              <a:rPr lang="en-US" altLang="en-US"/>
              <a:t>Algorithm for Process </a:t>
            </a:r>
            <a:r>
              <a:rPr lang="en-US" altLang="en-US" i="1"/>
              <a:t>P</a:t>
            </a:r>
            <a:r>
              <a:rPr lang="en-US" altLang="en-US" i="1" baseline="-25000">
                <a:solidFill>
                  <a:srgbClr val="0000FF"/>
                </a:solidFill>
              </a:rPr>
              <a:t>i</a:t>
            </a:r>
          </a:p>
        </p:txBody>
      </p:sp>
      <p:sp>
        <p:nvSpPr>
          <p:cNvPr id="21509" name="Rectangle 3">
            <a:extLst>
              <a:ext uri="{FF2B5EF4-FFF2-40B4-BE49-F238E27FC236}">
                <a16:creationId xmlns:a16="http://schemas.microsoft.com/office/drawing/2014/main" id="{204F483E-D6CF-E30F-D913-E6FB9F9C5A00}"/>
              </a:ext>
            </a:extLst>
          </p:cNvPr>
          <p:cNvSpPr>
            <a:spLocks noGrp="1" noChangeArrowheads="1"/>
          </p:cNvSpPr>
          <p:nvPr>
            <p:ph idx="1"/>
          </p:nvPr>
        </p:nvSpPr>
        <p:spPr>
          <a:xfrm>
            <a:off x="820738" y="1311275"/>
            <a:ext cx="7742237" cy="4770438"/>
          </a:xfrm>
        </p:spPr>
        <p:txBody>
          <a:bodyPr/>
          <a:lstStyle/>
          <a:p>
            <a:pPr>
              <a:buFont typeface="Monotype Sorts" pitchFamily="-84" charset="2"/>
              <a:buNone/>
            </a:pPr>
            <a:r>
              <a:rPr lang="en-US" altLang="en-US" b="1">
                <a:solidFill>
                  <a:srgbClr val="000000"/>
                </a:solidFill>
                <a:latin typeface="Courier New" panose="02070309020205020404" pitchFamily="49" charset="0"/>
                <a:cs typeface="Courier New" panose="02070309020205020404" pitchFamily="49" charset="0"/>
              </a:rPr>
              <a:t>	</a:t>
            </a:r>
            <a:r>
              <a:rPr lang="en-US" altLang="en-US" sz="1600" b="1">
                <a:solidFill>
                  <a:srgbClr val="000000"/>
                </a:solidFill>
                <a:latin typeface="Courier New" panose="02070309020205020404" pitchFamily="49" charset="0"/>
                <a:cs typeface="Courier New" panose="02070309020205020404" pitchFamily="49" charset="0"/>
              </a:rPr>
              <a:t>do { </a:t>
            </a:r>
          </a:p>
          <a:p>
            <a:pPr>
              <a:buFont typeface="Monotype Sorts" pitchFamily="-84" charset="2"/>
              <a:buNone/>
            </a:pPr>
            <a:r>
              <a:rPr lang="en-US" altLang="en-US" sz="1600" b="1">
                <a:solidFill>
                  <a:srgbClr val="000000"/>
                </a:solidFill>
                <a:latin typeface="Courier New" panose="02070309020205020404" pitchFamily="49" charset="0"/>
                <a:cs typeface="Courier New" panose="02070309020205020404" pitchFamily="49" charset="0"/>
              </a:rPr>
              <a:t>		</a:t>
            </a:r>
          </a:p>
          <a:p>
            <a:pPr>
              <a:buFont typeface="Monotype Sorts" pitchFamily="-84" charset="2"/>
              <a:buNone/>
            </a:pPr>
            <a:r>
              <a:rPr lang="en-US" altLang="en-US" sz="1600" b="1">
                <a:solidFill>
                  <a:srgbClr val="000000"/>
                </a:solidFill>
                <a:latin typeface="Courier New" panose="02070309020205020404" pitchFamily="49" charset="0"/>
                <a:cs typeface="Courier New" panose="02070309020205020404" pitchFamily="49" charset="0"/>
              </a:rPr>
              <a:t>		while (turn == j); </a:t>
            </a:r>
          </a:p>
          <a:p>
            <a:pPr>
              <a:buFont typeface="Monotype Sorts" pitchFamily="-84" charset="2"/>
              <a:buNone/>
            </a:pPr>
            <a:endParaRPr lang="en-US" altLang="en-US" sz="400" b="1">
              <a:solidFill>
                <a:srgbClr val="000000"/>
              </a:solidFill>
              <a:latin typeface="Courier New" panose="02070309020205020404" pitchFamily="49" charset="0"/>
              <a:cs typeface="Courier New" panose="02070309020205020404" pitchFamily="49" charset="0"/>
            </a:endParaRPr>
          </a:p>
          <a:p>
            <a:pPr>
              <a:buFont typeface="Monotype Sorts" pitchFamily="-84" charset="2"/>
              <a:buNone/>
            </a:pPr>
            <a:r>
              <a:rPr lang="en-US" altLang="en-US" sz="1600" b="1">
                <a:solidFill>
                  <a:srgbClr val="000000"/>
                </a:solidFill>
                <a:latin typeface="Courier New" panose="02070309020205020404" pitchFamily="49" charset="0"/>
                <a:cs typeface="Courier New" panose="02070309020205020404" pitchFamily="49" charset="0"/>
              </a:rPr>
              <a:t>			critical section </a:t>
            </a:r>
          </a:p>
          <a:p>
            <a:pPr>
              <a:buFont typeface="Monotype Sorts" pitchFamily="-84" charset="2"/>
              <a:buNone/>
            </a:pPr>
            <a:r>
              <a:rPr lang="en-US" altLang="en-US" sz="1600" b="1">
                <a:solidFill>
                  <a:srgbClr val="000000"/>
                </a:solidFill>
                <a:latin typeface="Courier New" panose="02070309020205020404" pitchFamily="49" charset="0"/>
                <a:cs typeface="Courier New" panose="02070309020205020404" pitchFamily="49" charset="0"/>
              </a:rPr>
              <a:t>		turn = j; </a:t>
            </a:r>
          </a:p>
          <a:p>
            <a:pPr>
              <a:buFont typeface="Monotype Sorts" pitchFamily="-84" charset="2"/>
              <a:buNone/>
            </a:pPr>
            <a:endParaRPr lang="en-US" altLang="en-US" sz="400" b="1">
              <a:solidFill>
                <a:srgbClr val="000000"/>
              </a:solidFill>
              <a:latin typeface="Courier New" panose="02070309020205020404" pitchFamily="49" charset="0"/>
              <a:cs typeface="Courier New" panose="02070309020205020404" pitchFamily="49" charset="0"/>
            </a:endParaRPr>
          </a:p>
          <a:p>
            <a:pPr>
              <a:buFont typeface="Monotype Sorts" pitchFamily="-84" charset="2"/>
              <a:buNone/>
            </a:pPr>
            <a:r>
              <a:rPr lang="en-US" altLang="en-US" sz="1600" b="1">
                <a:solidFill>
                  <a:srgbClr val="000000"/>
                </a:solidFill>
                <a:latin typeface="Courier New" panose="02070309020205020404" pitchFamily="49" charset="0"/>
                <a:cs typeface="Courier New" panose="02070309020205020404" pitchFamily="49" charset="0"/>
              </a:rPr>
              <a:t>			remainder section </a:t>
            </a:r>
          </a:p>
          <a:p>
            <a:pPr>
              <a:buFont typeface="Monotype Sorts" pitchFamily="-84" charset="2"/>
              <a:buNone/>
            </a:pPr>
            <a:r>
              <a:rPr lang="en-US" altLang="en-US" sz="1600" b="1">
                <a:solidFill>
                  <a:srgbClr val="000000"/>
                </a:solidFill>
                <a:latin typeface="Courier New" panose="02070309020205020404" pitchFamily="49" charset="0"/>
                <a:cs typeface="Courier New" panose="02070309020205020404" pitchFamily="49" charset="0"/>
              </a:rPr>
              <a:t>	 } while (true); </a:t>
            </a:r>
          </a:p>
          <a:p>
            <a:pPr>
              <a:buFont typeface="Monotype Sorts" pitchFamily="-84" charset="2"/>
              <a:buNone/>
            </a:pPr>
            <a:endParaRPr lang="en-US" altLang="en-US" sz="1600">
              <a:solidFill>
                <a:srgbClr val="0000FF"/>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F2032D8A-090F-4DBE-F763-4D36801BDE9B}"/>
              </a:ext>
            </a:extLst>
          </p:cNvPr>
          <p:cNvSpPr>
            <a:spLocks noGrp="1" noChangeArrowheads="1"/>
          </p:cNvSpPr>
          <p:nvPr>
            <p:ph type="title"/>
          </p:nvPr>
        </p:nvSpPr>
        <p:spPr>
          <a:xfrm>
            <a:off x="1177925" y="195263"/>
            <a:ext cx="7724775" cy="576262"/>
          </a:xfrm>
        </p:spPr>
        <p:txBody>
          <a:bodyPr/>
          <a:lstStyle/>
          <a:p>
            <a:pPr eaLnBrk="1" hangingPunct="1"/>
            <a:r>
              <a:rPr lang="en-US" altLang="en-US"/>
              <a:t>Solution to Critical-Section Problem</a:t>
            </a:r>
          </a:p>
        </p:txBody>
      </p:sp>
      <p:sp>
        <p:nvSpPr>
          <p:cNvPr id="23555" name="Rectangle 3">
            <a:extLst>
              <a:ext uri="{FF2B5EF4-FFF2-40B4-BE49-F238E27FC236}">
                <a16:creationId xmlns:a16="http://schemas.microsoft.com/office/drawing/2014/main" id="{F1D2BCC0-CDDB-E02C-C750-C7C34729A523}"/>
              </a:ext>
            </a:extLst>
          </p:cNvPr>
          <p:cNvSpPr>
            <a:spLocks noGrp="1" noChangeArrowheads="1"/>
          </p:cNvSpPr>
          <p:nvPr>
            <p:ph idx="1"/>
          </p:nvPr>
        </p:nvSpPr>
        <p:spPr>
          <a:xfrm>
            <a:off x="1022350" y="1166813"/>
            <a:ext cx="6902450" cy="4530725"/>
          </a:xfrm>
        </p:spPr>
        <p:txBody>
          <a:bodyPr/>
          <a:lstStyle/>
          <a:p>
            <a:pPr>
              <a:buFont typeface="Monotype Sorts" pitchFamily="-84" charset="2"/>
              <a:buNone/>
            </a:pPr>
            <a:r>
              <a:rPr lang="en-US" altLang="en-US">
                <a:solidFill>
                  <a:srgbClr val="000000"/>
                </a:solidFill>
              </a:rPr>
              <a:t>1.   </a:t>
            </a:r>
            <a:r>
              <a:rPr lang="en-US" altLang="en-US" b="1">
                <a:solidFill>
                  <a:srgbClr val="3366FF"/>
                </a:solidFill>
              </a:rPr>
              <a:t>Mutual Exclusion </a:t>
            </a:r>
            <a:r>
              <a:rPr lang="en-US" altLang="en-US"/>
              <a:t>- If process </a:t>
            </a:r>
            <a:r>
              <a:rPr lang="en-US" altLang="en-US" b="1" i="1"/>
              <a:t>P</a:t>
            </a:r>
            <a:r>
              <a:rPr lang="en-US" altLang="en-US" b="1" i="1" baseline="-25000"/>
              <a:t>i</a:t>
            </a:r>
            <a:r>
              <a:rPr lang="en-US" altLang="en-US" b="1"/>
              <a:t> </a:t>
            </a:r>
            <a:r>
              <a:rPr lang="en-US" altLang="en-US"/>
              <a:t>is executing in its critical section, then no other processes can be executing in their critical sections</a:t>
            </a:r>
          </a:p>
          <a:p>
            <a:pPr>
              <a:buFont typeface="Monotype Sorts" pitchFamily="-84" charset="2"/>
              <a:buNone/>
            </a:pPr>
            <a:r>
              <a:rPr lang="en-US" altLang="en-US">
                <a:solidFill>
                  <a:srgbClr val="000000"/>
                </a:solidFill>
              </a:rPr>
              <a:t>2.   </a:t>
            </a:r>
            <a:r>
              <a:rPr lang="en-US" altLang="en-US" b="1">
                <a:solidFill>
                  <a:srgbClr val="3366FF"/>
                </a:solidFill>
              </a:rPr>
              <a:t>Progress</a:t>
            </a:r>
            <a:r>
              <a:rPr lang="en-US" altLang="en-US" b="1"/>
              <a:t> </a:t>
            </a:r>
            <a:r>
              <a:rPr lang="en-US" altLang="en-US"/>
              <a:t>- If no process is executing in its critical section and there exist some processes that wish to enter their critical section, then the selection of the processes that will enter the critical section next cannot be postponed indefinitely</a:t>
            </a:r>
          </a:p>
          <a:p>
            <a:pPr>
              <a:buFont typeface="Monotype Sorts" pitchFamily="-84" charset="2"/>
              <a:buNone/>
            </a:pPr>
            <a:r>
              <a:rPr lang="en-US" altLang="en-US"/>
              <a:t>3.  </a:t>
            </a:r>
            <a:r>
              <a:rPr lang="en-US" altLang="en-US" b="1">
                <a:solidFill>
                  <a:srgbClr val="3366FF"/>
                </a:solidFill>
              </a:rPr>
              <a:t>Bounded Waiting </a:t>
            </a:r>
            <a:r>
              <a:rPr lang="en-US" altLang="en-US"/>
              <a:t>-  A bound must exist on the number of times that other processes are allowed to enter their critical sections after a process has made a request to enter its critical section and before that request is granted</a:t>
            </a:r>
          </a:p>
          <a:p>
            <a:pPr marL="795338" lvl="1" indent="-338138">
              <a:buSzPct val="125000"/>
              <a:buFont typeface="Wingdings 2" panose="05020102010507070707" pitchFamily="18" charset="2"/>
              <a:buChar char=""/>
            </a:pPr>
            <a:r>
              <a:rPr lang="en-US" altLang="en-US"/>
              <a:t>Assume that each process executes at a nonzero speed </a:t>
            </a:r>
          </a:p>
          <a:p>
            <a:pPr marL="795338" lvl="1" indent="-338138">
              <a:buSzPct val="125000"/>
              <a:buFont typeface="Wingdings 2" panose="05020102010507070707" pitchFamily="18" charset="2"/>
              <a:buChar char=""/>
            </a:pPr>
            <a:r>
              <a:rPr lang="en-US" altLang="en-US"/>
              <a:t>No assumption concerning </a:t>
            </a:r>
            <a:r>
              <a:rPr lang="en-US" altLang="en-US" b="1">
                <a:solidFill>
                  <a:srgbClr val="3366FF"/>
                </a:solidFill>
              </a:rPr>
              <a:t>relative speed </a:t>
            </a:r>
            <a:r>
              <a:rPr lang="en-US" altLang="en-US"/>
              <a:t>of the</a:t>
            </a:r>
            <a:r>
              <a:rPr lang="en-US" altLang="en-US" b="1"/>
              <a:t> </a:t>
            </a:r>
            <a:r>
              <a:rPr lang="en-US" altLang="en-US" b="1" i="1">
                <a:solidFill>
                  <a:srgbClr val="000000"/>
                </a:solidFill>
              </a:rPr>
              <a:t>n</a:t>
            </a:r>
            <a:r>
              <a:rPr lang="en-US" altLang="en-US" b="1">
                <a:solidFill>
                  <a:srgbClr val="000000"/>
                </a:solidFill>
              </a:rPr>
              <a:t> </a:t>
            </a:r>
            <a:r>
              <a:rPr lang="en-US" altLang="en-US"/>
              <a:t>processes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D7CD0E17-0E0E-588E-0635-807B63A170F5}"/>
              </a:ext>
            </a:extLst>
          </p:cNvPr>
          <p:cNvSpPr>
            <a:spLocks noGrp="1" noChangeArrowheads="1"/>
          </p:cNvSpPr>
          <p:nvPr>
            <p:ph type="title"/>
          </p:nvPr>
        </p:nvSpPr>
        <p:spPr>
          <a:xfrm>
            <a:off x="1139825" y="176213"/>
            <a:ext cx="7724775" cy="576262"/>
          </a:xfrm>
        </p:spPr>
        <p:txBody>
          <a:bodyPr/>
          <a:lstStyle/>
          <a:p>
            <a:pPr eaLnBrk="1" hangingPunct="1"/>
            <a:r>
              <a:rPr lang="en-US" altLang="en-US"/>
              <a:t>Critical-Section Handling in OS </a:t>
            </a:r>
          </a:p>
        </p:txBody>
      </p:sp>
      <p:sp>
        <p:nvSpPr>
          <p:cNvPr id="25603" name="Rectangle 3">
            <a:extLst>
              <a:ext uri="{FF2B5EF4-FFF2-40B4-BE49-F238E27FC236}">
                <a16:creationId xmlns:a16="http://schemas.microsoft.com/office/drawing/2014/main" id="{4C9459A0-0392-ECA2-BDCB-939A8150072B}"/>
              </a:ext>
            </a:extLst>
          </p:cNvPr>
          <p:cNvSpPr>
            <a:spLocks noGrp="1" noChangeArrowheads="1"/>
          </p:cNvSpPr>
          <p:nvPr>
            <p:ph idx="1"/>
          </p:nvPr>
        </p:nvSpPr>
        <p:spPr>
          <a:xfrm>
            <a:off x="768350" y="1103313"/>
            <a:ext cx="6991350" cy="4530725"/>
          </a:xfrm>
        </p:spPr>
        <p:txBody>
          <a:bodyPr/>
          <a:lstStyle/>
          <a:p>
            <a:pPr>
              <a:buFont typeface="Monotype Sorts" pitchFamily="-84" charset="2"/>
              <a:buNone/>
            </a:pPr>
            <a:r>
              <a:rPr lang="en-US" altLang="en-US"/>
              <a:t>     Two approaches depending on if kernel is preemptive or non-  preemptive </a:t>
            </a:r>
          </a:p>
          <a:p>
            <a:pPr marL="795338" lvl="1" indent="-338138">
              <a:buSzPct val="125000"/>
            </a:pPr>
            <a:r>
              <a:rPr lang="en-US" altLang="en-US" b="1">
                <a:solidFill>
                  <a:srgbClr val="3366FF"/>
                </a:solidFill>
              </a:rPr>
              <a:t>Preemptive</a:t>
            </a:r>
            <a:r>
              <a:rPr lang="en-US" altLang="en-US" sz="1400"/>
              <a:t> </a:t>
            </a:r>
            <a:r>
              <a:rPr lang="en-US" altLang="en-US"/>
              <a:t>– allows preemption of process when running in kernel mode</a:t>
            </a:r>
          </a:p>
          <a:p>
            <a:pPr marL="795338" lvl="1" indent="-338138">
              <a:buSzPct val="125000"/>
            </a:pPr>
            <a:r>
              <a:rPr lang="en-US" altLang="en-US" b="1">
                <a:solidFill>
                  <a:srgbClr val="3366FF"/>
                </a:solidFill>
              </a:rPr>
              <a:t>Non-preemptive </a:t>
            </a:r>
            <a:r>
              <a:rPr lang="en-US" altLang="en-US"/>
              <a:t>– runs until exits kernel mode, blocks, or voluntarily yields CPU</a:t>
            </a:r>
          </a:p>
          <a:p>
            <a:pPr marL="996950" lvl="2" indent="-198438">
              <a:buSzPct val="125000"/>
            </a:pPr>
            <a:r>
              <a:rPr lang="en-US" altLang="en-US"/>
              <a:t>Essentially free of race conditions in kernel mode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9B8E496A-15F2-DA7E-E2AA-0C177757669F}"/>
              </a:ext>
            </a:extLst>
          </p:cNvPr>
          <p:cNvSpPr>
            <a:spLocks noGrp="1" noChangeArrowheads="1"/>
          </p:cNvSpPr>
          <p:nvPr>
            <p:ph type="title"/>
          </p:nvPr>
        </p:nvSpPr>
        <p:spPr>
          <a:xfrm>
            <a:off x="998538" y="214313"/>
            <a:ext cx="7688262" cy="576262"/>
          </a:xfrm>
        </p:spPr>
        <p:txBody>
          <a:bodyPr/>
          <a:lstStyle/>
          <a:p>
            <a:pPr eaLnBrk="1" hangingPunct="1"/>
            <a:r>
              <a:rPr lang="en-US" altLang="en-US"/>
              <a:t>Peterson</a:t>
            </a:r>
            <a:r>
              <a:rPr lang="ja-JP" altLang="en-US"/>
              <a:t>’</a:t>
            </a:r>
            <a:r>
              <a:rPr lang="en-US" altLang="ja-JP"/>
              <a:t>s Solution</a:t>
            </a:r>
            <a:endParaRPr lang="en-US" altLang="en-US"/>
          </a:p>
        </p:txBody>
      </p:sp>
      <p:sp>
        <p:nvSpPr>
          <p:cNvPr id="27651" name="Rectangle 3">
            <a:extLst>
              <a:ext uri="{FF2B5EF4-FFF2-40B4-BE49-F238E27FC236}">
                <a16:creationId xmlns:a16="http://schemas.microsoft.com/office/drawing/2014/main" id="{C12C87E1-CD14-B48E-E622-3A1DF02EABBF}"/>
              </a:ext>
            </a:extLst>
          </p:cNvPr>
          <p:cNvSpPr>
            <a:spLocks noGrp="1" noChangeArrowheads="1"/>
          </p:cNvSpPr>
          <p:nvPr>
            <p:ph idx="1"/>
          </p:nvPr>
        </p:nvSpPr>
        <p:spPr>
          <a:xfrm>
            <a:off x="946150" y="1182688"/>
            <a:ext cx="7118350" cy="4422775"/>
          </a:xfrm>
        </p:spPr>
        <p:txBody>
          <a:bodyPr/>
          <a:lstStyle/>
          <a:p>
            <a:pPr>
              <a:lnSpc>
                <a:spcPct val="90000"/>
              </a:lnSpc>
              <a:tabLst>
                <a:tab pos="739775" algn="l"/>
                <a:tab pos="1020763" algn="l"/>
                <a:tab pos="1257300" algn="l"/>
              </a:tabLst>
            </a:pPr>
            <a:r>
              <a:rPr lang="en-US" altLang="en-US"/>
              <a:t>Good algorithmic  description of solving the problem</a:t>
            </a:r>
            <a:endParaRPr lang="en-US" altLang="en-US" sz="800"/>
          </a:p>
          <a:p>
            <a:pPr>
              <a:lnSpc>
                <a:spcPct val="90000"/>
              </a:lnSpc>
              <a:tabLst>
                <a:tab pos="739775" algn="l"/>
                <a:tab pos="1020763" algn="l"/>
                <a:tab pos="1257300" algn="l"/>
              </a:tabLst>
            </a:pPr>
            <a:r>
              <a:rPr lang="en-US" altLang="en-US"/>
              <a:t>Two process solution</a:t>
            </a:r>
            <a:endParaRPr lang="en-US" altLang="en-US" sz="800"/>
          </a:p>
          <a:p>
            <a:pPr>
              <a:lnSpc>
                <a:spcPct val="90000"/>
              </a:lnSpc>
              <a:tabLst>
                <a:tab pos="739775" algn="l"/>
                <a:tab pos="1020763" algn="l"/>
                <a:tab pos="1257300" algn="l"/>
              </a:tabLst>
            </a:pPr>
            <a:r>
              <a:rPr lang="en-US" altLang="en-US"/>
              <a:t>Assume that the </a:t>
            </a:r>
            <a:r>
              <a:rPr lang="en-US" altLang="en-US" sz="2000" b="1">
                <a:latin typeface="Courier New" panose="02070309020205020404" pitchFamily="49" charset="0"/>
                <a:cs typeface="Courier New" panose="02070309020205020404" pitchFamily="49" charset="0"/>
              </a:rPr>
              <a:t>load</a:t>
            </a:r>
            <a:r>
              <a:rPr lang="en-US" altLang="en-US">
                <a:latin typeface="Courier New" panose="02070309020205020404" pitchFamily="49" charset="0"/>
                <a:cs typeface="Courier New" panose="02070309020205020404" pitchFamily="49" charset="0"/>
              </a:rPr>
              <a:t> </a:t>
            </a:r>
            <a:r>
              <a:rPr lang="en-US" altLang="en-US"/>
              <a:t>and </a:t>
            </a:r>
            <a:r>
              <a:rPr lang="en-US" altLang="en-US" sz="2000" b="1">
                <a:latin typeface="Courier New" panose="02070309020205020404" pitchFamily="49" charset="0"/>
                <a:cs typeface="Courier New" panose="02070309020205020404" pitchFamily="49" charset="0"/>
              </a:rPr>
              <a:t>store</a:t>
            </a:r>
            <a:r>
              <a:rPr lang="en-US" altLang="en-US"/>
              <a:t> machine-language instructions are atomic; that is, cannot be interrupted</a:t>
            </a:r>
            <a:endParaRPr lang="en-US" altLang="en-US" sz="800"/>
          </a:p>
          <a:p>
            <a:pPr>
              <a:lnSpc>
                <a:spcPct val="90000"/>
              </a:lnSpc>
              <a:tabLst>
                <a:tab pos="739775" algn="l"/>
                <a:tab pos="1020763" algn="l"/>
                <a:tab pos="1257300" algn="l"/>
              </a:tabLst>
            </a:pPr>
            <a:r>
              <a:rPr lang="en-US" altLang="en-US">
                <a:solidFill>
                  <a:srgbClr val="000000"/>
                </a:solidFill>
              </a:rPr>
              <a:t>The two processes share two variables:</a:t>
            </a:r>
          </a:p>
          <a:p>
            <a:pPr lvl="1">
              <a:lnSpc>
                <a:spcPct val="90000"/>
              </a:lnSpc>
              <a:tabLst>
                <a:tab pos="739775" algn="l"/>
                <a:tab pos="1020763" algn="l"/>
                <a:tab pos="1257300" algn="l"/>
              </a:tabLst>
            </a:pPr>
            <a:r>
              <a:rPr lang="en-US" altLang="en-US" sz="1600" b="1">
                <a:latin typeface="Courier New" panose="02070309020205020404" pitchFamily="49" charset="0"/>
              </a:rPr>
              <a:t>int turn; </a:t>
            </a:r>
          </a:p>
          <a:p>
            <a:pPr lvl="1">
              <a:lnSpc>
                <a:spcPct val="90000"/>
              </a:lnSpc>
              <a:tabLst>
                <a:tab pos="739775" algn="l"/>
                <a:tab pos="1020763" algn="l"/>
                <a:tab pos="1257300" algn="l"/>
              </a:tabLst>
            </a:pPr>
            <a:r>
              <a:rPr lang="en-US" altLang="en-US" sz="1600" b="1">
                <a:latin typeface="Courier New" panose="02070309020205020404" pitchFamily="49" charset="0"/>
              </a:rPr>
              <a:t>Boolean flag[2]</a:t>
            </a:r>
          </a:p>
          <a:p>
            <a:pPr lvl="1">
              <a:lnSpc>
                <a:spcPct val="90000"/>
              </a:lnSpc>
              <a:tabLst>
                <a:tab pos="739775" algn="l"/>
                <a:tab pos="1020763" algn="l"/>
                <a:tab pos="1257300" algn="l"/>
              </a:tabLst>
            </a:pPr>
            <a:endParaRPr lang="en-US" altLang="en-US" sz="800" b="1">
              <a:solidFill>
                <a:srgbClr val="000000"/>
              </a:solidFill>
            </a:endParaRPr>
          </a:p>
          <a:p>
            <a:pPr>
              <a:lnSpc>
                <a:spcPct val="90000"/>
              </a:lnSpc>
              <a:tabLst>
                <a:tab pos="739775" algn="l"/>
                <a:tab pos="1020763" algn="l"/>
                <a:tab pos="1257300" algn="l"/>
              </a:tabLst>
            </a:pPr>
            <a:r>
              <a:rPr lang="en-US" altLang="en-US">
                <a:solidFill>
                  <a:srgbClr val="000000"/>
                </a:solidFill>
              </a:rPr>
              <a:t>The variable </a:t>
            </a:r>
            <a:r>
              <a:rPr lang="en-US" altLang="en-US" sz="1600" b="1">
                <a:latin typeface="Courier New" panose="02070309020205020404" pitchFamily="49" charset="0"/>
                <a:cs typeface="Courier New" panose="02070309020205020404" pitchFamily="49" charset="0"/>
              </a:rPr>
              <a:t>turn</a:t>
            </a:r>
            <a:r>
              <a:rPr lang="en-US" altLang="en-US">
                <a:solidFill>
                  <a:srgbClr val="000000"/>
                </a:solidFill>
              </a:rPr>
              <a:t> indicates whose turn it is to enter the critical section</a:t>
            </a:r>
            <a:endParaRPr lang="en-US" altLang="en-US" sz="800">
              <a:solidFill>
                <a:srgbClr val="000000"/>
              </a:solidFill>
            </a:endParaRPr>
          </a:p>
          <a:p>
            <a:pPr>
              <a:lnSpc>
                <a:spcPct val="90000"/>
              </a:lnSpc>
              <a:tabLst>
                <a:tab pos="739775" algn="l"/>
                <a:tab pos="1020763" algn="l"/>
                <a:tab pos="1257300" algn="l"/>
              </a:tabLst>
            </a:pPr>
            <a:r>
              <a:rPr lang="en-US" altLang="en-US">
                <a:solidFill>
                  <a:srgbClr val="000000"/>
                </a:solidFill>
              </a:rPr>
              <a:t>The </a:t>
            </a:r>
            <a:r>
              <a:rPr lang="en-US" altLang="en-US" sz="1600" b="1">
                <a:latin typeface="Courier New" panose="02070309020205020404" pitchFamily="49" charset="0"/>
                <a:cs typeface="Courier New" panose="02070309020205020404" pitchFamily="49" charset="0"/>
              </a:rPr>
              <a:t>flag</a:t>
            </a:r>
            <a:r>
              <a:rPr lang="en-US" altLang="en-US" b="1">
                <a:latin typeface="Courier New" panose="02070309020205020404" pitchFamily="49" charset="0"/>
                <a:cs typeface="Courier New" panose="02070309020205020404" pitchFamily="49" charset="0"/>
              </a:rPr>
              <a:t> </a:t>
            </a:r>
            <a:r>
              <a:rPr lang="en-US" altLang="en-US">
                <a:solidFill>
                  <a:srgbClr val="000000"/>
                </a:solidFill>
              </a:rPr>
              <a:t>array is used to indicate if a process is ready to enter the critical section. </a:t>
            </a:r>
            <a:r>
              <a:rPr lang="en-US" altLang="en-US" sz="1600" b="1">
                <a:latin typeface="Courier New" panose="02070309020205020404" pitchFamily="49" charset="0"/>
                <a:cs typeface="Courier New" panose="02070309020205020404" pitchFamily="49" charset="0"/>
              </a:rPr>
              <a:t>flag[i] = </a:t>
            </a:r>
            <a:r>
              <a:rPr lang="en-US" altLang="en-US" sz="1600" b="1" i="1">
                <a:latin typeface="Courier New" panose="02070309020205020404" pitchFamily="49" charset="0"/>
                <a:cs typeface="Courier New" panose="02070309020205020404" pitchFamily="49" charset="0"/>
              </a:rPr>
              <a:t>true</a:t>
            </a:r>
            <a:r>
              <a:rPr lang="en-US" altLang="en-US" sz="1600">
                <a:solidFill>
                  <a:srgbClr val="000000"/>
                </a:solidFill>
              </a:rPr>
              <a:t>  </a:t>
            </a:r>
            <a:r>
              <a:rPr lang="en-US" altLang="en-US">
                <a:solidFill>
                  <a:srgbClr val="000000"/>
                </a:solidFill>
              </a:rPr>
              <a:t>implies that process </a:t>
            </a:r>
            <a:r>
              <a:rPr lang="en-US" altLang="en-US" sz="2000" b="1">
                <a:solidFill>
                  <a:srgbClr val="000000"/>
                </a:solidFill>
                <a:latin typeface="Courier New" panose="02070309020205020404" pitchFamily="49" charset="0"/>
                <a:cs typeface="Courier New" panose="02070309020205020404" pitchFamily="49" charset="0"/>
              </a:rPr>
              <a:t>P</a:t>
            </a:r>
            <a:r>
              <a:rPr lang="en-US" altLang="en-US" sz="2000" b="1" baseline="-25000">
                <a:solidFill>
                  <a:srgbClr val="000000"/>
                </a:solidFill>
                <a:latin typeface="Courier New" panose="02070309020205020404" pitchFamily="49" charset="0"/>
                <a:cs typeface="Courier New" panose="02070309020205020404" pitchFamily="49" charset="0"/>
              </a:rPr>
              <a:t>i</a:t>
            </a:r>
            <a:r>
              <a:rPr lang="en-US" altLang="en-US">
                <a:solidFill>
                  <a:srgbClr val="000000"/>
                </a:solidFill>
              </a:rPr>
              <a:t> is ready!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322CE9E-7483-4DC1-3F65-05392C02CC03}"/>
              </a:ext>
            </a:extLst>
          </p:cNvPr>
          <p:cNvSpPr/>
          <p:nvPr/>
        </p:nvSpPr>
        <p:spPr bwMode="auto">
          <a:xfrm>
            <a:off x="1682750" y="1704975"/>
            <a:ext cx="3889375" cy="962025"/>
          </a:xfrm>
          <a:prstGeom prst="rect">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wrap="none" lIns="64002" tIns="32001" rIns="64002" bIns="32001"/>
          <a:lstStyle/>
          <a:p>
            <a:pPr>
              <a:defRPr/>
            </a:pPr>
            <a:endParaRPr lang="en-US">
              <a:solidFill>
                <a:schemeClr val="tx1"/>
              </a:solidFill>
              <a:latin typeface="Verdana" charset="0"/>
            </a:endParaRPr>
          </a:p>
        </p:txBody>
      </p:sp>
      <p:sp>
        <p:nvSpPr>
          <p:cNvPr id="7" name="Rectangle 6">
            <a:extLst>
              <a:ext uri="{FF2B5EF4-FFF2-40B4-BE49-F238E27FC236}">
                <a16:creationId xmlns:a16="http://schemas.microsoft.com/office/drawing/2014/main" id="{6DF7AB29-4A2C-2124-E262-7B7D306F71C6}"/>
              </a:ext>
            </a:extLst>
          </p:cNvPr>
          <p:cNvSpPr/>
          <p:nvPr/>
        </p:nvSpPr>
        <p:spPr bwMode="auto">
          <a:xfrm>
            <a:off x="1700213" y="2968625"/>
            <a:ext cx="2162175" cy="387350"/>
          </a:xfrm>
          <a:prstGeom prst="rect">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wrap="none" lIns="64002" tIns="32001" rIns="64002" bIns="32001"/>
          <a:lstStyle/>
          <a:p>
            <a:pPr>
              <a:defRPr/>
            </a:pPr>
            <a:endParaRPr lang="en-US">
              <a:solidFill>
                <a:schemeClr val="tx1"/>
              </a:solidFill>
              <a:latin typeface="Verdana" charset="0"/>
            </a:endParaRPr>
          </a:p>
        </p:txBody>
      </p:sp>
      <p:sp>
        <p:nvSpPr>
          <p:cNvPr id="29700" name="Rectangle 2">
            <a:extLst>
              <a:ext uri="{FF2B5EF4-FFF2-40B4-BE49-F238E27FC236}">
                <a16:creationId xmlns:a16="http://schemas.microsoft.com/office/drawing/2014/main" id="{F1BA3D1D-4A67-2802-B532-360C396D10B0}"/>
              </a:ext>
            </a:extLst>
          </p:cNvPr>
          <p:cNvSpPr>
            <a:spLocks noGrp="1" noChangeArrowheads="1"/>
          </p:cNvSpPr>
          <p:nvPr>
            <p:ph type="title"/>
          </p:nvPr>
        </p:nvSpPr>
        <p:spPr>
          <a:xfrm>
            <a:off x="457200" y="277813"/>
            <a:ext cx="8291513" cy="576262"/>
          </a:xfrm>
        </p:spPr>
        <p:txBody>
          <a:bodyPr/>
          <a:lstStyle/>
          <a:p>
            <a:pPr eaLnBrk="1" hangingPunct="1"/>
            <a:r>
              <a:rPr lang="en-US" altLang="en-US"/>
              <a:t>Algorithm for Process </a:t>
            </a:r>
            <a:r>
              <a:rPr lang="en-US" altLang="en-US">
                <a:solidFill>
                  <a:srgbClr val="0000FF"/>
                </a:solidFill>
              </a:rPr>
              <a:t>P</a:t>
            </a:r>
            <a:r>
              <a:rPr lang="en-US" altLang="en-US" baseline="-25000">
                <a:solidFill>
                  <a:srgbClr val="0000FF"/>
                </a:solidFill>
              </a:rPr>
              <a:t>i</a:t>
            </a:r>
          </a:p>
        </p:txBody>
      </p:sp>
      <p:sp>
        <p:nvSpPr>
          <p:cNvPr id="29701" name="Rectangle 3">
            <a:extLst>
              <a:ext uri="{FF2B5EF4-FFF2-40B4-BE49-F238E27FC236}">
                <a16:creationId xmlns:a16="http://schemas.microsoft.com/office/drawing/2014/main" id="{BD375090-2E2E-B5A9-50EC-B02841BDA36F}"/>
              </a:ext>
            </a:extLst>
          </p:cNvPr>
          <p:cNvSpPr>
            <a:spLocks noGrp="1" noChangeArrowheads="1"/>
          </p:cNvSpPr>
          <p:nvPr>
            <p:ph idx="1"/>
          </p:nvPr>
        </p:nvSpPr>
        <p:spPr>
          <a:xfrm>
            <a:off x="820738" y="1311275"/>
            <a:ext cx="7742237" cy="4770438"/>
          </a:xfrm>
        </p:spPr>
        <p:txBody>
          <a:bodyPr/>
          <a:lstStyle/>
          <a:p>
            <a:pPr>
              <a:buFont typeface="Monotype Sorts" pitchFamily="-84" charset="2"/>
              <a:buNone/>
            </a:pPr>
            <a:r>
              <a:rPr lang="en-US" altLang="en-US" b="1">
                <a:solidFill>
                  <a:srgbClr val="000000"/>
                </a:solidFill>
                <a:latin typeface="Courier New" panose="02070309020205020404" pitchFamily="49" charset="0"/>
                <a:cs typeface="Courier New" panose="02070309020205020404" pitchFamily="49" charset="0"/>
              </a:rPr>
              <a:t>	do </a:t>
            </a:r>
            <a:r>
              <a:rPr lang="en-US" altLang="en-US" sz="1600" b="1">
                <a:solidFill>
                  <a:srgbClr val="000000"/>
                </a:solidFill>
                <a:latin typeface="Courier New" panose="02070309020205020404" pitchFamily="49" charset="0"/>
                <a:cs typeface="Courier New" panose="02070309020205020404" pitchFamily="49" charset="0"/>
              </a:rPr>
              <a:t>{ </a:t>
            </a:r>
          </a:p>
          <a:p>
            <a:pPr>
              <a:buFont typeface="Monotype Sorts" pitchFamily="-84" charset="2"/>
              <a:buNone/>
            </a:pPr>
            <a:r>
              <a:rPr lang="en-US" altLang="en-US" sz="1600" b="1">
                <a:solidFill>
                  <a:srgbClr val="000000"/>
                </a:solidFill>
                <a:latin typeface="Courier New" panose="02070309020205020404" pitchFamily="49" charset="0"/>
                <a:cs typeface="Courier New" panose="02070309020205020404" pitchFamily="49" charset="0"/>
              </a:rPr>
              <a:t>		flag[i] = true; </a:t>
            </a:r>
          </a:p>
          <a:p>
            <a:pPr>
              <a:buFont typeface="Monotype Sorts" pitchFamily="-84" charset="2"/>
              <a:buNone/>
            </a:pPr>
            <a:r>
              <a:rPr lang="en-US" altLang="en-US" sz="1600" b="1">
                <a:solidFill>
                  <a:srgbClr val="000000"/>
                </a:solidFill>
                <a:latin typeface="Courier New" panose="02070309020205020404" pitchFamily="49" charset="0"/>
                <a:cs typeface="Courier New" panose="02070309020205020404" pitchFamily="49" charset="0"/>
              </a:rPr>
              <a:t>		turn = j; </a:t>
            </a:r>
          </a:p>
          <a:p>
            <a:pPr>
              <a:buFont typeface="Monotype Sorts" pitchFamily="-84" charset="2"/>
              <a:buNone/>
            </a:pPr>
            <a:r>
              <a:rPr lang="en-US" altLang="en-US" sz="1600" b="1">
                <a:solidFill>
                  <a:srgbClr val="000000"/>
                </a:solidFill>
                <a:latin typeface="Courier New" panose="02070309020205020404" pitchFamily="49" charset="0"/>
                <a:cs typeface="Courier New" panose="02070309020205020404" pitchFamily="49" charset="0"/>
              </a:rPr>
              <a:t>		while (flag[j] &amp;&amp; turn = = j); </a:t>
            </a:r>
          </a:p>
          <a:p>
            <a:pPr>
              <a:buFont typeface="Monotype Sorts" pitchFamily="-84" charset="2"/>
              <a:buNone/>
            </a:pPr>
            <a:r>
              <a:rPr lang="en-US" altLang="en-US" sz="1600" b="1">
                <a:solidFill>
                  <a:srgbClr val="000000"/>
                </a:solidFill>
                <a:latin typeface="Courier New" panose="02070309020205020404" pitchFamily="49" charset="0"/>
                <a:cs typeface="Courier New" panose="02070309020205020404" pitchFamily="49" charset="0"/>
              </a:rPr>
              <a:t>			critical section </a:t>
            </a:r>
          </a:p>
          <a:p>
            <a:pPr>
              <a:buFont typeface="Monotype Sorts" pitchFamily="-84" charset="2"/>
              <a:buNone/>
            </a:pPr>
            <a:r>
              <a:rPr lang="en-US" altLang="en-US" sz="1600" b="1">
                <a:solidFill>
                  <a:srgbClr val="000000"/>
                </a:solidFill>
                <a:latin typeface="Courier New" panose="02070309020205020404" pitchFamily="49" charset="0"/>
                <a:cs typeface="Courier New" panose="02070309020205020404" pitchFamily="49" charset="0"/>
              </a:rPr>
              <a:t>		flag[i] = false; </a:t>
            </a:r>
          </a:p>
          <a:p>
            <a:pPr>
              <a:buFont typeface="Monotype Sorts" pitchFamily="-84" charset="2"/>
              <a:buNone/>
            </a:pPr>
            <a:r>
              <a:rPr lang="en-US" altLang="en-US" sz="1600" b="1">
                <a:solidFill>
                  <a:srgbClr val="000000"/>
                </a:solidFill>
                <a:latin typeface="Courier New" panose="02070309020205020404" pitchFamily="49" charset="0"/>
                <a:cs typeface="Courier New" panose="02070309020205020404" pitchFamily="49" charset="0"/>
              </a:rPr>
              <a:t>			remainder section </a:t>
            </a:r>
          </a:p>
          <a:p>
            <a:pPr>
              <a:buFont typeface="Monotype Sorts" pitchFamily="-84" charset="2"/>
              <a:buNone/>
            </a:pPr>
            <a:r>
              <a:rPr lang="en-US" altLang="en-US" sz="1600" b="1">
                <a:solidFill>
                  <a:srgbClr val="000000"/>
                </a:solidFill>
                <a:latin typeface="Courier New" panose="02070309020205020404" pitchFamily="49" charset="0"/>
                <a:cs typeface="Courier New" panose="02070309020205020404" pitchFamily="49" charset="0"/>
              </a:rPr>
              <a:t>	 } while (true); </a:t>
            </a:r>
          </a:p>
          <a:p>
            <a:pPr>
              <a:buFont typeface="Monotype Sorts" pitchFamily="-84" charset="2"/>
              <a:buNone/>
            </a:pPr>
            <a:endParaRPr lang="en-US" altLang="en-US" sz="1600">
              <a:solidFill>
                <a:srgbClr val="0000FF"/>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B3268A16-F45F-798C-765C-D2DD7FB22389}"/>
              </a:ext>
            </a:extLst>
          </p:cNvPr>
          <p:cNvSpPr>
            <a:spLocks noGrp="1" noChangeArrowheads="1"/>
          </p:cNvSpPr>
          <p:nvPr>
            <p:ph type="title"/>
          </p:nvPr>
        </p:nvSpPr>
        <p:spPr>
          <a:xfrm>
            <a:off x="1100138" y="277813"/>
            <a:ext cx="7586662" cy="576262"/>
          </a:xfrm>
        </p:spPr>
        <p:txBody>
          <a:bodyPr/>
          <a:lstStyle/>
          <a:p>
            <a:pPr eaLnBrk="1" hangingPunct="1"/>
            <a:r>
              <a:rPr lang="en-US" altLang="en-US"/>
              <a:t>Peterson</a:t>
            </a:r>
            <a:r>
              <a:rPr lang="ja-JP" altLang="en-US"/>
              <a:t>’</a:t>
            </a:r>
            <a:r>
              <a:rPr lang="en-US" altLang="ja-JP"/>
              <a:t>s Solution (Cont.)</a:t>
            </a:r>
            <a:endParaRPr lang="en-US" altLang="en-US"/>
          </a:p>
        </p:txBody>
      </p:sp>
      <p:sp>
        <p:nvSpPr>
          <p:cNvPr id="31747" name="Rectangle 3">
            <a:extLst>
              <a:ext uri="{FF2B5EF4-FFF2-40B4-BE49-F238E27FC236}">
                <a16:creationId xmlns:a16="http://schemas.microsoft.com/office/drawing/2014/main" id="{C0062F6E-1640-619B-4E90-835684A94B40}"/>
              </a:ext>
            </a:extLst>
          </p:cNvPr>
          <p:cNvSpPr>
            <a:spLocks noGrp="1" noChangeArrowheads="1"/>
          </p:cNvSpPr>
          <p:nvPr>
            <p:ph idx="1"/>
          </p:nvPr>
        </p:nvSpPr>
        <p:spPr>
          <a:xfrm>
            <a:off x="806450" y="1233488"/>
            <a:ext cx="7623175" cy="4422775"/>
          </a:xfrm>
        </p:spPr>
        <p:txBody>
          <a:bodyPr/>
          <a:lstStyle/>
          <a:p>
            <a:r>
              <a:rPr lang="en-US" altLang="en-US">
                <a:solidFill>
                  <a:srgbClr val="000000"/>
                </a:solidFill>
              </a:rPr>
              <a:t>Provable that the three  CS requirement are met:</a:t>
            </a:r>
          </a:p>
          <a:p>
            <a:pPr>
              <a:buFont typeface="Monotype Sorts" pitchFamily="-84" charset="2"/>
              <a:buNone/>
            </a:pPr>
            <a:r>
              <a:rPr lang="en-US" altLang="en-US">
                <a:solidFill>
                  <a:srgbClr val="000000"/>
                </a:solidFill>
              </a:rPr>
              <a:t>        1.   Mutual exclusion is preserved</a:t>
            </a:r>
          </a:p>
          <a:p>
            <a:pPr>
              <a:buFont typeface="Monotype Sorts" pitchFamily="-84" charset="2"/>
              <a:buNone/>
            </a:pPr>
            <a:r>
              <a:rPr lang="en-US" altLang="en-US">
                <a:solidFill>
                  <a:srgbClr val="000000"/>
                </a:solidFill>
              </a:rPr>
              <a:t>                </a:t>
            </a:r>
            <a:r>
              <a:rPr lang="en-US" altLang="en-US" sz="2000" b="1">
                <a:solidFill>
                  <a:srgbClr val="000000"/>
                </a:solidFill>
                <a:latin typeface="Courier New" panose="02070309020205020404" pitchFamily="49" charset="0"/>
                <a:cs typeface="Courier New" panose="02070309020205020404" pitchFamily="49" charset="0"/>
              </a:rPr>
              <a:t>P</a:t>
            </a:r>
            <a:r>
              <a:rPr lang="en-US" altLang="en-US" sz="2000" b="1" baseline="-25000">
                <a:solidFill>
                  <a:srgbClr val="000000"/>
                </a:solidFill>
                <a:latin typeface="Courier New" panose="02070309020205020404" pitchFamily="49" charset="0"/>
                <a:cs typeface="Courier New" panose="02070309020205020404" pitchFamily="49" charset="0"/>
              </a:rPr>
              <a:t>i</a:t>
            </a:r>
            <a:r>
              <a:rPr lang="en-US" altLang="en-US" b="1">
                <a:solidFill>
                  <a:srgbClr val="000000"/>
                </a:solidFill>
                <a:latin typeface="Courier New" panose="02070309020205020404" pitchFamily="49" charset="0"/>
                <a:cs typeface="Courier New" panose="02070309020205020404" pitchFamily="49" charset="0"/>
              </a:rPr>
              <a:t> </a:t>
            </a:r>
            <a:r>
              <a:rPr lang="en-US" altLang="en-US">
                <a:solidFill>
                  <a:srgbClr val="000000"/>
                </a:solidFill>
              </a:rPr>
              <a:t>enters CS only if:</a:t>
            </a:r>
          </a:p>
          <a:p>
            <a:pPr>
              <a:buFont typeface="Monotype Sorts" pitchFamily="-84" charset="2"/>
              <a:buNone/>
            </a:pPr>
            <a:r>
              <a:rPr lang="en-US" altLang="en-US">
                <a:solidFill>
                  <a:srgbClr val="000000"/>
                </a:solidFill>
              </a:rPr>
              <a:t>                      either </a:t>
            </a:r>
            <a:r>
              <a:rPr lang="en-US" altLang="en-US" b="1">
                <a:solidFill>
                  <a:srgbClr val="000000"/>
                </a:solidFill>
                <a:latin typeface="Courier New" panose="02070309020205020404" pitchFamily="49" charset="0"/>
                <a:cs typeface="Courier New" panose="02070309020205020404" pitchFamily="49" charset="0"/>
              </a:rPr>
              <a:t>flag[j] = false </a:t>
            </a:r>
            <a:r>
              <a:rPr lang="en-US" altLang="en-US">
                <a:solidFill>
                  <a:srgbClr val="000000"/>
                </a:solidFill>
              </a:rPr>
              <a:t>or</a:t>
            </a:r>
            <a:r>
              <a:rPr lang="en-US" altLang="en-US" b="1">
                <a:solidFill>
                  <a:srgbClr val="000000"/>
                </a:solidFill>
                <a:latin typeface="Courier New" panose="02070309020205020404" pitchFamily="49" charset="0"/>
                <a:cs typeface="Courier New" panose="02070309020205020404" pitchFamily="49" charset="0"/>
              </a:rPr>
              <a:t> turn = i</a:t>
            </a:r>
            <a:endParaRPr lang="en-US" altLang="en-US">
              <a:solidFill>
                <a:srgbClr val="000000"/>
              </a:solidFill>
            </a:endParaRPr>
          </a:p>
          <a:p>
            <a:pPr>
              <a:buFont typeface="Monotype Sorts" pitchFamily="-84" charset="2"/>
              <a:buNone/>
            </a:pPr>
            <a:r>
              <a:rPr lang="en-US" altLang="en-US">
                <a:solidFill>
                  <a:srgbClr val="000000"/>
                </a:solidFill>
              </a:rPr>
              <a:t>        2.   Progress requirement is satisfied</a:t>
            </a:r>
          </a:p>
          <a:p>
            <a:pPr>
              <a:buFont typeface="Monotype Sorts" pitchFamily="-84" charset="2"/>
              <a:buNone/>
            </a:pPr>
            <a:r>
              <a:rPr lang="en-US" altLang="en-US">
                <a:solidFill>
                  <a:srgbClr val="000000"/>
                </a:solidFill>
              </a:rPr>
              <a:t>        3.   Bounded-waiting requirement is met</a:t>
            </a:r>
            <a:endParaRPr lang="en-US" altLang="en-US" sz="1600">
              <a:solidFill>
                <a:srgbClr val="000000"/>
              </a:solidFill>
            </a:endParaRPr>
          </a:p>
          <a:p>
            <a:pPr>
              <a:lnSpc>
                <a:spcPct val="90000"/>
              </a:lnSpc>
            </a:pPr>
            <a:endParaRPr lang="en-US"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D2A3639D-D09B-6166-047B-735D9B2C8819}"/>
              </a:ext>
            </a:extLst>
          </p:cNvPr>
          <p:cNvSpPr>
            <a:spLocks noGrp="1" noChangeArrowheads="1"/>
          </p:cNvSpPr>
          <p:nvPr>
            <p:ph type="title"/>
          </p:nvPr>
        </p:nvSpPr>
        <p:spPr>
          <a:xfrm>
            <a:off x="1100138" y="277813"/>
            <a:ext cx="7586662" cy="576262"/>
          </a:xfrm>
        </p:spPr>
        <p:txBody>
          <a:bodyPr/>
          <a:lstStyle/>
          <a:p>
            <a:pPr eaLnBrk="1" hangingPunct="1"/>
            <a:r>
              <a:rPr lang="en-US" altLang="en-US"/>
              <a:t>Synchronization Hardware</a:t>
            </a:r>
          </a:p>
        </p:txBody>
      </p:sp>
      <p:sp>
        <p:nvSpPr>
          <p:cNvPr id="33795" name="Rectangle 3">
            <a:extLst>
              <a:ext uri="{FF2B5EF4-FFF2-40B4-BE49-F238E27FC236}">
                <a16:creationId xmlns:a16="http://schemas.microsoft.com/office/drawing/2014/main" id="{9D29F6D4-91E7-A0CA-8EE0-B6A69F449B4C}"/>
              </a:ext>
            </a:extLst>
          </p:cNvPr>
          <p:cNvSpPr>
            <a:spLocks noGrp="1" noChangeArrowheads="1"/>
          </p:cNvSpPr>
          <p:nvPr>
            <p:ph idx="1"/>
          </p:nvPr>
        </p:nvSpPr>
        <p:spPr>
          <a:xfrm>
            <a:off x="908050" y="1233488"/>
            <a:ext cx="7161213" cy="4422775"/>
          </a:xfrm>
        </p:spPr>
        <p:txBody>
          <a:bodyPr/>
          <a:lstStyle/>
          <a:p>
            <a:pPr>
              <a:lnSpc>
                <a:spcPct val="90000"/>
              </a:lnSpc>
              <a:tabLst>
                <a:tab pos="739775" algn="l"/>
                <a:tab pos="1020763" algn="l"/>
                <a:tab pos="1257300" algn="l"/>
              </a:tabLst>
            </a:pPr>
            <a:r>
              <a:rPr lang="en-US" altLang="en-US"/>
              <a:t>Many systems provide hardware support for implementing the critical section code.</a:t>
            </a:r>
          </a:p>
          <a:p>
            <a:pPr>
              <a:lnSpc>
                <a:spcPct val="90000"/>
              </a:lnSpc>
              <a:tabLst>
                <a:tab pos="739775" algn="l"/>
                <a:tab pos="1020763" algn="l"/>
                <a:tab pos="1257300" algn="l"/>
              </a:tabLst>
            </a:pPr>
            <a:r>
              <a:rPr lang="en-US" altLang="en-US"/>
              <a:t>All solutions below based on idea of </a:t>
            </a:r>
            <a:r>
              <a:rPr lang="en-US" altLang="en-US" b="1">
                <a:solidFill>
                  <a:srgbClr val="3366FF"/>
                </a:solidFill>
              </a:rPr>
              <a:t>locking</a:t>
            </a:r>
          </a:p>
          <a:p>
            <a:pPr lvl="1">
              <a:lnSpc>
                <a:spcPct val="90000"/>
              </a:lnSpc>
              <a:tabLst>
                <a:tab pos="739775" algn="l"/>
                <a:tab pos="1020763" algn="l"/>
                <a:tab pos="1257300" algn="l"/>
              </a:tabLst>
            </a:pPr>
            <a:r>
              <a:rPr lang="en-US" altLang="en-US"/>
              <a:t>Protecting critical regions via locks</a:t>
            </a:r>
          </a:p>
          <a:p>
            <a:pPr>
              <a:lnSpc>
                <a:spcPct val="90000"/>
              </a:lnSpc>
              <a:tabLst>
                <a:tab pos="739775" algn="l"/>
                <a:tab pos="1020763" algn="l"/>
                <a:tab pos="1257300" algn="l"/>
              </a:tabLst>
            </a:pPr>
            <a:r>
              <a:rPr lang="en-US" altLang="en-US"/>
              <a:t>Uniprocessors – could disable interrupts</a:t>
            </a:r>
          </a:p>
          <a:p>
            <a:pPr lvl="1">
              <a:lnSpc>
                <a:spcPct val="90000"/>
              </a:lnSpc>
              <a:tabLst>
                <a:tab pos="739775" algn="l"/>
                <a:tab pos="1020763" algn="l"/>
                <a:tab pos="1257300" algn="l"/>
              </a:tabLst>
            </a:pPr>
            <a:r>
              <a:rPr lang="en-US" altLang="en-US"/>
              <a:t>Currently running code would execute without preemption</a:t>
            </a:r>
          </a:p>
          <a:p>
            <a:pPr lvl="1">
              <a:lnSpc>
                <a:spcPct val="90000"/>
              </a:lnSpc>
              <a:tabLst>
                <a:tab pos="739775" algn="l"/>
                <a:tab pos="1020763" algn="l"/>
                <a:tab pos="1257300" algn="l"/>
              </a:tabLst>
            </a:pPr>
            <a:r>
              <a:rPr lang="en-US" altLang="en-US"/>
              <a:t>Generally too inefficient on multiprocessor systems</a:t>
            </a:r>
          </a:p>
          <a:p>
            <a:pPr lvl="2">
              <a:lnSpc>
                <a:spcPct val="90000"/>
              </a:lnSpc>
              <a:tabLst>
                <a:tab pos="739775" algn="l"/>
                <a:tab pos="1020763" algn="l"/>
                <a:tab pos="1257300" algn="l"/>
              </a:tabLst>
            </a:pPr>
            <a:r>
              <a:rPr lang="en-US" altLang="en-US"/>
              <a:t>Operating systems using this not broadly scalable</a:t>
            </a:r>
          </a:p>
          <a:p>
            <a:pPr>
              <a:lnSpc>
                <a:spcPct val="90000"/>
              </a:lnSpc>
              <a:tabLst>
                <a:tab pos="739775" algn="l"/>
                <a:tab pos="1020763" algn="l"/>
                <a:tab pos="1257300" algn="l"/>
              </a:tabLst>
            </a:pPr>
            <a:r>
              <a:rPr lang="en-US" altLang="en-US"/>
              <a:t>Modern machines provide special atomic hardware instructions</a:t>
            </a:r>
          </a:p>
          <a:p>
            <a:pPr lvl="2">
              <a:lnSpc>
                <a:spcPct val="90000"/>
              </a:lnSpc>
              <a:tabLst>
                <a:tab pos="739775" algn="l"/>
                <a:tab pos="1020763" algn="l"/>
                <a:tab pos="1257300" algn="l"/>
              </a:tabLst>
            </a:pPr>
            <a:r>
              <a:rPr lang="en-US" altLang="en-US" b="1">
                <a:solidFill>
                  <a:srgbClr val="3366FF"/>
                </a:solidFill>
              </a:rPr>
              <a:t>Atomic</a:t>
            </a:r>
            <a:r>
              <a:rPr lang="en-US" altLang="en-US"/>
              <a:t> = non-interruptible</a:t>
            </a:r>
          </a:p>
          <a:p>
            <a:pPr lvl="1">
              <a:lnSpc>
                <a:spcPct val="90000"/>
              </a:lnSpc>
              <a:tabLst>
                <a:tab pos="739775" algn="l"/>
                <a:tab pos="1020763" algn="l"/>
                <a:tab pos="1257300" algn="l"/>
              </a:tabLst>
            </a:pPr>
            <a:r>
              <a:rPr lang="en-US" altLang="en-US"/>
              <a:t>Either test memory word and set value</a:t>
            </a:r>
          </a:p>
          <a:p>
            <a:pPr lvl="1">
              <a:lnSpc>
                <a:spcPct val="90000"/>
              </a:lnSpc>
              <a:tabLst>
                <a:tab pos="739775" algn="l"/>
                <a:tab pos="1020763" algn="l"/>
                <a:tab pos="1257300" algn="l"/>
              </a:tabLst>
            </a:pPr>
            <a:r>
              <a:rPr lang="en-US" altLang="en-US"/>
              <a:t>Or swap contents of two memory words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A1ECFA8-8410-A187-FEE6-90F976DE5E7F}"/>
              </a:ext>
            </a:extLst>
          </p:cNvPr>
          <p:cNvSpPr/>
          <p:nvPr/>
        </p:nvSpPr>
        <p:spPr bwMode="auto">
          <a:xfrm>
            <a:off x="1898650" y="2058988"/>
            <a:ext cx="1674813" cy="376237"/>
          </a:xfrm>
          <a:prstGeom prst="rect">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wrap="none" lIns="64002" tIns="32001" rIns="64002" bIns="32001"/>
          <a:lstStyle/>
          <a:p>
            <a:pPr>
              <a:defRPr/>
            </a:pPr>
            <a:endParaRPr lang="en-US">
              <a:solidFill>
                <a:schemeClr val="tx1"/>
              </a:solidFill>
              <a:latin typeface="Verdana" charset="0"/>
            </a:endParaRPr>
          </a:p>
        </p:txBody>
      </p:sp>
      <p:sp>
        <p:nvSpPr>
          <p:cNvPr id="6" name="Rectangle 5">
            <a:extLst>
              <a:ext uri="{FF2B5EF4-FFF2-40B4-BE49-F238E27FC236}">
                <a16:creationId xmlns:a16="http://schemas.microsoft.com/office/drawing/2014/main" id="{36DB2485-1154-7C48-6064-E0F4C6E1C96E}"/>
              </a:ext>
            </a:extLst>
          </p:cNvPr>
          <p:cNvSpPr/>
          <p:nvPr/>
        </p:nvSpPr>
        <p:spPr bwMode="auto">
          <a:xfrm>
            <a:off x="1906588" y="1419225"/>
            <a:ext cx="1674812" cy="346075"/>
          </a:xfrm>
          <a:prstGeom prst="rect">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wrap="none" lIns="64002" tIns="32001" rIns="64002" bIns="32001"/>
          <a:lstStyle/>
          <a:p>
            <a:pPr>
              <a:defRPr/>
            </a:pPr>
            <a:endParaRPr lang="en-US">
              <a:solidFill>
                <a:schemeClr val="tx1"/>
              </a:solidFill>
              <a:latin typeface="Verdana" charset="0"/>
            </a:endParaRPr>
          </a:p>
        </p:txBody>
      </p:sp>
      <p:sp>
        <p:nvSpPr>
          <p:cNvPr id="35844" name="Title 1">
            <a:extLst>
              <a:ext uri="{FF2B5EF4-FFF2-40B4-BE49-F238E27FC236}">
                <a16:creationId xmlns:a16="http://schemas.microsoft.com/office/drawing/2014/main" id="{B703EFC8-9BDF-88F1-C34E-77F394E7B7C7}"/>
              </a:ext>
            </a:extLst>
          </p:cNvPr>
          <p:cNvSpPr>
            <a:spLocks noGrp="1" noChangeArrowheads="1"/>
          </p:cNvSpPr>
          <p:nvPr>
            <p:ph type="title"/>
          </p:nvPr>
        </p:nvSpPr>
        <p:spPr>
          <a:xfrm>
            <a:off x="1193800" y="119063"/>
            <a:ext cx="8154988" cy="576262"/>
          </a:xfrm>
        </p:spPr>
        <p:txBody>
          <a:bodyPr/>
          <a:lstStyle/>
          <a:p>
            <a:r>
              <a:rPr lang="en-US" altLang="en-US" sz="2400"/>
              <a:t>Solution to Critical-section Problem Using Locks</a:t>
            </a:r>
          </a:p>
        </p:txBody>
      </p:sp>
      <p:sp>
        <p:nvSpPr>
          <p:cNvPr id="35845" name="Content Placeholder 2">
            <a:extLst>
              <a:ext uri="{FF2B5EF4-FFF2-40B4-BE49-F238E27FC236}">
                <a16:creationId xmlns:a16="http://schemas.microsoft.com/office/drawing/2014/main" id="{38F08F9E-FEFA-F8C3-D7B5-9994C1321F83}"/>
              </a:ext>
            </a:extLst>
          </p:cNvPr>
          <p:cNvSpPr>
            <a:spLocks noGrp="1" noChangeArrowheads="1"/>
          </p:cNvSpPr>
          <p:nvPr>
            <p:ph idx="1"/>
          </p:nvPr>
        </p:nvSpPr>
        <p:spPr>
          <a:xfrm>
            <a:off x="996950" y="1103313"/>
            <a:ext cx="7727950" cy="4530725"/>
          </a:xfrm>
        </p:spPr>
        <p:txBody>
          <a:bodyPr/>
          <a:lstStyle/>
          <a:p>
            <a:pPr>
              <a:buFont typeface="Monotype Sorts" pitchFamily="-84" charset="2"/>
              <a:buNone/>
            </a:pPr>
            <a:r>
              <a:rPr lang="en-US" altLang="en-US" sz="1400" b="1">
                <a:solidFill>
                  <a:srgbClr val="000000"/>
                </a:solidFill>
                <a:latin typeface="Courier New" panose="02070309020205020404" pitchFamily="49" charset="0"/>
                <a:cs typeface="Courier New" panose="02070309020205020404" pitchFamily="49" charset="0"/>
              </a:rPr>
              <a:t>	</a:t>
            </a:r>
            <a:r>
              <a:rPr lang="en-US" altLang="en-US" sz="1600" b="1">
                <a:solidFill>
                  <a:srgbClr val="000000"/>
                </a:solidFill>
                <a:latin typeface="Courier New" panose="02070309020205020404" pitchFamily="49" charset="0"/>
                <a:cs typeface="Courier New" panose="02070309020205020404" pitchFamily="49" charset="0"/>
              </a:rPr>
              <a:t>do { </a:t>
            </a:r>
          </a:p>
          <a:p>
            <a:pPr>
              <a:buFont typeface="Monotype Sorts" pitchFamily="-84" charset="2"/>
              <a:buNone/>
            </a:pPr>
            <a:r>
              <a:rPr lang="en-US" altLang="en-US" sz="1600" b="1">
                <a:solidFill>
                  <a:srgbClr val="000000"/>
                </a:solidFill>
                <a:latin typeface="Courier New" panose="02070309020205020404" pitchFamily="49" charset="0"/>
                <a:cs typeface="Courier New" panose="02070309020205020404" pitchFamily="49" charset="0"/>
              </a:rPr>
              <a:t>		acquire lock </a:t>
            </a:r>
          </a:p>
          <a:p>
            <a:pPr>
              <a:buFont typeface="Monotype Sorts" pitchFamily="-84" charset="2"/>
              <a:buNone/>
            </a:pPr>
            <a:r>
              <a:rPr lang="en-US" altLang="en-US" sz="1600" b="1">
                <a:solidFill>
                  <a:srgbClr val="000000"/>
                </a:solidFill>
                <a:latin typeface="Courier New" panose="02070309020205020404" pitchFamily="49" charset="0"/>
                <a:cs typeface="Courier New" panose="02070309020205020404" pitchFamily="49" charset="0"/>
              </a:rPr>
              <a:t>			critical section </a:t>
            </a:r>
          </a:p>
          <a:p>
            <a:pPr>
              <a:buFont typeface="Monotype Sorts" pitchFamily="-84" charset="2"/>
              <a:buNone/>
            </a:pPr>
            <a:r>
              <a:rPr lang="en-US" altLang="en-US" sz="1600" b="1">
                <a:solidFill>
                  <a:srgbClr val="000000"/>
                </a:solidFill>
                <a:latin typeface="Courier New" panose="02070309020205020404" pitchFamily="49" charset="0"/>
                <a:cs typeface="Courier New" panose="02070309020205020404" pitchFamily="49" charset="0"/>
              </a:rPr>
              <a:t>		release lock </a:t>
            </a:r>
          </a:p>
          <a:p>
            <a:pPr>
              <a:buFont typeface="Monotype Sorts" pitchFamily="-84" charset="2"/>
              <a:buNone/>
            </a:pPr>
            <a:r>
              <a:rPr lang="en-US" altLang="en-US" sz="1600" b="1">
                <a:solidFill>
                  <a:srgbClr val="000000"/>
                </a:solidFill>
                <a:latin typeface="Courier New" panose="02070309020205020404" pitchFamily="49" charset="0"/>
                <a:cs typeface="Courier New" panose="02070309020205020404" pitchFamily="49" charset="0"/>
              </a:rPr>
              <a:t>			remainder section </a:t>
            </a:r>
          </a:p>
          <a:p>
            <a:pPr>
              <a:buFont typeface="Monotype Sorts" pitchFamily="-84" charset="2"/>
              <a:buNone/>
            </a:pPr>
            <a:r>
              <a:rPr lang="en-US" altLang="en-US" sz="1600" b="1">
                <a:solidFill>
                  <a:srgbClr val="000000"/>
                </a:solidFill>
                <a:latin typeface="Courier New" panose="02070309020205020404" pitchFamily="49" charset="0"/>
                <a:cs typeface="Courier New" panose="02070309020205020404" pitchFamily="49" charset="0"/>
              </a:rPr>
              <a:t>	} while (TRUE);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91B2B79A-D044-D183-E192-390BEABFF6EB}"/>
              </a:ext>
            </a:extLst>
          </p:cNvPr>
          <p:cNvSpPr>
            <a:spLocks noGrp="1" noChangeArrowheads="1"/>
          </p:cNvSpPr>
          <p:nvPr>
            <p:ph type="title"/>
          </p:nvPr>
        </p:nvSpPr>
        <p:spPr>
          <a:xfrm>
            <a:off x="1287463" y="161925"/>
            <a:ext cx="7399337" cy="576263"/>
          </a:xfrm>
        </p:spPr>
        <p:txBody>
          <a:bodyPr/>
          <a:lstStyle/>
          <a:p>
            <a:pPr eaLnBrk="1" hangingPunct="1"/>
            <a:r>
              <a:rPr lang="en-US" altLang="en-US"/>
              <a:t>test_and_set  Instruction </a:t>
            </a:r>
          </a:p>
        </p:txBody>
      </p:sp>
      <p:sp>
        <p:nvSpPr>
          <p:cNvPr id="37891" name="Rectangle 3">
            <a:extLst>
              <a:ext uri="{FF2B5EF4-FFF2-40B4-BE49-F238E27FC236}">
                <a16:creationId xmlns:a16="http://schemas.microsoft.com/office/drawing/2014/main" id="{3D4C504F-115E-EAD5-ED9F-507C6AFDED2A}"/>
              </a:ext>
            </a:extLst>
          </p:cNvPr>
          <p:cNvSpPr>
            <a:spLocks noGrp="1" noChangeArrowheads="1"/>
          </p:cNvSpPr>
          <p:nvPr>
            <p:ph idx="1"/>
          </p:nvPr>
        </p:nvSpPr>
        <p:spPr>
          <a:xfrm>
            <a:off x="806450" y="827088"/>
            <a:ext cx="7408863" cy="4422775"/>
          </a:xfrm>
        </p:spPr>
        <p:txBody>
          <a:bodyPr/>
          <a:lstStyle/>
          <a:p>
            <a:pPr>
              <a:lnSpc>
                <a:spcPct val="90000"/>
              </a:lnSpc>
              <a:buFont typeface="Monotype Sorts" pitchFamily="-84" charset="2"/>
              <a:buNone/>
              <a:tabLst>
                <a:tab pos="739775" algn="l"/>
                <a:tab pos="1020763" algn="l"/>
                <a:tab pos="1257300" algn="l"/>
              </a:tabLst>
            </a:pPr>
            <a:endParaRPr lang="en-US" altLang="en-US"/>
          </a:p>
          <a:p>
            <a:pPr>
              <a:lnSpc>
                <a:spcPct val="90000"/>
              </a:lnSpc>
              <a:buFont typeface="Monotype Sorts" pitchFamily="-84" charset="2"/>
              <a:buNone/>
              <a:tabLst>
                <a:tab pos="739775" algn="l"/>
                <a:tab pos="1020763" algn="l"/>
                <a:tab pos="1257300" algn="l"/>
              </a:tabLst>
            </a:pPr>
            <a:r>
              <a:rPr lang="en-US" altLang="en-US"/>
              <a:t>   Definition:</a:t>
            </a:r>
            <a:endParaRPr lang="en-US" altLang="en-US" b="1">
              <a:solidFill>
                <a:srgbClr val="000000"/>
              </a:solidFill>
              <a:latin typeface="Courier New" panose="02070309020205020404" pitchFamily="49" charset="0"/>
              <a:cs typeface="Courier New" panose="02070309020205020404" pitchFamily="49" charset="0"/>
            </a:endParaRPr>
          </a:p>
          <a:p>
            <a:pPr>
              <a:lnSpc>
                <a:spcPct val="90000"/>
              </a:lnSpc>
              <a:buFont typeface="Monotype Sorts" pitchFamily="-84" charset="2"/>
              <a:buNone/>
              <a:tabLst>
                <a:tab pos="739775" algn="l"/>
                <a:tab pos="1020763" algn="l"/>
                <a:tab pos="1257300" algn="l"/>
              </a:tabLst>
            </a:pPr>
            <a:r>
              <a:rPr lang="en-US" altLang="en-US" b="1">
                <a:solidFill>
                  <a:srgbClr val="000000"/>
                </a:solidFill>
                <a:latin typeface="Courier New" panose="02070309020205020404" pitchFamily="49" charset="0"/>
                <a:cs typeface="Courier New" panose="02070309020205020404" pitchFamily="49" charset="0"/>
              </a:rPr>
              <a:t>       </a:t>
            </a:r>
            <a:r>
              <a:rPr lang="en-US" altLang="en-US" sz="1600" b="1">
                <a:solidFill>
                  <a:srgbClr val="000000"/>
                </a:solidFill>
                <a:latin typeface="Courier New" panose="02070309020205020404" pitchFamily="49" charset="0"/>
                <a:cs typeface="Courier New" panose="02070309020205020404" pitchFamily="49" charset="0"/>
              </a:rPr>
              <a:t>boolean test_and_set (boolean *target)</a:t>
            </a:r>
          </a:p>
          <a:p>
            <a:pPr>
              <a:lnSpc>
                <a:spcPct val="90000"/>
              </a:lnSpc>
              <a:buFont typeface="Monotype Sorts" pitchFamily="-84" charset="2"/>
              <a:buNone/>
              <a:tabLst>
                <a:tab pos="739775" algn="l"/>
                <a:tab pos="1020763" algn="l"/>
                <a:tab pos="1257300" algn="l"/>
              </a:tabLst>
            </a:pPr>
            <a:r>
              <a:rPr lang="en-US" altLang="en-US" sz="1600" b="1">
                <a:solidFill>
                  <a:srgbClr val="000000"/>
                </a:solidFill>
                <a:latin typeface="Courier New" panose="02070309020205020404" pitchFamily="49" charset="0"/>
                <a:cs typeface="Courier New" panose="02070309020205020404" pitchFamily="49" charset="0"/>
              </a:rPr>
              <a:t>          {</a:t>
            </a:r>
          </a:p>
          <a:p>
            <a:pPr>
              <a:lnSpc>
                <a:spcPct val="90000"/>
              </a:lnSpc>
              <a:buFont typeface="Monotype Sorts" pitchFamily="-84" charset="2"/>
              <a:buNone/>
              <a:tabLst>
                <a:tab pos="739775" algn="l"/>
                <a:tab pos="1020763" algn="l"/>
                <a:tab pos="1257300" algn="l"/>
              </a:tabLst>
            </a:pPr>
            <a:r>
              <a:rPr lang="en-US" altLang="en-US" sz="1600" b="1">
                <a:solidFill>
                  <a:srgbClr val="000000"/>
                </a:solidFill>
                <a:latin typeface="Courier New" panose="02070309020205020404" pitchFamily="49" charset="0"/>
                <a:cs typeface="Courier New" panose="02070309020205020404" pitchFamily="49" charset="0"/>
              </a:rPr>
              <a:t>               boolean rv = *target;</a:t>
            </a:r>
          </a:p>
          <a:p>
            <a:pPr>
              <a:lnSpc>
                <a:spcPct val="90000"/>
              </a:lnSpc>
              <a:buFont typeface="Monotype Sorts" pitchFamily="-84" charset="2"/>
              <a:buNone/>
              <a:tabLst>
                <a:tab pos="739775" algn="l"/>
                <a:tab pos="1020763" algn="l"/>
                <a:tab pos="1257300" algn="l"/>
              </a:tabLst>
            </a:pPr>
            <a:r>
              <a:rPr lang="en-US" altLang="en-US" sz="1600" b="1">
                <a:solidFill>
                  <a:srgbClr val="000000"/>
                </a:solidFill>
                <a:latin typeface="Courier New" panose="02070309020205020404" pitchFamily="49" charset="0"/>
                <a:cs typeface="Courier New" panose="02070309020205020404" pitchFamily="49" charset="0"/>
              </a:rPr>
              <a:t>               *target = TRUE;</a:t>
            </a:r>
          </a:p>
          <a:p>
            <a:pPr>
              <a:lnSpc>
                <a:spcPct val="90000"/>
              </a:lnSpc>
              <a:buFont typeface="Monotype Sorts" pitchFamily="-84" charset="2"/>
              <a:buNone/>
              <a:tabLst>
                <a:tab pos="739775" algn="l"/>
                <a:tab pos="1020763" algn="l"/>
                <a:tab pos="1257300" algn="l"/>
              </a:tabLst>
            </a:pPr>
            <a:r>
              <a:rPr lang="en-US" altLang="en-US" sz="1600" b="1">
                <a:solidFill>
                  <a:srgbClr val="000000"/>
                </a:solidFill>
                <a:latin typeface="Courier New" panose="02070309020205020404" pitchFamily="49" charset="0"/>
                <a:cs typeface="Courier New" panose="02070309020205020404" pitchFamily="49" charset="0"/>
              </a:rPr>
              <a:t>               return rv:</a:t>
            </a:r>
          </a:p>
          <a:p>
            <a:pPr>
              <a:lnSpc>
                <a:spcPct val="90000"/>
              </a:lnSpc>
              <a:buFont typeface="Monotype Sorts" pitchFamily="-84" charset="2"/>
              <a:buNone/>
              <a:tabLst>
                <a:tab pos="739775" algn="l"/>
                <a:tab pos="1020763" algn="l"/>
                <a:tab pos="1257300" algn="l"/>
              </a:tabLst>
            </a:pPr>
            <a:r>
              <a:rPr lang="en-US" altLang="en-US" sz="1600" b="1">
                <a:solidFill>
                  <a:srgbClr val="000000"/>
                </a:solidFill>
                <a:latin typeface="Courier New" panose="02070309020205020404" pitchFamily="49" charset="0"/>
                <a:cs typeface="Courier New" panose="02070309020205020404" pitchFamily="49" charset="0"/>
              </a:rPr>
              <a:t>          }</a:t>
            </a:r>
            <a:endParaRPr lang="en-US" altLang="en-US" sz="1600">
              <a:solidFill>
                <a:srgbClr val="0000FF"/>
              </a:solidFill>
            </a:endParaRPr>
          </a:p>
          <a:p>
            <a:pPr>
              <a:lnSpc>
                <a:spcPct val="90000"/>
              </a:lnSpc>
              <a:buFont typeface="Monotype Sorts" pitchFamily="-84" charset="2"/>
              <a:buAutoNum type="arabicPeriod"/>
              <a:tabLst>
                <a:tab pos="739775" algn="l"/>
                <a:tab pos="1020763" algn="l"/>
                <a:tab pos="1257300" algn="l"/>
              </a:tabLst>
            </a:pPr>
            <a:r>
              <a:rPr lang="en-US" altLang="en-US"/>
              <a:t>Executed atomically</a:t>
            </a:r>
          </a:p>
          <a:p>
            <a:pPr>
              <a:lnSpc>
                <a:spcPct val="90000"/>
              </a:lnSpc>
              <a:buFont typeface="Monotype Sorts" pitchFamily="-84" charset="2"/>
              <a:buAutoNum type="arabicPeriod"/>
              <a:tabLst>
                <a:tab pos="739775" algn="l"/>
                <a:tab pos="1020763" algn="l"/>
                <a:tab pos="1257300" algn="l"/>
              </a:tabLst>
            </a:pPr>
            <a:r>
              <a:rPr lang="en-US" altLang="en-US"/>
              <a:t>Returns the original value of passed parameter</a:t>
            </a:r>
          </a:p>
          <a:p>
            <a:pPr>
              <a:lnSpc>
                <a:spcPct val="90000"/>
              </a:lnSpc>
              <a:buFont typeface="Monotype Sorts" pitchFamily="-84" charset="2"/>
              <a:buAutoNum type="arabicPeriod"/>
              <a:tabLst>
                <a:tab pos="739775" algn="l"/>
                <a:tab pos="1020763" algn="l"/>
                <a:tab pos="1257300" algn="l"/>
              </a:tabLst>
            </a:pPr>
            <a:r>
              <a:rPr lang="en-US" altLang="en-US"/>
              <a:t>Set the new value of passed parameter to “TRUE”.</a:t>
            </a:r>
          </a:p>
          <a:p>
            <a:pPr>
              <a:lnSpc>
                <a:spcPct val="90000"/>
              </a:lnSpc>
              <a:buFont typeface="Monotype Sorts" pitchFamily="-84" charset="2"/>
              <a:buAutoNum type="arabicPeriod"/>
              <a:tabLst>
                <a:tab pos="739775" algn="l"/>
                <a:tab pos="1020763" algn="l"/>
                <a:tab pos="1257300" algn="l"/>
              </a:tabLst>
            </a:pPr>
            <a:endParaRPr lang="en-US" altLang="en-US">
              <a:solidFill>
                <a:srgbClr val="0000FF"/>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7BEEB041-14E7-88A5-75C5-4E199EFA1198}"/>
              </a:ext>
            </a:extLst>
          </p:cNvPr>
          <p:cNvSpPr>
            <a:spLocks noGrp="1" noChangeArrowheads="1"/>
          </p:cNvSpPr>
          <p:nvPr>
            <p:ph type="title"/>
          </p:nvPr>
        </p:nvSpPr>
        <p:spPr>
          <a:xfrm>
            <a:off x="849313" y="161925"/>
            <a:ext cx="7837487" cy="576263"/>
          </a:xfrm>
        </p:spPr>
        <p:txBody>
          <a:bodyPr/>
          <a:lstStyle/>
          <a:p>
            <a:pPr eaLnBrk="1" hangingPunct="1"/>
            <a:r>
              <a:rPr lang="en-US" altLang="en-US"/>
              <a:t>Solution using test_and_set()</a:t>
            </a:r>
          </a:p>
        </p:txBody>
      </p:sp>
      <p:sp>
        <p:nvSpPr>
          <p:cNvPr id="18435" name="Rectangle 3">
            <a:extLst>
              <a:ext uri="{FF2B5EF4-FFF2-40B4-BE49-F238E27FC236}">
                <a16:creationId xmlns:a16="http://schemas.microsoft.com/office/drawing/2014/main" id="{B3316ACD-1111-4DA2-45FD-B3FCA4CA38CA}"/>
              </a:ext>
            </a:extLst>
          </p:cNvPr>
          <p:cNvSpPr>
            <a:spLocks noGrp="1" noChangeArrowheads="1"/>
          </p:cNvSpPr>
          <p:nvPr>
            <p:ph idx="1"/>
          </p:nvPr>
        </p:nvSpPr>
        <p:spPr>
          <a:xfrm>
            <a:off x="869950" y="1193800"/>
            <a:ext cx="6865938" cy="3319463"/>
          </a:xfrm>
        </p:spPr>
        <p:txBody>
          <a:bodyPr/>
          <a:lstStyle/>
          <a:p>
            <a:pPr marL="342866" indent="-342866">
              <a:lnSpc>
                <a:spcPct val="90000"/>
              </a:lnSpc>
              <a:buFont typeface="Monotype Sorts" charset="0"/>
              <a:buChar char="n"/>
              <a:tabLst>
                <a:tab pos="742278" algn="l"/>
                <a:tab pos="1023411" algn="l"/>
                <a:tab pos="1258984" algn="l"/>
              </a:tabLst>
              <a:defRPr/>
            </a:pPr>
            <a:r>
              <a:rPr lang="en-US" dirty="0">
                <a:ea typeface="ＭＳ Ｐゴシック" charset="0"/>
                <a:cs typeface="ＭＳ Ｐゴシック" charset="0"/>
              </a:rPr>
              <a:t>Shared Boolean variable lock, initialized to FALSE</a:t>
            </a:r>
          </a:p>
          <a:p>
            <a:pPr marL="342866" indent="-342866">
              <a:lnSpc>
                <a:spcPct val="90000"/>
              </a:lnSpc>
              <a:buFont typeface="Monotype Sorts" charset="0"/>
              <a:buChar char="n"/>
              <a:tabLst>
                <a:tab pos="742278" algn="l"/>
                <a:tab pos="1023411" algn="l"/>
                <a:tab pos="1258984" algn="l"/>
              </a:tabLst>
              <a:defRPr/>
            </a:pPr>
            <a:r>
              <a:rPr lang="en-US" dirty="0">
                <a:ea typeface="ＭＳ Ｐゴシック" charset="0"/>
                <a:cs typeface="ＭＳ Ｐゴシック" charset="0"/>
              </a:rPr>
              <a:t>Solution:</a:t>
            </a:r>
            <a:endParaRPr lang="en-US" sz="1400" b="1" dirty="0">
              <a:latin typeface="Courier New"/>
              <a:ea typeface="ＭＳ Ｐゴシック" charset="0"/>
              <a:cs typeface="Courier New"/>
            </a:endParaRPr>
          </a:p>
          <a:p>
            <a:pPr marL="0" indent="0">
              <a:buFont typeface="Monotype Sorts" pitchFamily="-84" charset="2"/>
              <a:buNone/>
              <a:defRPr/>
            </a:pPr>
            <a:r>
              <a:rPr lang="en-US" sz="1400" b="1" dirty="0">
                <a:latin typeface="Courier New"/>
                <a:ea typeface="ＭＳ Ｐゴシック" pitchFamily="-84" charset="-128"/>
                <a:cs typeface="Courier New"/>
              </a:rPr>
              <a:t>       </a:t>
            </a:r>
            <a:r>
              <a:rPr lang="en-US" altLang="en-US" sz="1600" b="1" dirty="0" err="1">
                <a:solidFill>
                  <a:srgbClr val="000000"/>
                </a:solidFill>
                <a:latin typeface="Courier New" pitchFamily="49" charset="0"/>
                <a:cs typeface="Courier New" pitchFamily="49" charset="0"/>
              </a:rPr>
              <a:t>do {</a:t>
            </a:r>
            <a:br>
              <a:rPr lang="en-US" altLang="en-US" sz="1600" b="1" dirty="0" err="1">
                <a:solidFill>
                  <a:srgbClr val="000000"/>
                </a:solidFill>
                <a:latin typeface="Courier New" pitchFamily="49" charset="0"/>
                <a:cs typeface="Courier New" pitchFamily="49" charset="0"/>
              </a:rPr>
            </a:br>
            <a:r>
              <a:rPr lang="en-US" altLang="en-US" sz="1600" b="1" dirty="0" err="1">
                <a:solidFill>
                  <a:srgbClr val="000000"/>
                </a:solidFill>
                <a:latin typeface="Courier New" pitchFamily="49" charset="0"/>
                <a:cs typeface="Courier New" pitchFamily="49" charset="0"/>
              </a:rPr>
              <a:t>          while (test_and_set(&amp;lock)) </a:t>
            </a:r>
          </a:p>
          <a:p>
            <a:pPr marL="0" indent="0">
              <a:buFont typeface="Monotype Sorts" pitchFamily="-84" charset="2"/>
              <a:buNone/>
              <a:defRPr/>
            </a:pPr>
            <a:r>
              <a:rPr lang="en-US" altLang="en-US" sz="1600" b="1" dirty="0" err="1">
                <a:solidFill>
                  <a:srgbClr val="000000"/>
                </a:solidFill>
                <a:latin typeface="Courier New" pitchFamily="49" charset="0"/>
                <a:cs typeface="Courier New" pitchFamily="49" charset="0"/>
              </a:rPr>
              <a:t>             ; /* do nothing */ </a:t>
            </a:r>
          </a:p>
          <a:p>
            <a:pPr marL="0" indent="0">
              <a:buFont typeface="Monotype Sorts" pitchFamily="-84" charset="2"/>
              <a:buNone/>
              <a:defRPr/>
            </a:pPr>
            <a:r>
              <a:rPr lang="en-US" altLang="en-US" sz="1600" b="1" dirty="0" err="1">
                <a:solidFill>
                  <a:srgbClr val="000000"/>
                </a:solidFill>
                <a:latin typeface="Courier New" pitchFamily="49" charset="0"/>
                <a:cs typeface="Courier New" pitchFamily="49" charset="0"/>
              </a:rPr>
              <a:t>                 /* critical section */ </a:t>
            </a:r>
          </a:p>
          <a:p>
            <a:pPr marL="0" indent="0">
              <a:buFont typeface="Monotype Sorts" pitchFamily="-84" charset="2"/>
              <a:buNone/>
              <a:defRPr/>
            </a:pPr>
            <a:r>
              <a:rPr lang="en-US" altLang="en-US" sz="1600" b="1" dirty="0" err="1">
                <a:solidFill>
                  <a:srgbClr val="000000"/>
                </a:solidFill>
                <a:latin typeface="Courier New" pitchFamily="49" charset="0"/>
                <a:cs typeface="Courier New" pitchFamily="49" charset="0"/>
              </a:rPr>
              <a:t>          lock = false; </a:t>
            </a:r>
          </a:p>
          <a:p>
            <a:pPr marL="0" indent="0">
              <a:buFont typeface="Monotype Sorts" pitchFamily="-84" charset="2"/>
              <a:buNone/>
              <a:defRPr/>
            </a:pPr>
            <a:r>
              <a:rPr lang="en-US" altLang="en-US" sz="1600" b="1" dirty="0" err="1">
                <a:solidFill>
                  <a:srgbClr val="000000"/>
                </a:solidFill>
                <a:latin typeface="Courier New" pitchFamily="49" charset="0"/>
                <a:cs typeface="Courier New" pitchFamily="49" charset="0"/>
              </a:rPr>
              <a:t>                 /* remainder section */ </a:t>
            </a:r>
          </a:p>
          <a:p>
            <a:pPr marL="0" indent="0">
              <a:buFont typeface="Monotype Sorts" pitchFamily="-84" charset="2"/>
              <a:buNone/>
              <a:defRPr/>
            </a:pPr>
            <a:r>
              <a:rPr lang="en-US" altLang="en-US" sz="1600" b="1" dirty="0" err="1">
                <a:solidFill>
                  <a:srgbClr val="000000"/>
                </a:solidFill>
                <a:latin typeface="Courier New" pitchFamily="49" charset="0"/>
                <a:cs typeface="Courier New" pitchFamily="49" charset="0"/>
              </a:rPr>
              <a:t>       } while (true);</a:t>
            </a:r>
            <a:r>
              <a:rPr lang="en-US" altLang="en-US" b="1" dirty="0" err="1">
                <a:solidFill>
                  <a:srgbClr val="000000"/>
                </a:solidFill>
                <a:latin typeface="Courier New" pitchFamily="49" charset="0"/>
                <a:cs typeface="Courier New" pitchFamily="49" charset="0"/>
              </a:rPr>
              <a:t> </a:t>
            </a:r>
          </a:p>
          <a:p>
            <a:pPr marL="0" indent="0">
              <a:lnSpc>
                <a:spcPct val="90000"/>
              </a:lnSpc>
              <a:buFont typeface="Monotype Sorts" pitchFamily="-84" charset="2"/>
              <a:buNone/>
              <a:tabLst>
                <a:tab pos="742278" algn="l"/>
                <a:tab pos="1023411" algn="l"/>
                <a:tab pos="1258984" algn="l"/>
              </a:tabLst>
              <a:defRPr/>
            </a:pPr>
            <a:endParaRPr lang="en-US" dirty="0">
              <a:solidFill>
                <a:srgbClr val="0000FF"/>
              </a:solidFill>
              <a:ea typeface="ＭＳ Ｐゴシック" charset="0"/>
              <a:cs typeface="ＭＳ Ｐゴシック" charset="0"/>
            </a:endParaRPr>
          </a:p>
          <a:p>
            <a:pPr marL="0" indent="0">
              <a:lnSpc>
                <a:spcPct val="90000"/>
              </a:lnSpc>
              <a:buFont typeface="Monotype Sorts" pitchFamily="-84" charset="2"/>
              <a:buNone/>
              <a:tabLst>
                <a:tab pos="742278" algn="l"/>
                <a:tab pos="1023411" algn="l"/>
                <a:tab pos="1258984" algn="l"/>
              </a:tabLst>
              <a:defRPr/>
            </a:pPr>
            <a:r>
              <a:rPr lang="en-US" dirty="0">
                <a:ea typeface="ＭＳ Ｐゴシック" charset="0"/>
                <a:cs typeface="ＭＳ Ｐゴシック" charset="0"/>
              </a:rPr>
              <a:t>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CD5CBDA7-C260-3D13-E80F-BE87F3AC5B50}"/>
              </a:ext>
            </a:extLst>
          </p:cNvPr>
          <p:cNvSpPr>
            <a:spLocks noGrp="1" noChangeArrowheads="1"/>
          </p:cNvSpPr>
          <p:nvPr>
            <p:ph type="title"/>
          </p:nvPr>
        </p:nvSpPr>
        <p:spPr>
          <a:xfrm>
            <a:off x="1063625" y="277813"/>
            <a:ext cx="7623175" cy="576262"/>
          </a:xfrm>
        </p:spPr>
        <p:txBody>
          <a:bodyPr/>
          <a:lstStyle/>
          <a:p>
            <a:pPr eaLnBrk="1" hangingPunct="1"/>
            <a:r>
              <a:rPr lang="en-US" altLang="en-US"/>
              <a:t>compare_and_swap Instruction</a:t>
            </a:r>
          </a:p>
        </p:txBody>
      </p:sp>
      <p:sp>
        <p:nvSpPr>
          <p:cNvPr id="41987" name="Rectangle 3">
            <a:extLst>
              <a:ext uri="{FF2B5EF4-FFF2-40B4-BE49-F238E27FC236}">
                <a16:creationId xmlns:a16="http://schemas.microsoft.com/office/drawing/2014/main" id="{20A8D18F-64CB-9F16-DB30-24AF8D500830}"/>
              </a:ext>
            </a:extLst>
          </p:cNvPr>
          <p:cNvSpPr>
            <a:spLocks noGrp="1" noChangeArrowheads="1"/>
          </p:cNvSpPr>
          <p:nvPr>
            <p:ph idx="1"/>
          </p:nvPr>
        </p:nvSpPr>
        <p:spPr>
          <a:xfrm>
            <a:off x="806450" y="850900"/>
            <a:ext cx="7916863" cy="4867275"/>
          </a:xfrm>
        </p:spPr>
        <p:txBody>
          <a:bodyPr/>
          <a:lstStyle/>
          <a:p>
            <a:pPr>
              <a:lnSpc>
                <a:spcPct val="90000"/>
              </a:lnSpc>
              <a:buFont typeface="Monotype Sorts" pitchFamily="-84" charset="2"/>
              <a:buNone/>
              <a:tabLst>
                <a:tab pos="741363" algn="l"/>
                <a:tab pos="1022350" algn="l"/>
                <a:tab pos="1258888" algn="l"/>
              </a:tabLst>
            </a:pPr>
            <a:endParaRPr lang="en-US" altLang="en-US"/>
          </a:p>
          <a:p>
            <a:pPr>
              <a:lnSpc>
                <a:spcPct val="90000"/>
              </a:lnSpc>
              <a:buFont typeface="Monotype Sorts" pitchFamily="-84" charset="2"/>
              <a:buNone/>
              <a:tabLst>
                <a:tab pos="741363" algn="l"/>
                <a:tab pos="1022350" algn="l"/>
                <a:tab pos="1258888" algn="l"/>
              </a:tabLst>
            </a:pPr>
            <a:r>
              <a:rPr lang="en-US" altLang="en-US"/>
              <a:t>Definition:</a:t>
            </a:r>
          </a:p>
          <a:p>
            <a:pPr>
              <a:buFont typeface="Monotype Sorts" pitchFamily="-84" charset="2"/>
              <a:buNone/>
              <a:tabLst>
                <a:tab pos="741363" algn="l"/>
                <a:tab pos="1022350" algn="l"/>
                <a:tab pos="1258888" algn="l"/>
              </a:tabLst>
            </a:pPr>
            <a:r>
              <a:rPr lang="en-US" altLang="en-US" sz="1400" b="1">
                <a:latin typeface="Courier New" panose="02070309020205020404" pitchFamily="49" charset="0"/>
                <a:cs typeface="Courier New" panose="02070309020205020404" pitchFamily="49" charset="0"/>
              </a:rPr>
              <a:t>     int compare _and_swap(int *value, int expected, int new_value) { </a:t>
            </a:r>
          </a:p>
          <a:p>
            <a:pPr>
              <a:buFont typeface="Monotype Sorts" pitchFamily="-84" charset="2"/>
              <a:buNone/>
              <a:tabLst>
                <a:tab pos="741363" algn="l"/>
                <a:tab pos="1022350" algn="l"/>
                <a:tab pos="1258888" algn="l"/>
              </a:tabLst>
            </a:pPr>
            <a:r>
              <a:rPr lang="en-US" altLang="en-US" sz="1400" b="1">
                <a:latin typeface="Courier New" panose="02070309020205020404" pitchFamily="49" charset="0"/>
                <a:cs typeface="Courier New" panose="02070309020205020404" pitchFamily="49" charset="0"/>
              </a:rPr>
              <a:t>         int temp = *value; </a:t>
            </a:r>
          </a:p>
          <a:p>
            <a:pPr>
              <a:buFont typeface="Monotype Sorts" pitchFamily="-84" charset="2"/>
              <a:buNone/>
              <a:tabLst>
                <a:tab pos="741363" algn="l"/>
                <a:tab pos="1022350" algn="l"/>
                <a:tab pos="1258888" algn="l"/>
              </a:tabLst>
            </a:pPr>
            <a:endParaRPr lang="en-US" altLang="en-US" sz="1400" b="1">
              <a:latin typeface="Courier New" panose="02070309020205020404" pitchFamily="49" charset="0"/>
              <a:cs typeface="Courier New" panose="02070309020205020404" pitchFamily="49" charset="0"/>
            </a:endParaRPr>
          </a:p>
          <a:p>
            <a:pPr>
              <a:buFont typeface="Monotype Sorts" pitchFamily="-84" charset="2"/>
              <a:buNone/>
              <a:tabLst>
                <a:tab pos="741363" algn="l"/>
                <a:tab pos="1022350" algn="l"/>
                <a:tab pos="1258888" algn="l"/>
              </a:tabLst>
            </a:pPr>
            <a:r>
              <a:rPr lang="en-US" altLang="en-US" sz="1400" b="1">
                <a:latin typeface="Courier New" panose="02070309020205020404" pitchFamily="49" charset="0"/>
                <a:cs typeface="Courier New" panose="02070309020205020404" pitchFamily="49" charset="0"/>
              </a:rPr>
              <a:t>         if (*value == expected) </a:t>
            </a:r>
          </a:p>
          <a:p>
            <a:pPr>
              <a:buFont typeface="Monotype Sorts" pitchFamily="-84" charset="2"/>
              <a:buNone/>
              <a:tabLst>
                <a:tab pos="741363" algn="l"/>
                <a:tab pos="1022350" algn="l"/>
                <a:tab pos="1258888" algn="l"/>
              </a:tabLst>
            </a:pPr>
            <a:r>
              <a:rPr lang="en-US" altLang="en-US" sz="1400" b="1">
                <a:latin typeface="Courier New" panose="02070309020205020404" pitchFamily="49" charset="0"/>
                <a:cs typeface="Courier New" panose="02070309020205020404" pitchFamily="49" charset="0"/>
              </a:rPr>
              <a:t>            *value = new_value; </a:t>
            </a:r>
          </a:p>
          <a:p>
            <a:pPr>
              <a:buFont typeface="Monotype Sorts" pitchFamily="-84" charset="2"/>
              <a:buNone/>
              <a:tabLst>
                <a:tab pos="741363" algn="l"/>
                <a:tab pos="1022350" algn="l"/>
                <a:tab pos="1258888" algn="l"/>
              </a:tabLst>
            </a:pPr>
            <a:r>
              <a:rPr lang="en-US" altLang="en-US" sz="1400" b="1">
                <a:latin typeface="Courier New" panose="02070309020205020404" pitchFamily="49" charset="0"/>
                <a:cs typeface="Courier New" panose="02070309020205020404" pitchFamily="49" charset="0"/>
              </a:rPr>
              <a:t>      return temp; </a:t>
            </a:r>
          </a:p>
          <a:p>
            <a:pPr>
              <a:buFont typeface="Monotype Sorts" pitchFamily="-84" charset="2"/>
              <a:buNone/>
              <a:tabLst>
                <a:tab pos="741363" algn="l"/>
                <a:tab pos="1022350" algn="l"/>
                <a:tab pos="1258888" algn="l"/>
              </a:tabLst>
            </a:pPr>
            <a:r>
              <a:rPr lang="en-US" altLang="en-US" sz="1400" b="1">
                <a:latin typeface="Courier New" panose="02070309020205020404" pitchFamily="49" charset="0"/>
                <a:cs typeface="Courier New" panose="02070309020205020404" pitchFamily="49" charset="0"/>
              </a:rPr>
              <a:t>     } </a:t>
            </a:r>
          </a:p>
          <a:p>
            <a:pPr>
              <a:lnSpc>
                <a:spcPct val="90000"/>
              </a:lnSpc>
              <a:buFont typeface="Monotype Sorts" pitchFamily="-84" charset="2"/>
              <a:buAutoNum type="arabicPeriod"/>
              <a:tabLst>
                <a:tab pos="741363" algn="l"/>
                <a:tab pos="1022350" algn="l"/>
                <a:tab pos="1258888" algn="l"/>
              </a:tabLst>
            </a:pPr>
            <a:r>
              <a:rPr lang="en-US" altLang="en-US"/>
              <a:t>Executed atomically</a:t>
            </a:r>
          </a:p>
          <a:p>
            <a:pPr>
              <a:lnSpc>
                <a:spcPct val="90000"/>
              </a:lnSpc>
              <a:buFont typeface="Monotype Sorts" pitchFamily="-84" charset="2"/>
              <a:buAutoNum type="arabicPeriod"/>
              <a:tabLst>
                <a:tab pos="741363" algn="l"/>
                <a:tab pos="1022350" algn="l"/>
                <a:tab pos="1258888" algn="l"/>
              </a:tabLst>
            </a:pPr>
            <a:r>
              <a:rPr lang="en-US" altLang="en-US"/>
              <a:t>Returns the original value of passed parameter “value”</a:t>
            </a:r>
          </a:p>
          <a:p>
            <a:pPr>
              <a:lnSpc>
                <a:spcPct val="90000"/>
              </a:lnSpc>
              <a:buFont typeface="Monotype Sorts" pitchFamily="-84" charset="2"/>
              <a:buAutoNum type="arabicPeriod"/>
              <a:tabLst>
                <a:tab pos="741363" algn="l"/>
                <a:tab pos="1022350" algn="l"/>
                <a:tab pos="1258888" algn="l"/>
              </a:tabLst>
            </a:pPr>
            <a:r>
              <a:rPr lang="en-US" altLang="en-US"/>
              <a:t>Set  the variable “value”  the value of the passed parameter “new_value” but only if “value” ==“expected”. That is, the swap takes place only under this condition.</a:t>
            </a:r>
          </a:p>
          <a:p>
            <a:pPr>
              <a:lnSpc>
                <a:spcPct val="90000"/>
              </a:lnSpc>
              <a:buFont typeface="Monotype Sorts" pitchFamily="-84" charset="2"/>
              <a:buAutoNum type="arabicPeriod"/>
              <a:tabLst>
                <a:tab pos="741363" algn="l"/>
                <a:tab pos="1022350" algn="l"/>
                <a:tab pos="1258888" algn="l"/>
              </a:tabLst>
            </a:pPr>
            <a:endParaRPr lang="en-US" altLang="en-US">
              <a:solidFill>
                <a:srgbClr val="0000FF"/>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94342781-DB83-6C37-35CE-5034D99D2054}"/>
              </a:ext>
            </a:extLst>
          </p:cNvPr>
          <p:cNvSpPr>
            <a:spLocks noGrp="1" noChangeArrowheads="1"/>
          </p:cNvSpPr>
          <p:nvPr>
            <p:ph type="title"/>
          </p:nvPr>
        </p:nvSpPr>
        <p:spPr>
          <a:xfrm>
            <a:off x="1192213" y="219075"/>
            <a:ext cx="7567612" cy="576263"/>
          </a:xfrm>
        </p:spPr>
        <p:txBody>
          <a:bodyPr/>
          <a:lstStyle/>
          <a:p>
            <a:pPr eaLnBrk="1" hangingPunct="1"/>
            <a:r>
              <a:rPr lang="en-US" altLang="en-US"/>
              <a:t>Solution using compare_and_swap</a:t>
            </a:r>
          </a:p>
        </p:txBody>
      </p:sp>
      <p:sp>
        <p:nvSpPr>
          <p:cNvPr id="44035" name="Rectangle 3">
            <a:extLst>
              <a:ext uri="{FF2B5EF4-FFF2-40B4-BE49-F238E27FC236}">
                <a16:creationId xmlns:a16="http://schemas.microsoft.com/office/drawing/2014/main" id="{63A3F93F-02D2-DC0F-C6F0-15EDBBF270AF}"/>
              </a:ext>
            </a:extLst>
          </p:cNvPr>
          <p:cNvSpPr>
            <a:spLocks noGrp="1" noChangeArrowheads="1"/>
          </p:cNvSpPr>
          <p:nvPr>
            <p:ph idx="1"/>
          </p:nvPr>
        </p:nvSpPr>
        <p:spPr>
          <a:xfrm>
            <a:off x="827088" y="1211263"/>
            <a:ext cx="7766050" cy="4333875"/>
          </a:xfrm>
        </p:spPr>
        <p:txBody>
          <a:bodyPr/>
          <a:lstStyle/>
          <a:p>
            <a:pPr>
              <a:lnSpc>
                <a:spcPct val="90000"/>
              </a:lnSpc>
              <a:tabLst>
                <a:tab pos="741363" algn="l"/>
                <a:tab pos="1022350" algn="l"/>
                <a:tab pos="1258888" algn="l"/>
              </a:tabLst>
            </a:pPr>
            <a:r>
              <a:rPr lang="en-US" altLang="en-US"/>
              <a:t>Shared integer  </a:t>
            </a:r>
            <a:r>
              <a:rPr lang="ja-JP" altLang="en-US"/>
              <a:t>“</a:t>
            </a:r>
            <a:r>
              <a:rPr lang="en-US" altLang="ja-JP"/>
              <a:t>lock</a:t>
            </a:r>
            <a:r>
              <a:rPr lang="ja-JP" altLang="en-US"/>
              <a:t>”</a:t>
            </a:r>
            <a:r>
              <a:rPr lang="en-US" altLang="ja-JP"/>
              <a:t>  initialized to 0; </a:t>
            </a:r>
          </a:p>
          <a:p>
            <a:pPr>
              <a:lnSpc>
                <a:spcPct val="90000"/>
              </a:lnSpc>
              <a:tabLst>
                <a:tab pos="741363" algn="l"/>
                <a:tab pos="1022350" algn="l"/>
                <a:tab pos="1258888" algn="l"/>
              </a:tabLst>
            </a:pPr>
            <a:r>
              <a:rPr lang="en-US" altLang="en-US"/>
              <a:t>Solution:</a:t>
            </a:r>
          </a:p>
          <a:p>
            <a:pPr>
              <a:buFont typeface="Monotype Sorts" pitchFamily="-84" charset="2"/>
              <a:buNone/>
              <a:tabLst>
                <a:tab pos="741363" algn="l"/>
                <a:tab pos="1022350" algn="l"/>
                <a:tab pos="1258888" algn="l"/>
              </a:tabLst>
            </a:pPr>
            <a:r>
              <a:rPr lang="en-US" altLang="en-US" b="1">
                <a:latin typeface="Courier New" panose="02070309020205020404" pitchFamily="49" charset="0"/>
                <a:cs typeface="Courier New" panose="02070309020205020404" pitchFamily="49" charset="0"/>
              </a:rPr>
              <a:t>      </a:t>
            </a:r>
            <a:r>
              <a:rPr lang="en-US" altLang="en-US" sz="1600" b="1">
                <a:latin typeface="Courier New" panose="02070309020205020404" pitchFamily="49" charset="0"/>
                <a:cs typeface="Courier New" panose="02070309020205020404" pitchFamily="49" charset="0"/>
              </a:rPr>
              <a:t>do {</a:t>
            </a:r>
            <a:br>
              <a:rPr lang="en-US" altLang="en-US" sz="1600" b="1">
                <a:latin typeface="Courier New" panose="02070309020205020404" pitchFamily="49" charset="0"/>
                <a:cs typeface="Courier New" panose="02070309020205020404" pitchFamily="49" charset="0"/>
              </a:rPr>
            </a:br>
            <a:r>
              <a:rPr lang="en-US" altLang="en-US" sz="1600" b="1">
                <a:latin typeface="Courier New" panose="02070309020205020404" pitchFamily="49" charset="0"/>
                <a:cs typeface="Courier New" panose="02070309020205020404" pitchFamily="49" charset="0"/>
              </a:rPr>
              <a:t>         while (compare_and_swap(&amp;lock, 0, 1) != 0) </a:t>
            </a:r>
          </a:p>
          <a:p>
            <a:pPr>
              <a:buFont typeface="Monotype Sorts" pitchFamily="-84" charset="2"/>
              <a:buNone/>
              <a:tabLst>
                <a:tab pos="741363" algn="l"/>
                <a:tab pos="1022350" algn="l"/>
                <a:tab pos="1258888" algn="l"/>
              </a:tabLst>
            </a:pPr>
            <a:r>
              <a:rPr lang="en-US" altLang="en-US" sz="1600" b="1">
                <a:latin typeface="Courier New" panose="02070309020205020404" pitchFamily="49" charset="0"/>
                <a:cs typeface="Courier New" panose="02070309020205020404" pitchFamily="49" charset="0"/>
              </a:rPr>
              <a:t>            ; /* do nothing */ </a:t>
            </a:r>
          </a:p>
          <a:p>
            <a:pPr>
              <a:buFont typeface="Monotype Sorts" pitchFamily="-84" charset="2"/>
              <a:buNone/>
              <a:tabLst>
                <a:tab pos="741363" algn="l"/>
                <a:tab pos="1022350" algn="l"/>
                <a:tab pos="1258888" algn="l"/>
              </a:tabLst>
            </a:pPr>
            <a:r>
              <a:rPr lang="en-US" altLang="en-US" sz="1600" b="1">
                <a:latin typeface="Courier New" panose="02070309020205020404" pitchFamily="49" charset="0"/>
                <a:cs typeface="Courier New" panose="02070309020205020404" pitchFamily="49" charset="0"/>
              </a:rPr>
              <a:t>          /* critical section */ </a:t>
            </a:r>
          </a:p>
          <a:p>
            <a:pPr>
              <a:buFont typeface="Monotype Sorts" pitchFamily="-84" charset="2"/>
              <a:buNone/>
              <a:tabLst>
                <a:tab pos="741363" algn="l"/>
                <a:tab pos="1022350" algn="l"/>
                <a:tab pos="1258888" algn="l"/>
              </a:tabLst>
            </a:pPr>
            <a:r>
              <a:rPr lang="en-US" altLang="en-US" sz="1600" b="1">
                <a:latin typeface="Courier New" panose="02070309020205020404" pitchFamily="49" charset="0"/>
                <a:cs typeface="Courier New" panose="02070309020205020404" pitchFamily="49" charset="0"/>
              </a:rPr>
              <a:t>       lock = 0; </a:t>
            </a:r>
          </a:p>
          <a:p>
            <a:pPr>
              <a:buFont typeface="Monotype Sorts" pitchFamily="-84" charset="2"/>
              <a:buNone/>
              <a:tabLst>
                <a:tab pos="741363" algn="l"/>
                <a:tab pos="1022350" algn="l"/>
                <a:tab pos="1258888" algn="l"/>
              </a:tabLst>
            </a:pPr>
            <a:r>
              <a:rPr lang="en-US" altLang="en-US" sz="1600" b="1">
                <a:latin typeface="Courier New" panose="02070309020205020404" pitchFamily="49" charset="0"/>
                <a:cs typeface="Courier New" panose="02070309020205020404" pitchFamily="49" charset="0"/>
              </a:rPr>
              <a:t>          /* remainder section */ </a:t>
            </a:r>
          </a:p>
          <a:p>
            <a:pPr>
              <a:buFont typeface="Monotype Sorts" pitchFamily="-84" charset="2"/>
              <a:buNone/>
              <a:tabLst>
                <a:tab pos="741363" algn="l"/>
                <a:tab pos="1022350" algn="l"/>
                <a:tab pos="1258888" algn="l"/>
              </a:tabLst>
            </a:pPr>
            <a:r>
              <a:rPr lang="en-US" altLang="en-US" sz="1600" b="1">
                <a:latin typeface="Courier New" panose="02070309020205020404" pitchFamily="49" charset="0"/>
                <a:cs typeface="Courier New" panose="02070309020205020404" pitchFamily="49" charset="0"/>
              </a:rPr>
              <a:t>      } while (true); </a:t>
            </a:r>
          </a:p>
          <a:p>
            <a:pPr>
              <a:lnSpc>
                <a:spcPct val="90000"/>
              </a:lnSpc>
              <a:buFont typeface="Monotype Sorts" pitchFamily="-84" charset="2"/>
              <a:buNone/>
              <a:tabLst>
                <a:tab pos="741363" algn="l"/>
                <a:tab pos="1022350" algn="l"/>
                <a:tab pos="1258888" algn="l"/>
              </a:tabLst>
            </a:pPr>
            <a:r>
              <a:rPr lang="en-US" altLang="en-US" sz="1600"/>
              <a:t>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a:extLst>
              <a:ext uri="{FF2B5EF4-FFF2-40B4-BE49-F238E27FC236}">
                <a16:creationId xmlns:a16="http://schemas.microsoft.com/office/drawing/2014/main" id="{9EBBE11A-FE63-7153-2306-9EB69B3EBF10}"/>
              </a:ext>
            </a:extLst>
          </p:cNvPr>
          <p:cNvSpPr>
            <a:spLocks noGrp="1" noChangeArrowheads="1"/>
          </p:cNvSpPr>
          <p:nvPr>
            <p:ph type="title"/>
          </p:nvPr>
        </p:nvSpPr>
        <p:spPr>
          <a:xfrm>
            <a:off x="1217613" y="138113"/>
            <a:ext cx="7931150" cy="576262"/>
          </a:xfrm>
        </p:spPr>
        <p:txBody>
          <a:bodyPr/>
          <a:lstStyle/>
          <a:p>
            <a:r>
              <a:rPr lang="en-US" altLang="en-US" sz="2400"/>
              <a:t>Bounded-waiting Mutual Exclusion with test_and_set</a:t>
            </a:r>
          </a:p>
        </p:txBody>
      </p:sp>
      <p:sp>
        <p:nvSpPr>
          <p:cNvPr id="46083" name="Content Placeholder 2">
            <a:extLst>
              <a:ext uri="{FF2B5EF4-FFF2-40B4-BE49-F238E27FC236}">
                <a16:creationId xmlns:a16="http://schemas.microsoft.com/office/drawing/2014/main" id="{F0523D94-B15D-4FB8-2067-8E2820790004}"/>
              </a:ext>
            </a:extLst>
          </p:cNvPr>
          <p:cNvSpPr>
            <a:spLocks noGrp="1" noChangeArrowheads="1"/>
          </p:cNvSpPr>
          <p:nvPr>
            <p:ph idx="1"/>
          </p:nvPr>
        </p:nvSpPr>
        <p:spPr>
          <a:xfrm>
            <a:off x="1068388" y="1233488"/>
            <a:ext cx="6015037" cy="4530725"/>
          </a:xfrm>
        </p:spPr>
        <p:txBody>
          <a:bodyPr/>
          <a:lstStyle/>
          <a:p>
            <a:pPr marL="0" indent="0">
              <a:buFont typeface="Monotype Sorts" pitchFamily="-84" charset="2"/>
              <a:buNone/>
            </a:pPr>
            <a:r>
              <a:rPr lang="en-US" altLang="en-US" sz="1400" b="1">
                <a:latin typeface="Courier New" panose="02070309020205020404" pitchFamily="49" charset="0"/>
                <a:cs typeface="Courier New" panose="02070309020205020404" pitchFamily="49" charset="0"/>
              </a:rPr>
              <a:t>do {</a:t>
            </a:r>
            <a:br>
              <a:rPr lang="en-US" altLang="en-US" sz="1400" b="1">
                <a:latin typeface="Courier New" panose="02070309020205020404" pitchFamily="49" charset="0"/>
                <a:cs typeface="Courier New" panose="02070309020205020404" pitchFamily="49" charset="0"/>
              </a:rPr>
            </a:br>
            <a:r>
              <a:rPr lang="en-US" altLang="en-US" sz="1400" b="1">
                <a:latin typeface="Courier New" panose="02070309020205020404" pitchFamily="49" charset="0"/>
                <a:cs typeface="Courier New" panose="02070309020205020404" pitchFamily="49" charset="0"/>
              </a:rPr>
              <a:t>   waiting[i] = true;</a:t>
            </a:r>
            <a:br>
              <a:rPr lang="en-US" altLang="en-US" sz="1400" b="1">
                <a:latin typeface="Courier New" panose="02070309020205020404" pitchFamily="49" charset="0"/>
                <a:cs typeface="Courier New" panose="02070309020205020404" pitchFamily="49" charset="0"/>
              </a:rPr>
            </a:br>
            <a:r>
              <a:rPr lang="en-US" altLang="en-US" sz="1400" b="1">
                <a:latin typeface="Courier New" panose="02070309020205020404" pitchFamily="49" charset="0"/>
                <a:cs typeface="Courier New" panose="02070309020205020404" pitchFamily="49" charset="0"/>
              </a:rPr>
              <a:t>   key = true;</a:t>
            </a:r>
            <a:br>
              <a:rPr lang="en-US" altLang="en-US" sz="1400" b="1">
                <a:latin typeface="Courier New" panose="02070309020205020404" pitchFamily="49" charset="0"/>
                <a:cs typeface="Courier New" panose="02070309020205020404" pitchFamily="49" charset="0"/>
              </a:rPr>
            </a:br>
            <a:r>
              <a:rPr lang="en-US" altLang="en-US" sz="1400" b="1">
                <a:latin typeface="Courier New" panose="02070309020205020404" pitchFamily="49" charset="0"/>
                <a:cs typeface="Courier New" panose="02070309020205020404" pitchFamily="49" charset="0"/>
              </a:rPr>
              <a:t>   while (waiting[i] &amp;&amp; key) </a:t>
            </a:r>
          </a:p>
          <a:p>
            <a:pPr marL="0" indent="0">
              <a:buFont typeface="Monotype Sorts" pitchFamily="-84" charset="2"/>
              <a:buNone/>
            </a:pPr>
            <a:r>
              <a:rPr lang="en-US" altLang="en-US" sz="1400" b="1">
                <a:latin typeface="Courier New" panose="02070309020205020404" pitchFamily="49" charset="0"/>
                <a:cs typeface="Courier New" panose="02070309020205020404" pitchFamily="49" charset="0"/>
              </a:rPr>
              <a:t>      key = test_and_set(&amp;lock); </a:t>
            </a:r>
          </a:p>
          <a:p>
            <a:pPr marL="0" indent="0">
              <a:buFont typeface="Monotype Sorts" pitchFamily="-84" charset="2"/>
              <a:buNone/>
            </a:pPr>
            <a:r>
              <a:rPr lang="en-US" altLang="en-US" sz="1400" b="1">
                <a:latin typeface="Courier New" panose="02070309020205020404" pitchFamily="49" charset="0"/>
                <a:cs typeface="Courier New" panose="02070309020205020404" pitchFamily="49" charset="0"/>
              </a:rPr>
              <a:t>   waiting[i] = false; </a:t>
            </a:r>
          </a:p>
          <a:p>
            <a:pPr marL="0" indent="0">
              <a:buFont typeface="Monotype Sorts" pitchFamily="-84" charset="2"/>
              <a:buNone/>
            </a:pPr>
            <a:r>
              <a:rPr lang="en-US" altLang="en-US" sz="1400" b="1">
                <a:latin typeface="Courier New" panose="02070309020205020404" pitchFamily="49" charset="0"/>
                <a:cs typeface="Courier New" panose="02070309020205020404" pitchFamily="49" charset="0"/>
              </a:rPr>
              <a:t>   /* critical section */ </a:t>
            </a:r>
          </a:p>
          <a:p>
            <a:pPr marL="0" indent="0">
              <a:buFont typeface="Monotype Sorts" pitchFamily="-84" charset="2"/>
              <a:buNone/>
            </a:pPr>
            <a:r>
              <a:rPr lang="en-US" altLang="en-US" sz="1400" b="1">
                <a:latin typeface="Courier New" panose="02070309020205020404" pitchFamily="49" charset="0"/>
                <a:cs typeface="Courier New" panose="02070309020205020404" pitchFamily="49" charset="0"/>
              </a:rPr>
              <a:t>   j = (i + 1) % n; </a:t>
            </a:r>
          </a:p>
          <a:p>
            <a:pPr marL="0" indent="0">
              <a:buFont typeface="Monotype Sorts" pitchFamily="-84" charset="2"/>
              <a:buNone/>
            </a:pPr>
            <a:r>
              <a:rPr lang="en-US" altLang="en-US" sz="1400" b="1">
                <a:latin typeface="Courier New" panose="02070309020205020404" pitchFamily="49" charset="0"/>
                <a:cs typeface="Courier New" panose="02070309020205020404" pitchFamily="49" charset="0"/>
              </a:rPr>
              <a:t>   while ((j != i) &amp;&amp; !waiting[j]) </a:t>
            </a:r>
          </a:p>
          <a:p>
            <a:pPr marL="0" indent="0">
              <a:buFont typeface="Monotype Sorts" pitchFamily="-84" charset="2"/>
              <a:buNone/>
            </a:pPr>
            <a:r>
              <a:rPr lang="en-US" altLang="en-US" sz="1400" b="1">
                <a:latin typeface="Courier New" panose="02070309020205020404" pitchFamily="49" charset="0"/>
                <a:cs typeface="Courier New" panose="02070309020205020404" pitchFamily="49" charset="0"/>
              </a:rPr>
              <a:t>      j = (j + 1) % n; </a:t>
            </a:r>
          </a:p>
          <a:p>
            <a:pPr marL="0" indent="0">
              <a:buFont typeface="Monotype Sorts" pitchFamily="-84" charset="2"/>
              <a:buNone/>
            </a:pPr>
            <a:r>
              <a:rPr lang="en-US" altLang="en-US" sz="1400" b="1">
                <a:latin typeface="Courier New" panose="02070309020205020404" pitchFamily="49" charset="0"/>
                <a:cs typeface="Courier New" panose="02070309020205020404" pitchFamily="49" charset="0"/>
              </a:rPr>
              <a:t>   if (j == i) </a:t>
            </a:r>
          </a:p>
          <a:p>
            <a:pPr marL="0" indent="0">
              <a:buFont typeface="Monotype Sorts" pitchFamily="-84" charset="2"/>
              <a:buNone/>
            </a:pPr>
            <a:r>
              <a:rPr lang="en-US" altLang="en-US" sz="1400" b="1">
                <a:latin typeface="Courier New" panose="02070309020205020404" pitchFamily="49" charset="0"/>
                <a:cs typeface="Courier New" panose="02070309020205020404" pitchFamily="49" charset="0"/>
              </a:rPr>
              <a:t>      lock = false; </a:t>
            </a:r>
          </a:p>
          <a:p>
            <a:pPr marL="0" indent="0">
              <a:buFont typeface="Monotype Sorts" pitchFamily="-84" charset="2"/>
              <a:buNone/>
            </a:pPr>
            <a:r>
              <a:rPr lang="en-US" altLang="en-US" sz="1400" b="1">
                <a:latin typeface="Courier New" panose="02070309020205020404" pitchFamily="49" charset="0"/>
                <a:cs typeface="Courier New" panose="02070309020205020404" pitchFamily="49" charset="0"/>
              </a:rPr>
              <a:t>   else </a:t>
            </a:r>
          </a:p>
          <a:p>
            <a:pPr marL="0" indent="0">
              <a:buFont typeface="Monotype Sorts" pitchFamily="-84" charset="2"/>
              <a:buNone/>
            </a:pPr>
            <a:r>
              <a:rPr lang="en-US" altLang="en-US" sz="1400" b="1">
                <a:latin typeface="Courier New" panose="02070309020205020404" pitchFamily="49" charset="0"/>
                <a:cs typeface="Courier New" panose="02070309020205020404" pitchFamily="49" charset="0"/>
              </a:rPr>
              <a:t>      waiting[j] = false; </a:t>
            </a:r>
          </a:p>
          <a:p>
            <a:pPr marL="0" indent="0">
              <a:buFont typeface="Monotype Sorts" pitchFamily="-84" charset="2"/>
              <a:buNone/>
            </a:pPr>
            <a:r>
              <a:rPr lang="en-US" altLang="en-US" sz="1400" b="1">
                <a:latin typeface="Courier New" panose="02070309020205020404" pitchFamily="49" charset="0"/>
                <a:cs typeface="Courier New" panose="02070309020205020404" pitchFamily="49" charset="0"/>
              </a:rPr>
              <a:t>   /* remainder section */ </a:t>
            </a:r>
          </a:p>
          <a:p>
            <a:pPr marL="0" indent="0">
              <a:buFont typeface="Monotype Sorts" pitchFamily="-84" charset="2"/>
              <a:buNone/>
            </a:pPr>
            <a:r>
              <a:rPr lang="en-US" altLang="en-US" sz="1400" b="1">
                <a:latin typeface="Courier New" panose="02070309020205020404" pitchFamily="49" charset="0"/>
                <a:cs typeface="Courier New" panose="02070309020205020404" pitchFamily="49" charset="0"/>
              </a:rPr>
              <a:t>} while (true);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C4B61196-6483-B64D-1C92-3A80FA654056}"/>
              </a:ext>
            </a:extLst>
          </p:cNvPr>
          <p:cNvSpPr>
            <a:spLocks noGrp="1" noChangeArrowheads="1"/>
          </p:cNvSpPr>
          <p:nvPr>
            <p:ph type="title"/>
          </p:nvPr>
        </p:nvSpPr>
        <p:spPr>
          <a:xfrm>
            <a:off x="457200" y="190500"/>
            <a:ext cx="8229600" cy="576263"/>
          </a:xfrm>
        </p:spPr>
        <p:txBody>
          <a:bodyPr/>
          <a:lstStyle/>
          <a:p>
            <a:pPr eaLnBrk="1" hangingPunct="1"/>
            <a:r>
              <a:rPr lang="en-US" altLang="en-US"/>
              <a:t>Mutex Locks</a:t>
            </a:r>
          </a:p>
        </p:txBody>
      </p:sp>
      <p:sp>
        <p:nvSpPr>
          <p:cNvPr id="22531" name="Rectangle 3">
            <a:extLst>
              <a:ext uri="{FF2B5EF4-FFF2-40B4-BE49-F238E27FC236}">
                <a16:creationId xmlns:a16="http://schemas.microsoft.com/office/drawing/2014/main" id="{814D0AFF-C43C-25EA-668F-C5C5E08F2072}"/>
              </a:ext>
            </a:extLst>
          </p:cNvPr>
          <p:cNvSpPr>
            <a:spLocks noGrp="1" noChangeArrowheads="1"/>
          </p:cNvSpPr>
          <p:nvPr>
            <p:ph idx="1"/>
          </p:nvPr>
        </p:nvSpPr>
        <p:spPr>
          <a:xfrm>
            <a:off x="827088" y="1177925"/>
            <a:ext cx="6869112" cy="5254625"/>
          </a:xfrm>
        </p:spPr>
        <p:txBody>
          <a:bodyPr/>
          <a:lstStyle/>
          <a:p>
            <a:pPr marL="342866" indent="-342866">
              <a:lnSpc>
                <a:spcPct val="90000"/>
              </a:lnSpc>
              <a:buFont typeface="Monotype Sorts" charset="0"/>
              <a:buChar char="n"/>
              <a:defRPr/>
            </a:pPr>
            <a:r>
              <a:rPr lang="en-US" dirty="0">
                <a:ea typeface="ＭＳ Ｐゴシック" charset="0"/>
                <a:cs typeface="ＭＳ Ｐゴシック" charset="0"/>
              </a:rPr>
              <a:t>Previous solutions are complicated and generally inaccessible to application programmers</a:t>
            </a:r>
          </a:p>
          <a:p>
            <a:pPr marL="342866" indent="-342866">
              <a:lnSpc>
                <a:spcPct val="90000"/>
              </a:lnSpc>
              <a:buFont typeface="Monotype Sorts" charset="0"/>
              <a:buChar char="n"/>
              <a:defRPr/>
            </a:pPr>
            <a:r>
              <a:rPr lang="en-US" dirty="0">
                <a:ea typeface="ＭＳ Ｐゴシック" charset="0"/>
                <a:cs typeface="ＭＳ Ｐゴシック" charset="0"/>
              </a:rPr>
              <a:t>OS designers build software tools to solve critical section problem</a:t>
            </a:r>
          </a:p>
          <a:p>
            <a:pPr marL="342866" indent="-342866">
              <a:lnSpc>
                <a:spcPct val="90000"/>
              </a:lnSpc>
              <a:buFont typeface="Monotype Sorts" charset="0"/>
              <a:buChar char="n"/>
              <a:defRPr/>
            </a:pPr>
            <a:r>
              <a:rPr lang="en-US" dirty="0">
                <a:ea typeface="ＭＳ Ｐゴシック" charset="0"/>
                <a:cs typeface="ＭＳ Ｐゴシック" charset="0"/>
              </a:rPr>
              <a:t>Simplest is </a:t>
            </a:r>
            <a:r>
              <a:rPr lang="en-US" sz="2000" dirty="0" err="1">
                <a:ea typeface="ＭＳ Ｐゴシック" charset="0"/>
                <a:cs typeface="ＭＳ Ｐゴシック" charset="0"/>
              </a:rPr>
              <a:t>mutex</a:t>
            </a:r>
            <a:r>
              <a:rPr lang="en-US" dirty="0">
                <a:ea typeface="ＭＳ Ｐゴシック" charset="0"/>
                <a:cs typeface="ＭＳ Ｐゴシック" charset="0"/>
              </a:rPr>
              <a:t> lock</a:t>
            </a:r>
          </a:p>
          <a:p>
            <a:pPr marL="342866" indent="-342866">
              <a:lnSpc>
                <a:spcPct val="90000"/>
              </a:lnSpc>
              <a:buFont typeface="Monotype Sorts" charset="0"/>
              <a:buChar char="n"/>
              <a:defRPr/>
            </a:pPr>
            <a:r>
              <a:rPr lang="en-US" dirty="0">
                <a:ea typeface="ＭＳ Ｐゴシック" charset="0"/>
                <a:cs typeface="ＭＳ Ｐゴシック" charset="0"/>
              </a:rPr>
              <a:t>Protect a critical section  by first </a:t>
            </a:r>
            <a:r>
              <a:rPr lang="en-US" sz="2000" b="1" dirty="0">
                <a:latin typeface="Courier New"/>
                <a:ea typeface="ＭＳ Ｐゴシック" charset="0"/>
                <a:cs typeface="Courier New"/>
              </a:rPr>
              <a:t>acquire()</a:t>
            </a:r>
            <a:r>
              <a:rPr lang="en-US" sz="2000" dirty="0">
                <a:ea typeface="ＭＳ Ｐゴシック" charset="0"/>
                <a:cs typeface="ＭＳ Ｐゴシック" charset="0"/>
              </a:rPr>
              <a:t> </a:t>
            </a:r>
            <a:r>
              <a:rPr lang="en-US" dirty="0">
                <a:ea typeface="ＭＳ Ｐゴシック" charset="0"/>
                <a:cs typeface="ＭＳ Ｐゴシック" charset="0"/>
              </a:rPr>
              <a:t>a lock then </a:t>
            </a:r>
            <a:r>
              <a:rPr lang="en-US" sz="2000" b="1" dirty="0">
                <a:latin typeface="Courier New"/>
                <a:ea typeface="ＭＳ Ｐゴシック" charset="0"/>
                <a:cs typeface="Courier New"/>
              </a:rPr>
              <a:t>release()</a:t>
            </a:r>
            <a:r>
              <a:rPr lang="en-US" sz="2000" dirty="0">
                <a:ea typeface="ＭＳ Ｐゴシック" charset="0"/>
                <a:cs typeface="ＭＳ Ｐゴシック" charset="0"/>
              </a:rPr>
              <a:t> </a:t>
            </a:r>
            <a:r>
              <a:rPr lang="en-US" dirty="0">
                <a:ea typeface="ＭＳ Ｐゴシック" charset="0"/>
                <a:cs typeface="ＭＳ Ｐゴシック" charset="0"/>
              </a:rPr>
              <a:t>the lock</a:t>
            </a:r>
          </a:p>
          <a:p>
            <a:pPr marL="742876" lvl="1" indent="-285722">
              <a:lnSpc>
                <a:spcPct val="90000"/>
              </a:lnSpc>
              <a:buFont typeface="Monotype Sorts" charset="0"/>
              <a:buChar char="l"/>
              <a:defRPr/>
            </a:pPr>
            <a:r>
              <a:rPr lang="en-US" dirty="0">
                <a:ea typeface="ＭＳ Ｐゴシック" charset="0"/>
                <a:cs typeface="ＭＳ Ｐゴシック" charset="0"/>
              </a:rPr>
              <a:t>Boolean variable indicating if lock is available or not</a:t>
            </a:r>
          </a:p>
          <a:p>
            <a:pPr marL="342866" indent="-342866">
              <a:lnSpc>
                <a:spcPct val="90000"/>
              </a:lnSpc>
              <a:buFont typeface="Monotype Sorts" charset="0"/>
              <a:buChar char="n"/>
              <a:defRPr/>
            </a:pPr>
            <a:r>
              <a:rPr lang="en-US" dirty="0">
                <a:ea typeface="ＭＳ Ｐゴシック" charset="0"/>
                <a:cs typeface="ＭＳ Ｐゴシック" charset="0"/>
              </a:rPr>
              <a:t>Calls to </a:t>
            </a:r>
            <a:r>
              <a:rPr lang="en-US" sz="2000" b="1" dirty="0">
                <a:latin typeface="Courier New"/>
                <a:ea typeface="ＭＳ Ｐゴシック" charset="0"/>
                <a:cs typeface="Courier New"/>
              </a:rPr>
              <a:t>acquire()</a:t>
            </a:r>
            <a:r>
              <a:rPr lang="en-US" sz="2000" dirty="0">
                <a:ea typeface="ＭＳ Ｐゴシック" charset="0"/>
                <a:cs typeface="ＭＳ Ｐゴシック" charset="0"/>
              </a:rPr>
              <a:t> </a:t>
            </a:r>
            <a:r>
              <a:rPr lang="en-US" dirty="0">
                <a:ea typeface="ＭＳ Ｐゴシック" charset="0"/>
                <a:cs typeface="ＭＳ Ｐゴシック" charset="0"/>
              </a:rPr>
              <a:t>and </a:t>
            </a:r>
            <a:r>
              <a:rPr lang="en-US" sz="2000" b="1" dirty="0">
                <a:latin typeface="Courier New"/>
                <a:ea typeface="ＭＳ Ｐゴシック" charset="0"/>
                <a:cs typeface="Courier New"/>
              </a:rPr>
              <a:t>release()</a:t>
            </a:r>
            <a:r>
              <a:rPr lang="en-US" sz="2000" dirty="0">
                <a:ea typeface="ＭＳ Ｐゴシック" charset="0"/>
                <a:cs typeface="ＭＳ Ｐゴシック" charset="0"/>
              </a:rPr>
              <a:t> </a:t>
            </a:r>
            <a:r>
              <a:rPr lang="en-US" dirty="0">
                <a:ea typeface="ＭＳ Ｐゴシック" charset="0"/>
                <a:cs typeface="ＭＳ Ｐゴシック" charset="0"/>
              </a:rPr>
              <a:t>must be atomic</a:t>
            </a:r>
          </a:p>
          <a:p>
            <a:pPr marL="742876" lvl="1" indent="-285722">
              <a:lnSpc>
                <a:spcPct val="90000"/>
              </a:lnSpc>
              <a:buFont typeface="Monotype Sorts" charset="0"/>
              <a:buChar char="l"/>
              <a:defRPr/>
            </a:pPr>
            <a:r>
              <a:rPr lang="en-US" dirty="0">
                <a:ea typeface="ＭＳ Ｐゴシック" charset="0"/>
                <a:cs typeface="ＭＳ Ｐゴシック" charset="0"/>
              </a:rPr>
              <a:t>Usually implemented via hardware atomic instructions</a:t>
            </a:r>
          </a:p>
          <a:p>
            <a:pPr marL="342866" indent="-342866">
              <a:lnSpc>
                <a:spcPct val="90000"/>
              </a:lnSpc>
              <a:buFont typeface="Monotype Sorts" charset="0"/>
              <a:buChar char="n"/>
              <a:defRPr/>
            </a:pPr>
            <a:r>
              <a:rPr lang="en-US" dirty="0">
                <a:ea typeface="ＭＳ Ｐゴシック" charset="0"/>
                <a:cs typeface="ＭＳ Ｐゴシック" charset="0"/>
              </a:rPr>
              <a:t>But this solution requires </a:t>
            </a:r>
            <a:r>
              <a:rPr lang="en-US" b="1" dirty="0">
                <a:solidFill>
                  <a:srgbClr val="3366FF"/>
                </a:solidFill>
                <a:ea typeface="ＭＳ Ｐゴシック" charset="0"/>
                <a:cs typeface="ＭＳ Ｐゴシック" charset="-128"/>
              </a:rPr>
              <a:t>busy waiting</a:t>
            </a:r>
          </a:p>
          <a:p>
            <a:pPr marL="742896" lvl="1" indent="-342866">
              <a:lnSpc>
                <a:spcPct val="90000"/>
              </a:lnSpc>
              <a:buFont typeface="Monotype Sorts" charset="0"/>
              <a:buChar char="n"/>
              <a:defRPr/>
            </a:pPr>
            <a:r>
              <a:rPr lang="en-US" dirty="0">
                <a:ea typeface="ＭＳ Ｐゴシック" charset="0"/>
                <a:cs typeface="ＭＳ Ｐゴシック" charset="0"/>
              </a:rPr>
              <a:t>This lock therefore called a </a:t>
            </a:r>
            <a:r>
              <a:rPr lang="en-US" b="1" dirty="0">
                <a:solidFill>
                  <a:srgbClr val="3366FF"/>
                </a:solidFill>
                <a:ea typeface="ＭＳ Ｐゴシック" charset="0"/>
                <a:cs typeface="ＭＳ Ｐゴシック" charset="-128"/>
              </a:rPr>
              <a:t>spinlock</a:t>
            </a:r>
          </a:p>
          <a:p>
            <a:pPr marL="0" indent="0">
              <a:lnSpc>
                <a:spcPct val="90000"/>
              </a:lnSpc>
              <a:buFont typeface="Monotype Sorts" pitchFamily="-84" charset="2"/>
              <a:buNone/>
              <a:defRPr/>
            </a:pPr>
            <a:endParaRPr lang="en-US" sz="1600" dirty="0">
              <a:ea typeface="ＭＳ Ｐゴシック" charset="0"/>
              <a:cs typeface="ＭＳ Ｐゴシック"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F389501-F021-75AC-B59E-CA907FD2EAC8}"/>
              </a:ext>
            </a:extLst>
          </p:cNvPr>
          <p:cNvSpPr/>
          <p:nvPr/>
        </p:nvSpPr>
        <p:spPr bwMode="auto">
          <a:xfrm>
            <a:off x="1414463" y="4684713"/>
            <a:ext cx="1587500" cy="377825"/>
          </a:xfrm>
          <a:prstGeom prst="rect">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wrap="none" lIns="64002" tIns="32001" rIns="64002" bIns="32001"/>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650875" indent="-193675" algn="l" rtl="0" eaLnBrk="0" fontAlgn="base" hangingPunct="0">
              <a:spcBef>
                <a:spcPct val="0"/>
              </a:spcBef>
              <a:spcAft>
                <a:spcPct val="0"/>
              </a:spcAft>
              <a:defRPr kern="1200">
                <a:solidFill>
                  <a:schemeClr val="lt1"/>
                </a:solidFill>
                <a:latin typeface="+mn-lt"/>
                <a:ea typeface="+mn-ea"/>
                <a:cs typeface="+mn-cs"/>
              </a:defRPr>
            </a:lvl2pPr>
            <a:lvl3pPr marL="1303338" indent="-388938" algn="l" rtl="0" eaLnBrk="0" fontAlgn="base" hangingPunct="0">
              <a:spcBef>
                <a:spcPct val="0"/>
              </a:spcBef>
              <a:spcAft>
                <a:spcPct val="0"/>
              </a:spcAft>
              <a:defRPr kern="1200">
                <a:solidFill>
                  <a:schemeClr val="lt1"/>
                </a:solidFill>
                <a:latin typeface="+mn-lt"/>
                <a:ea typeface="+mn-ea"/>
                <a:cs typeface="+mn-cs"/>
              </a:defRPr>
            </a:lvl3pPr>
            <a:lvl4pPr marL="1957388" indent="-585788" algn="l" rtl="0" eaLnBrk="0" fontAlgn="base" hangingPunct="0">
              <a:spcBef>
                <a:spcPct val="0"/>
              </a:spcBef>
              <a:spcAft>
                <a:spcPct val="0"/>
              </a:spcAft>
              <a:defRPr kern="1200">
                <a:solidFill>
                  <a:schemeClr val="lt1"/>
                </a:solidFill>
                <a:latin typeface="+mn-lt"/>
                <a:ea typeface="+mn-ea"/>
                <a:cs typeface="+mn-cs"/>
              </a:defRPr>
            </a:lvl4pPr>
            <a:lvl5pPr marL="2609850" indent="-781050" algn="l" rtl="0" eaLnBrk="0" fontAlgn="base" hangingPunct="0">
              <a:spcBef>
                <a:spcPct val="0"/>
              </a:spcBef>
              <a:spcAft>
                <a:spcPct val="0"/>
              </a:spcAft>
              <a:defRPr kern="1200">
                <a:solidFill>
                  <a:schemeClr val="lt1"/>
                </a:solidFill>
                <a:latin typeface="+mn-lt"/>
                <a:ea typeface="+mn-ea"/>
                <a:cs typeface="+mn-cs"/>
              </a:defRPr>
            </a:lvl5pPr>
            <a:lvl6pPr marL="2286000" algn="l" defTabSz="457200" rtl="0" eaLnBrk="1" latinLnBrk="0" hangingPunct="1">
              <a:defRPr kern="1200">
                <a:solidFill>
                  <a:schemeClr val="lt1"/>
                </a:solidFill>
                <a:latin typeface="+mn-lt"/>
                <a:ea typeface="+mn-ea"/>
                <a:cs typeface="+mn-cs"/>
              </a:defRPr>
            </a:lvl6pPr>
            <a:lvl7pPr marL="2743200" algn="l" defTabSz="457200" rtl="0" eaLnBrk="1" latinLnBrk="0" hangingPunct="1">
              <a:defRPr kern="1200">
                <a:solidFill>
                  <a:schemeClr val="lt1"/>
                </a:solidFill>
                <a:latin typeface="+mn-lt"/>
                <a:ea typeface="+mn-ea"/>
                <a:cs typeface="+mn-cs"/>
              </a:defRPr>
            </a:lvl7pPr>
            <a:lvl8pPr marL="3200400" algn="l" defTabSz="457200" rtl="0" eaLnBrk="1" latinLnBrk="0" hangingPunct="1">
              <a:defRPr kern="1200">
                <a:solidFill>
                  <a:schemeClr val="lt1"/>
                </a:solidFill>
                <a:latin typeface="+mn-lt"/>
                <a:ea typeface="+mn-ea"/>
                <a:cs typeface="+mn-cs"/>
              </a:defRPr>
            </a:lvl8pPr>
            <a:lvl9pPr marL="3657600" algn="l" defTabSz="457200" rtl="0" eaLnBrk="1" latinLnBrk="0" hangingPunct="1">
              <a:defRPr kern="1200">
                <a:solidFill>
                  <a:schemeClr val="lt1"/>
                </a:solidFill>
                <a:latin typeface="+mn-lt"/>
                <a:ea typeface="+mn-ea"/>
                <a:cs typeface="+mn-cs"/>
              </a:defRPr>
            </a:lvl9pPr>
          </a:lstStyle>
          <a:p>
            <a:pPr>
              <a:defRPr/>
            </a:pPr>
            <a:endParaRPr lang="en-US">
              <a:solidFill>
                <a:schemeClr val="tx1"/>
              </a:solidFill>
              <a:latin typeface="Verdana" charset="0"/>
            </a:endParaRPr>
          </a:p>
        </p:txBody>
      </p:sp>
      <p:sp>
        <p:nvSpPr>
          <p:cNvPr id="4" name="Rectangle 3">
            <a:extLst>
              <a:ext uri="{FF2B5EF4-FFF2-40B4-BE49-F238E27FC236}">
                <a16:creationId xmlns:a16="http://schemas.microsoft.com/office/drawing/2014/main" id="{AD195412-31B6-5F69-4441-16D5157E3A40}"/>
              </a:ext>
            </a:extLst>
          </p:cNvPr>
          <p:cNvSpPr/>
          <p:nvPr/>
        </p:nvSpPr>
        <p:spPr bwMode="auto">
          <a:xfrm>
            <a:off x="1401763" y="4030663"/>
            <a:ext cx="1589087" cy="379412"/>
          </a:xfrm>
          <a:prstGeom prst="rect">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wrap="none" lIns="64002" tIns="32001" rIns="64002" bIns="32001"/>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650875" indent="-193675" algn="l" rtl="0" eaLnBrk="0" fontAlgn="base" hangingPunct="0">
              <a:spcBef>
                <a:spcPct val="0"/>
              </a:spcBef>
              <a:spcAft>
                <a:spcPct val="0"/>
              </a:spcAft>
              <a:defRPr kern="1200">
                <a:solidFill>
                  <a:schemeClr val="lt1"/>
                </a:solidFill>
                <a:latin typeface="+mn-lt"/>
                <a:ea typeface="+mn-ea"/>
                <a:cs typeface="+mn-cs"/>
              </a:defRPr>
            </a:lvl2pPr>
            <a:lvl3pPr marL="1303338" indent="-388938" algn="l" rtl="0" eaLnBrk="0" fontAlgn="base" hangingPunct="0">
              <a:spcBef>
                <a:spcPct val="0"/>
              </a:spcBef>
              <a:spcAft>
                <a:spcPct val="0"/>
              </a:spcAft>
              <a:defRPr kern="1200">
                <a:solidFill>
                  <a:schemeClr val="lt1"/>
                </a:solidFill>
                <a:latin typeface="+mn-lt"/>
                <a:ea typeface="+mn-ea"/>
                <a:cs typeface="+mn-cs"/>
              </a:defRPr>
            </a:lvl3pPr>
            <a:lvl4pPr marL="1957388" indent="-585788" algn="l" rtl="0" eaLnBrk="0" fontAlgn="base" hangingPunct="0">
              <a:spcBef>
                <a:spcPct val="0"/>
              </a:spcBef>
              <a:spcAft>
                <a:spcPct val="0"/>
              </a:spcAft>
              <a:defRPr kern="1200">
                <a:solidFill>
                  <a:schemeClr val="lt1"/>
                </a:solidFill>
                <a:latin typeface="+mn-lt"/>
                <a:ea typeface="+mn-ea"/>
                <a:cs typeface="+mn-cs"/>
              </a:defRPr>
            </a:lvl4pPr>
            <a:lvl5pPr marL="2609850" indent="-781050" algn="l" rtl="0" eaLnBrk="0" fontAlgn="base" hangingPunct="0">
              <a:spcBef>
                <a:spcPct val="0"/>
              </a:spcBef>
              <a:spcAft>
                <a:spcPct val="0"/>
              </a:spcAft>
              <a:defRPr kern="1200">
                <a:solidFill>
                  <a:schemeClr val="lt1"/>
                </a:solidFill>
                <a:latin typeface="+mn-lt"/>
                <a:ea typeface="+mn-ea"/>
                <a:cs typeface="+mn-cs"/>
              </a:defRPr>
            </a:lvl5pPr>
            <a:lvl6pPr marL="2286000" algn="l" defTabSz="457200" rtl="0" eaLnBrk="1" latinLnBrk="0" hangingPunct="1">
              <a:defRPr kern="1200">
                <a:solidFill>
                  <a:schemeClr val="lt1"/>
                </a:solidFill>
                <a:latin typeface="+mn-lt"/>
                <a:ea typeface="+mn-ea"/>
                <a:cs typeface="+mn-cs"/>
              </a:defRPr>
            </a:lvl6pPr>
            <a:lvl7pPr marL="2743200" algn="l" defTabSz="457200" rtl="0" eaLnBrk="1" latinLnBrk="0" hangingPunct="1">
              <a:defRPr kern="1200">
                <a:solidFill>
                  <a:schemeClr val="lt1"/>
                </a:solidFill>
                <a:latin typeface="+mn-lt"/>
                <a:ea typeface="+mn-ea"/>
                <a:cs typeface="+mn-cs"/>
              </a:defRPr>
            </a:lvl7pPr>
            <a:lvl8pPr marL="3200400" algn="l" defTabSz="457200" rtl="0" eaLnBrk="1" latinLnBrk="0" hangingPunct="1">
              <a:defRPr kern="1200">
                <a:solidFill>
                  <a:schemeClr val="lt1"/>
                </a:solidFill>
                <a:latin typeface="+mn-lt"/>
                <a:ea typeface="+mn-ea"/>
                <a:cs typeface="+mn-cs"/>
              </a:defRPr>
            </a:lvl8pPr>
            <a:lvl9pPr marL="3657600" algn="l" defTabSz="457200" rtl="0" eaLnBrk="1" latinLnBrk="0" hangingPunct="1">
              <a:defRPr kern="1200">
                <a:solidFill>
                  <a:schemeClr val="lt1"/>
                </a:solidFill>
                <a:latin typeface="+mn-lt"/>
                <a:ea typeface="+mn-ea"/>
                <a:cs typeface="+mn-cs"/>
              </a:defRPr>
            </a:lvl9pPr>
          </a:lstStyle>
          <a:p>
            <a:pPr>
              <a:defRPr/>
            </a:pPr>
            <a:endParaRPr lang="en-US">
              <a:solidFill>
                <a:schemeClr val="tx1"/>
              </a:solidFill>
              <a:latin typeface="Verdana" charset="0"/>
            </a:endParaRPr>
          </a:p>
        </p:txBody>
      </p:sp>
      <p:sp>
        <p:nvSpPr>
          <p:cNvPr id="50180" name="Title 1">
            <a:extLst>
              <a:ext uri="{FF2B5EF4-FFF2-40B4-BE49-F238E27FC236}">
                <a16:creationId xmlns:a16="http://schemas.microsoft.com/office/drawing/2014/main" id="{16BE353C-2170-784F-727C-AB92CFACACD4}"/>
              </a:ext>
            </a:extLst>
          </p:cNvPr>
          <p:cNvSpPr>
            <a:spLocks noGrp="1" noChangeArrowheads="1"/>
          </p:cNvSpPr>
          <p:nvPr>
            <p:ph type="title"/>
          </p:nvPr>
        </p:nvSpPr>
        <p:spPr>
          <a:xfrm>
            <a:off x="457200" y="161925"/>
            <a:ext cx="8229600" cy="576263"/>
          </a:xfrm>
        </p:spPr>
        <p:txBody>
          <a:bodyPr/>
          <a:lstStyle/>
          <a:p>
            <a:r>
              <a:rPr lang="en-US" altLang="en-US"/>
              <a:t>acquire() and release()</a:t>
            </a:r>
          </a:p>
        </p:txBody>
      </p:sp>
      <p:sp>
        <p:nvSpPr>
          <p:cNvPr id="50181" name="Content Placeholder 2">
            <a:extLst>
              <a:ext uri="{FF2B5EF4-FFF2-40B4-BE49-F238E27FC236}">
                <a16:creationId xmlns:a16="http://schemas.microsoft.com/office/drawing/2014/main" id="{8EAC4EEE-1438-49FE-2F85-44307E1A36AE}"/>
              </a:ext>
            </a:extLst>
          </p:cNvPr>
          <p:cNvSpPr>
            <a:spLocks noGrp="1" noChangeArrowheads="1"/>
          </p:cNvSpPr>
          <p:nvPr>
            <p:ph idx="1"/>
          </p:nvPr>
        </p:nvSpPr>
        <p:spPr>
          <a:xfrm>
            <a:off x="882650" y="1169988"/>
            <a:ext cx="7234238" cy="4530725"/>
          </a:xfrm>
        </p:spPr>
        <p:txBody>
          <a:bodyPr/>
          <a:lstStyle/>
          <a:p>
            <a:pPr marL="0" indent="0"/>
            <a:r>
              <a:rPr lang="en-US" altLang="en-US" sz="1400" b="1">
                <a:latin typeface="Courier New" panose="02070309020205020404" pitchFamily="49" charset="0"/>
                <a:cs typeface="Courier New" panose="02070309020205020404" pitchFamily="49" charset="0"/>
              </a:rPr>
              <a:t>   </a:t>
            </a:r>
            <a:r>
              <a:rPr lang="en-US" altLang="en-US" sz="1600" b="1">
                <a:latin typeface="Courier New" panose="02070309020205020404" pitchFamily="49" charset="0"/>
                <a:cs typeface="Courier New" panose="02070309020205020404" pitchFamily="49" charset="0"/>
              </a:rPr>
              <a:t>acquire() {</a:t>
            </a:r>
            <a:br>
              <a:rPr lang="en-US" altLang="en-US" sz="1600" b="1">
                <a:latin typeface="Courier New" panose="02070309020205020404" pitchFamily="49" charset="0"/>
                <a:cs typeface="Courier New" panose="02070309020205020404" pitchFamily="49" charset="0"/>
              </a:rPr>
            </a:br>
            <a:r>
              <a:rPr lang="en-US" altLang="en-US" sz="1600" b="1">
                <a:latin typeface="Courier New" panose="02070309020205020404" pitchFamily="49" charset="0"/>
                <a:cs typeface="Courier New" panose="02070309020205020404" pitchFamily="49" charset="0"/>
              </a:rPr>
              <a:t>       while (!available) </a:t>
            </a:r>
          </a:p>
          <a:p>
            <a:pPr marL="0" indent="0">
              <a:buFont typeface="Monotype Sorts" pitchFamily="-84" charset="2"/>
              <a:buNone/>
            </a:pPr>
            <a:r>
              <a:rPr lang="en-US" altLang="en-US" sz="1600" b="1">
                <a:latin typeface="Courier New" panose="02070309020205020404" pitchFamily="49" charset="0"/>
                <a:cs typeface="Courier New" panose="02070309020205020404" pitchFamily="49" charset="0"/>
              </a:rPr>
              <a:t>          ; /* busy wait */ </a:t>
            </a:r>
          </a:p>
          <a:p>
            <a:pPr marL="0" indent="0">
              <a:buFont typeface="Monotype Sorts" pitchFamily="-84" charset="2"/>
              <a:buNone/>
            </a:pPr>
            <a:r>
              <a:rPr lang="en-US" altLang="en-US" sz="1600" b="1">
                <a:latin typeface="Courier New" panose="02070309020205020404" pitchFamily="49" charset="0"/>
                <a:cs typeface="Courier New" panose="02070309020205020404" pitchFamily="49" charset="0"/>
              </a:rPr>
              <a:t>       available = false; </a:t>
            </a:r>
          </a:p>
          <a:p>
            <a:pPr marL="0" indent="0">
              <a:buFont typeface="Monotype Sorts" pitchFamily="-84" charset="2"/>
              <a:buNone/>
            </a:pPr>
            <a:r>
              <a:rPr lang="en-US" altLang="en-US" sz="1600" b="1">
                <a:latin typeface="Courier New" panose="02070309020205020404" pitchFamily="49" charset="0"/>
                <a:cs typeface="Courier New" panose="02070309020205020404" pitchFamily="49" charset="0"/>
              </a:rPr>
              <a:t>    } </a:t>
            </a:r>
          </a:p>
          <a:p>
            <a:pPr marL="0" indent="0"/>
            <a:r>
              <a:rPr lang="en-US" altLang="en-US" sz="1600" b="1">
                <a:latin typeface="Courier New" panose="02070309020205020404" pitchFamily="49" charset="0"/>
                <a:cs typeface="Courier New" panose="02070309020205020404" pitchFamily="49" charset="0"/>
              </a:rPr>
              <a:t>   release() { </a:t>
            </a:r>
          </a:p>
          <a:p>
            <a:pPr marL="0" indent="0">
              <a:buFont typeface="Monotype Sorts" pitchFamily="-84" charset="2"/>
              <a:buNone/>
            </a:pPr>
            <a:r>
              <a:rPr lang="en-US" altLang="en-US" sz="1600" b="1">
                <a:latin typeface="Courier New" panose="02070309020205020404" pitchFamily="49" charset="0"/>
                <a:cs typeface="Courier New" panose="02070309020205020404" pitchFamily="49" charset="0"/>
              </a:rPr>
              <a:t>       available = true; </a:t>
            </a:r>
          </a:p>
          <a:p>
            <a:pPr marL="0" indent="0">
              <a:buFont typeface="Monotype Sorts" pitchFamily="-84" charset="2"/>
              <a:buNone/>
            </a:pPr>
            <a:r>
              <a:rPr lang="en-US" altLang="en-US" sz="1600" b="1">
                <a:latin typeface="Courier New" panose="02070309020205020404" pitchFamily="49" charset="0"/>
                <a:cs typeface="Courier New" panose="02070309020205020404" pitchFamily="49" charset="0"/>
              </a:rPr>
              <a:t>    } </a:t>
            </a:r>
          </a:p>
          <a:p>
            <a:pPr marL="0" indent="0"/>
            <a:r>
              <a:rPr lang="en-US" altLang="en-US" sz="1600" b="1">
                <a:latin typeface="Courier New" panose="02070309020205020404" pitchFamily="49" charset="0"/>
                <a:cs typeface="Courier New" panose="02070309020205020404" pitchFamily="49" charset="0"/>
              </a:rPr>
              <a:t>   do { </a:t>
            </a:r>
          </a:p>
          <a:p>
            <a:pPr marL="0" indent="0">
              <a:buFont typeface="Monotype Sorts" pitchFamily="-84" charset="2"/>
              <a:buNone/>
            </a:pPr>
            <a:r>
              <a:rPr lang="en-US" altLang="en-US" sz="1600" b="1" i="1">
                <a:latin typeface="Courier New" panose="02070309020205020404" pitchFamily="49" charset="0"/>
                <a:cs typeface="Courier New" panose="02070309020205020404" pitchFamily="49" charset="0"/>
              </a:rPr>
              <a:t>    acquire lock</a:t>
            </a:r>
          </a:p>
          <a:p>
            <a:pPr marL="0" indent="0">
              <a:buFont typeface="Monotype Sorts" pitchFamily="-84" charset="2"/>
              <a:buNone/>
            </a:pPr>
            <a:r>
              <a:rPr lang="en-US" altLang="en-US" sz="1600" b="1">
                <a:latin typeface="Courier New" panose="02070309020205020404" pitchFamily="49" charset="0"/>
                <a:cs typeface="Courier New" panose="02070309020205020404" pitchFamily="49" charset="0"/>
              </a:rPr>
              <a:t>       critical section</a:t>
            </a:r>
          </a:p>
          <a:p>
            <a:pPr marL="0" indent="0">
              <a:buFont typeface="Monotype Sorts" pitchFamily="-84" charset="2"/>
              <a:buNone/>
            </a:pPr>
            <a:r>
              <a:rPr lang="en-US" altLang="en-US" sz="1600" b="1" i="1">
                <a:latin typeface="Courier New" panose="02070309020205020404" pitchFamily="49" charset="0"/>
                <a:cs typeface="Courier New" panose="02070309020205020404" pitchFamily="49" charset="0"/>
              </a:rPr>
              <a:t>    release lock </a:t>
            </a:r>
          </a:p>
          <a:p>
            <a:pPr marL="0" indent="0">
              <a:buFont typeface="Monotype Sorts" pitchFamily="-84" charset="2"/>
              <a:buNone/>
            </a:pPr>
            <a:r>
              <a:rPr lang="en-US" altLang="en-US" sz="1600" b="1">
                <a:latin typeface="Courier New" panose="02070309020205020404" pitchFamily="49" charset="0"/>
                <a:cs typeface="Courier New" panose="02070309020205020404" pitchFamily="49" charset="0"/>
              </a:rPr>
              <a:t>      remainder section </a:t>
            </a:r>
          </a:p>
          <a:p>
            <a:pPr marL="0" indent="0">
              <a:buFont typeface="Monotype Sorts" pitchFamily="-84" charset="2"/>
              <a:buNone/>
            </a:pPr>
            <a:r>
              <a:rPr lang="en-US" altLang="en-US" sz="1600" b="1">
                <a:latin typeface="Courier New" panose="02070309020205020404" pitchFamily="49" charset="0"/>
                <a:cs typeface="Courier New" panose="02070309020205020404" pitchFamily="49" charset="0"/>
              </a:rPr>
              <a:t> } while (true); </a:t>
            </a:r>
          </a:p>
          <a:p>
            <a:pPr marL="0" indent="0">
              <a:buFont typeface="Monotype Sorts" pitchFamily="-84" charset="2"/>
              <a:buNone/>
            </a:pPr>
            <a:endParaRPr lang="en-US" altLang="en-US" sz="1400" b="1">
              <a:latin typeface="Courier New" panose="02070309020205020404" pitchFamily="49" charset="0"/>
              <a:cs typeface="Courier New" panose="02070309020205020404" pitchFamily="49" charset="0"/>
            </a:endParaRPr>
          </a:p>
          <a:p>
            <a:pPr marL="0" indent="0">
              <a:buFont typeface="Monotype Sorts" pitchFamily="-84" charset="2"/>
              <a:buNone/>
            </a:pPr>
            <a:endParaRPr lang="en-US"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25142051-69E5-0BC0-09F1-312CB4B5E982}"/>
              </a:ext>
            </a:extLst>
          </p:cNvPr>
          <p:cNvSpPr>
            <a:spLocks noGrp="1" noChangeArrowheads="1"/>
          </p:cNvSpPr>
          <p:nvPr>
            <p:ph type="title"/>
          </p:nvPr>
        </p:nvSpPr>
        <p:spPr>
          <a:xfrm>
            <a:off x="457200" y="147638"/>
            <a:ext cx="8229600" cy="576262"/>
          </a:xfrm>
        </p:spPr>
        <p:txBody>
          <a:bodyPr/>
          <a:lstStyle/>
          <a:p>
            <a:pPr eaLnBrk="1" hangingPunct="1"/>
            <a:r>
              <a:rPr lang="en-US" altLang="en-US"/>
              <a:t>Semaphore</a:t>
            </a:r>
          </a:p>
        </p:txBody>
      </p:sp>
      <p:sp>
        <p:nvSpPr>
          <p:cNvPr id="51203" name="Rectangle 3">
            <a:extLst>
              <a:ext uri="{FF2B5EF4-FFF2-40B4-BE49-F238E27FC236}">
                <a16:creationId xmlns:a16="http://schemas.microsoft.com/office/drawing/2014/main" id="{E59E62B2-4B47-BCDB-B687-4DD9AA4A1713}"/>
              </a:ext>
            </a:extLst>
          </p:cNvPr>
          <p:cNvSpPr>
            <a:spLocks noGrp="1" noChangeArrowheads="1"/>
          </p:cNvSpPr>
          <p:nvPr>
            <p:ph idx="1"/>
          </p:nvPr>
        </p:nvSpPr>
        <p:spPr>
          <a:xfrm>
            <a:off x="827088" y="1163638"/>
            <a:ext cx="7921625" cy="5254625"/>
          </a:xfrm>
        </p:spPr>
        <p:txBody>
          <a:bodyPr/>
          <a:lstStyle/>
          <a:p>
            <a:pPr>
              <a:lnSpc>
                <a:spcPct val="90000"/>
              </a:lnSpc>
            </a:pPr>
            <a:r>
              <a:rPr lang="en-US" altLang="en-US" sz="1600"/>
              <a:t>Synchronization tool that provides more sophisticated ways (than Mutex locks)  for process to synchronize their activities.</a:t>
            </a:r>
            <a:endParaRPr lang="en-US" altLang="en-US" sz="1600" i="1">
              <a:solidFill>
                <a:schemeClr val="tx2"/>
              </a:solidFill>
            </a:endParaRPr>
          </a:p>
          <a:p>
            <a:pPr>
              <a:lnSpc>
                <a:spcPct val="90000"/>
              </a:lnSpc>
            </a:pPr>
            <a:r>
              <a:rPr lang="en-US" altLang="en-US" sz="1600"/>
              <a:t>Semaphore </a:t>
            </a:r>
            <a:r>
              <a:rPr lang="en-US" altLang="en-US" sz="1600" b="1" i="1"/>
              <a:t>S</a:t>
            </a:r>
            <a:r>
              <a:rPr lang="en-US" altLang="en-US" sz="1600"/>
              <a:t> – integer variable</a:t>
            </a:r>
          </a:p>
          <a:p>
            <a:pPr>
              <a:lnSpc>
                <a:spcPct val="90000"/>
              </a:lnSpc>
            </a:pPr>
            <a:r>
              <a:rPr lang="en-US" altLang="en-US" sz="1600"/>
              <a:t>Can only be accessed via two indivisible (atomic) operations</a:t>
            </a:r>
          </a:p>
          <a:p>
            <a:pPr lvl="1">
              <a:lnSpc>
                <a:spcPct val="90000"/>
              </a:lnSpc>
            </a:pPr>
            <a:r>
              <a:rPr lang="en-US" altLang="en-US" b="1">
                <a:solidFill>
                  <a:srgbClr val="000000"/>
                </a:solidFill>
                <a:latin typeface="Courier New" panose="02070309020205020404" pitchFamily="49" charset="0"/>
              </a:rPr>
              <a:t>wait()</a:t>
            </a:r>
            <a:r>
              <a:rPr lang="en-US" altLang="en-US">
                <a:solidFill>
                  <a:srgbClr val="000000"/>
                </a:solidFill>
              </a:rPr>
              <a:t> </a:t>
            </a:r>
            <a:r>
              <a:rPr lang="en-US" altLang="en-US" sz="1600">
                <a:solidFill>
                  <a:srgbClr val="000000"/>
                </a:solidFill>
              </a:rPr>
              <a:t>and </a:t>
            </a:r>
            <a:r>
              <a:rPr lang="en-US" altLang="en-US" b="1">
                <a:solidFill>
                  <a:srgbClr val="000000"/>
                </a:solidFill>
                <a:latin typeface="Courier New" panose="02070309020205020404" pitchFamily="49" charset="0"/>
              </a:rPr>
              <a:t>signal()</a:t>
            </a:r>
          </a:p>
          <a:p>
            <a:pPr lvl="2">
              <a:lnSpc>
                <a:spcPct val="90000"/>
              </a:lnSpc>
            </a:pPr>
            <a:r>
              <a:rPr lang="en-US" altLang="en-US" sz="1600"/>
              <a:t>Originally called </a:t>
            </a:r>
            <a:r>
              <a:rPr lang="en-US" altLang="en-US" b="1">
                <a:solidFill>
                  <a:srgbClr val="000000"/>
                </a:solidFill>
                <a:latin typeface="Courier New" panose="02070309020205020404" pitchFamily="49" charset="0"/>
              </a:rPr>
              <a:t>P()</a:t>
            </a:r>
            <a:r>
              <a:rPr lang="en-US" altLang="en-US"/>
              <a:t> </a:t>
            </a:r>
            <a:r>
              <a:rPr lang="en-US" altLang="en-US" sz="1600"/>
              <a:t>and </a:t>
            </a:r>
            <a:r>
              <a:rPr lang="en-US" altLang="en-US" b="1">
                <a:solidFill>
                  <a:srgbClr val="000000"/>
                </a:solidFill>
                <a:latin typeface="Courier New" panose="02070309020205020404" pitchFamily="49" charset="0"/>
              </a:rPr>
              <a:t>V()</a:t>
            </a:r>
          </a:p>
          <a:p>
            <a:pPr>
              <a:lnSpc>
                <a:spcPct val="90000"/>
              </a:lnSpc>
            </a:pPr>
            <a:r>
              <a:rPr lang="en-US" altLang="en-US" sz="1600"/>
              <a:t>Definition of  the </a:t>
            </a:r>
            <a:r>
              <a:rPr lang="en-US" altLang="en-US" b="1">
                <a:solidFill>
                  <a:srgbClr val="000000"/>
                </a:solidFill>
                <a:latin typeface="Courier New" panose="02070309020205020404" pitchFamily="49" charset="0"/>
                <a:cs typeface="Courier New" panose="02070309020205020404" pitchFamily="49" charset="0"/>
              </a:rPr>
              <a:t>wait() operation</a:t>
            </a:r>
          </a:p>
          <a:p>
            <a:pPr lvl="1">
              <a:lnSpc>
                <a:spcPct val="90000"/>
              </a:lnSpc>
              <a:buFont typeface="Monotype Sorts" pitchFamily="-84" charset="2"/>
              <a:buNone/>
            </a:pPr>
            <a:r>
              <a:rPr lang="en-US" altLang="en-US" b="1">
                <a:latin typeface="Courier New" panose="02070309020205020404" pitchFamily="49" charset="0"/>
                <a:sym typeface="Symbol" panose="05050102010706020507" pitchFamily="18" charset="2"/>
              </a:rPr>
              <a:t>wait(S)</a:t>
            </a:r>
            <a:r>
              <a:rPr lang="en-US" altLang="en-US" sz="1600" b="1">
                <a:latin typeface="Courier New" panose="02070309020205020404" pitchFamily="49" charset="0"/>
                <a:sym typeface="Symbol" panose="05050102010706020507" pitchFamily="18" charset="2"/>
              </a:rPr>
              <a:t> { </a:t>
            </a:r>
          </a:p>
          <a:p>
            <a:pPr lvl="1">
              <a:lnSpc>
                <a:spcPct val="90000"/>
              </a:lnSpc>
              <a:buFont typeface="Monotype Sorts" pitchFamily="-84" charset="2"/>
              <a:buNone/>
            </a:pPr>
            <a:r>
              <a:rPr lang="en-US" altLang="en-US" sz="1600" b="1">
                <a:latin typeface="Courier New" panose="02070309020205020404" pitchFamily="49" charset="0"/>
                <a:sym typeface="Symbol" panose="05050102010706020507" pitchFamily="18" charset="2"/>
              </a:rPr>
              <a:t>    while (S &lt;= 0)</a:t>
            </a:r>
          </a:p>
          <a:p>
            <a:pPr lvl="1">
              <a:lnSpc>
                <a:spcPct val="90000"/>
              </a:lnSpc>
              <a:buFont typeface="Monotype Sorts" pitchFamily="-84" charset="2"/>
              <a:buNone/>
            </a:pPr>
            <a:r>
              <a:rPr lang="en-US" altLang="en-US" sz="1600" b="1">
                <a:latin typeface="Courier New" panose="02070309020205020404" pitchFamily="49" charset="0"/>
                <a:sym typeface="Symbol" panose="05050102010706020507" pitchFamily="18" charset="2"/>
              </a:rPr>
              <a:t>       ; // busy wait</a:t>
            </a:r>
          </a:p>
          <a:p>
            <a:pPr lvl="1">
              <a:lnSpc>
                <a:spcPct val="90000"/>
              </a:lnSpc>
              <a:buFont typeface="Monotype Sorts" pitchFamily="-84" charset="2"/>
              <a:buNone/>
            </a:pPr>
            <a:r>
              <a:rPr lang="en-US" altLang="en-US" sz="1600" b="1">
                <a:latin typeface="Courier New" panose="02070309020205020404" pitchFamily="49" charset="0"/>
                <a:sym typeface="Symbol" panose="05050102010706020507" pitchFamily="18" charset="2"/>
              </a:rPr>
              <a:t>    S--;</a:t>
            </a:r>
          </a:p>
          <a:p>
            <a:pPr lvl="1">
              <a:lnSpc>
                <a:spcPct val="90000"/>
              </a:lnSpc>
              <a:buFont typeface="Monotype Sorts" pitchFamily="-84" charset="2"/>
              <a:buNone/>
            </a:pPr>
            <a:r>
              <a:rPr lang="en-US" altLang="en-US" sz="1600" b="1">
                <a:latin typeface="Courier New" panose="02070309020205020404" pitchFamily="49" charset="0"/>
                <a:sym typeface="Symbol" panose="05050102010706020507" pitchFamily="18" charset="2"/>
              </a:rPr>
              <a:t>}</a:t>
            </a:r>
          </a:p>
          <a:p>
            <a:pPr>
              <a:lnSpc>
                <a:spcPct val="90000"/>
              </a:lnSpc>
            </a:pPr>
            <a:r>
              <a:rPr lang="en-US" altLang="en-US" sz="1600"/>
              <a:t>Definition of  the </a:t>
            </a:r>
            <a:r>
              <a:rPr lang="en-US" altLang="en-US" b="1">
                <a:solidFill>
                  <a:srgbClr val="000000"/>
                </a:solidFill>
                <a:latin typeface="Courier New" panose="02070309020205020404" pitchFamily="49" charset="0"/>
                <a:cs typeface="Courier New" panose="02070309020205020404" pitchFamily="49" charset="0"/>
              </a:rPr>
              <a:t>signal() operation</a:t>
            </a:r>
            <a:endParaRPr lang="en-US" altLang="en-US" sz="1600" b="1">
              <a:latin typeface="Courier New" panose="02070309020205020404" pitchFamily="49" charset="0"/>
              <a:cs typeface="Courier New" panose="02070309020205020404" pitchFamily="49" charset="0"/>
              <a:sym typeface="Symbol" panose="05050102010706020507" pitchFamily="18" charset="2"/>
            </a:endParaRPr>
          </a:p>
          <a:p>
            <a:pPr lvl="1">
              <a:lnSpc>
                <a:spcPct val="90000"/>
              </a:lnSpc>
              <a:buFont typeface="Monotype Sorts" pitchFamily="-84" charset="2"/>
              <a:buNone/>
            </a:pPr>
            <a:r>
              <a:rPr lang="en-US" altLang="en-US" b="1">
                <a:latin typeface="Courier New" panose="02070309020205020404" pitchFamily="49" charset="0"/>
                <a:sym typeface="Symbol" panose="05050102010706020507" pitchFamily="18" charset="2"/>
              </a:rPr>
              <a:t>signal(S)</a:t>
            </a:r>
            <a:r>
              <a:rPr lang="en-US" altLang="en-US" sz="1600" b="1">
                <a:latin typeface="Courier New" panose="02070309020205020404" pitchFamily="49" charset="0"/>
                <a:sym typeface="Symbol" panose="05050102010706020507" pitchFamily="18" charset="2"/>
              </a:rPr>
              <a:t> { </a:t>
            </a:r>
          </a:p>
          <a:p>
            <a:pPr lvl="1">
              <a:lnSpc>
                <a:spcPct val="90000"/>
              </a:lnSpc>
              <a:buFont typeface="Monotype Sorts" pitchFamily="-84" charset="2"/>
              <a:buNone/>
            </a:pPr>
            <a:r>
              <a:rPr lang="en-US" altLang="en-US" sz="1600" b="1">
                <a:latin typeface="Courier New" panose="02070309020205020404" pitchFamily="49" charset="0"/>
                <a:sym typeface="Symbol" panose="05050102010706020507" pitchFamily="18" charset="2"/>
              </a:rPr>
              <a:t>    S++;</a:t>
            </a:r>
          </a:p>
          <a:p>
            <a:pPr lvl="1">
              <a:lnSpc>
                <a:spcPct val="90000"/>
              </a:lnSpc>
              <a:buFont typeface="Monotype Sorts" pitchFamily="-84" charset="2"/>
              <a:buNone/>
            </a:pPr>
            <a:r>
              <a:rPr lang="en-US" altLang="en-US" sz="1600" b="1">
                <a:latin typeface="Courier New" panose="02070309020205020404" pitchFamily="49" charset="0"/>
                <a:sym typeface="Symbol" panose="05050102010706020507" pitchFamily="18" charset="2"/>
              </a:rPr>
              <a: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1D3F4350-FB71-B78B-DC1E-EE59139D9E51}"/>
              </a:ext>
            </a:extLst>
          </p:cNvPr>
          <p:cNvSpPr>
            <a:spLocks noGrp="1" noChangeArrowheads="1"/>
          </p:cNvSpPr>
          <p:nvPr>
            <p:ph type="title"/>
          </p:nvPr>
        </p:nvSpPr>
        <p:spPr>
          <a:xfrm>
            <a:off x="561975" y="288925"/>
            <a:ext cx="8534400" cy="457200"/>
          </a:xfrm>
        </p:spPr>
        <p:txBody>
          <a:bodyPr/>
          <a:lstStyle/>
          <a:p>
            <a:pPr eaLnBrk="1" hangingPunct="1"/>
            <a:r>
              <a:rPr lang="en-US" altLang="en-US"/>
              <a:t>Semaphore Usage</a:t>
            </a:r>
          </a:p>
        </p:txBody>
      </p:sp>
      <p:sp>
        <p:nvSpPr>
          <p:cNvPr id="53251" name="Rectangle 3">
            <a:extLst>
              <a:ext uri="{FF2B5EF4-FFF2-40B4-BE49-F238E27FC236}">
                <a16:creationId xmlns:a16="http://schemas.microsoft.com/office/drawing/2014/main" id="{DFABCEB3-70F6-622F-17EF-9473AEFCE0EA}"/>
              </a:ext>
            </a:extLst>
          </p:cNvPr>
          <p:cNvSpPr>
            <a:spLocks noGrp="1" noChangeArrowheads="1"/>
          </p:cNvSpPr>
          <p:nvPr>
            <p:ph idx="1"/>
          </p:nvPr>
        </p:nvSpPr>
        <p:spPr>
          <a:xfrm>
            <a:off x="844550" y="1093788"/>
            <a:ext cx="7194550" cy="4530725"/>
          </a:xfrm>
        </p:spPr>
        <p:txBody>
          <a:bodyPr/>
          <a:lstStyle/>
          <a:p>
            <a:pPr>
              <a:tabLst>
                <a:tab pos="2001838" algn="ctr"/>
                <a:tab pos="4513263" algn="ctr"/>
              </a:tabLst>
            </a:pPr>
            <a:r>
              <a:rPr lang="en-US" altLang="en-US" sz="1600" b="1">
                <a:solidFill>
                  <a:srgbClr val="3366FF"/>
                </a:solidFill>
              </a:rPr>
              <a:t>Counting semaphore </a:t>
            </a:r>
            <a:r>
              <a:rPr lang="en-US" altLang="en-US" sz="1600"/>
              <a:t>– integer value can range over an unrestricted domain</a:t>
            </a:r>
          </a:p>
          <a:p>
            <a:pPr>
              <a:tabLst>
                <a:tab pos="2001838" algn="ctr"/>
                <a:tab pos="4513263" algn="ctr"/>
              </a:tabLst>
            </a:pPr>
            <a:r>
              <a:rPr lang="en-US" altLang="en-US" sz="1600" b="1">
                <a:solidFill>
                  <a:srgbClr val="3366FF"/>
                </a:solidFill>
              </a:rPr>
              <a:t>Binary semaphore </a:t>
            </a:r>
            <a:r>
              <a:rPr lang="en-US" altLang="en-US" sz="1600"/>
              <a:t>– integer value can range only between 0 and 1</a:t>
            </a:r>
          </a:p>
          <a:p>
            <a:pPr lvl="1">
              <a:tabLst>
                <a:tab pos="2001838" algn="ctr"/>
                <a:tab pos="4513263" algn="ctr"/>
              </a:tabLst>
            </a:pPr>
            <a:r>
              <a:rPr lang="en-US" altLang="en-US" sz="1600">
                <a:sym typeface="MT Extra" panose="020F0502020204030204" pitchFamily="82"/>
              </a:rPr>
              <a:t>Same as a </a:t>
            </a:r>
            <a:r>
              <a:rPr lang="en-US" altLang="en-US" sz="1600" b="1">
                <a:solidFill>
                  <a:srgbClr val="3366FF"/>
                </a:solidFill>
                <a:sym typeface="MT Extra" panose="020F0502020204030204" pitchFamily="82"/>
              </a:rPr>
              <a:t>mutex lock</a:t>
            </a:r>
            <a:endParaRPr lang="en-US" altLang="en-US" sz="1600" b="1">
              <a:solidFill>
                <a:srgbClr val="3366FF"/>
              </a:solidFill>
            </a:endParaRPr>
          </a:p>
          <a:p>
            <a:pPr>
              <a:tabLst>
                <a:tab pos="2001838" algn="ctr"/>
                <a:tab pos="4513263" algn="ctr"/>
              </a:tabLst>
            </a:pPr>
            <a:r>
              <a:rPr lang="en-US" altLang="en-US" sz="1600">
                <a:sym typeface="MT Extra" panose="020F0502020204030204" pitchFamily="82"/>
              </a:rPr>
              <a:t>Can solve various synchronization problems</a:t>
            </a:r>
          </a:p>
          <a:p>
            <a:pPr>
              <a:tabLst>
                <a:tab pos="2001838" algn="ctr"/>
                <a:tab pos="4513263" algn="ctr"/>
              </a:tabLst>
            </a:pPr>
            <a:r>
              <a:rPr lang="en-US" altLang="en-US" sz="1600">
                <a:sym typeface="MT Extra" panose="020F0502020204030204" pitchFamily="82"/>
              </a:rPr>
              <a:t>Consider </a:t>
            </a:r>
            <a:r>
              <a:rPr lang="en-US" altLang="en-US" sz="1600" b="1" i="1">
                <a:sym typeface="MT Extra" panose="020F0502020204030204" pitchFamily="82"/>
              </a:rPr>
              <a:t>P</a:t>
            </a:r>
            <a:r>
              <a:rPr lang="en-US" altLang="en-US" sz="1600" b="1" i="1" baseline="-25000">
                <a:sym typeface="MT Extra" panose="020F0502020204030204" pitchFamily="82"/>
              </a:rPr>
              <a:t>1</a:t>
            </a:r>
            <a:r>
              <a:rPr lang="en-US" altLang="en-US" sz="1600" b="1" i="1">
                <a:sym typeface="MT Extra" panose="020F0502020204030204" pitchFamily="82"/>
              </a:rPr>
              <a:t> </a:t>
            </a:r>
            <a:r>
              <a:rPr lang="en-US" altLang="en-US" sz="1600">
                <a:sym typeface="MT Extra" panose="020F0502020204030204" pitchFamily="82"/>
              </a:rPr>
              <a:t> and </a:t>
            </a:r>
            <a:r>
              <a:rPr lang="en-US" altLang="en-US" sz="1600" b="1" i="1">
                <a:sym typeface="MT Extra" panose="020F0502020204030204" pitchFamily="82"/>
              </a:rPr>
              <a:t>P</a:t>
            </a:r>
            <a:r>
              <a:rPr lang="en-US" altLang="en-US" sz="1600" b="1" i="1" baseline="-25000">
                <a:sym typeface="MT Extra" panose="020F0502020204030204" pitchFamily="82"/>
              </a:rPr>
              <a:t>2</a:t>
            </a:r>
            <a:r>
              <a:rPr lang="en-US" altLang="en-US" sz="1600">
                <a:sym typeface="MT Extra" panose="020F0502020204030204" pitchFamily="82"/>
              </a:rPr>
              <a:t> that require</a:t>
            </a:r>
            <a:r>
              <a:rPr lang="en-US" altLang="en-US" sz="1600" b="1" i="1">
                <a:sym typeface="MT Extra" panose="020F0502020204030204" pitchFamily="82"/>
              </a:rPr>
              <a:t> S</a:t>
            </a:r>
            <a:r>
              <a:rPr lang="en-US" altLang="en-US" sz="1600" b="1" i="1" baseline="-25000">
                <a:sym typeface="MT Extra" panose="020F0502020204030204" pitchFamily="82"/>
              </a:rPr>
              <a:t>1</a:t>
            </a:r>
            <a:r>
              <a:rPr lang="en-US" altLang="en-US" sz="1600" b="1" i="1">
                <a:sym typeface="MT Extra" panose="020F0502020204030204" pitchFamily="82"/>
              </a:rPr>
              <a:t> </a:t>
            </a:r>
            <a:r>
              <a:rPr lang="en-US" altLang="en-US" sz="1600">
                <a:sym typeface="MT Extra" panose="020F0502020204030204" pitchFamily="82"/>
              </a:rPr>
              <a:t>to happen before </a:t>
            </a:r>
            <a:r>
              <a:rPr lang="en-US" altLang="en-US" sz="1600" b="1" i="1">
                <a:sym typeface="MT Extra" panose="020F0502020204030204" pitchFamily="82"/>
              </a:rPr>
              <a:t>S</a:t>
            </a:r>
            <a:r>
              <a:rPr lang="en-US" altLang="en-US" sz="1600" b="1" i="1" baseline="-25000">
                <a:sym typeface="MT Extra" panose="020F0502020204030204" pitchFamily="82"/>
              </a:rPr>
              <a:t>2</a:t>
            </a:r>
          </a:p>
          <a:p>
            <a:pPr>
              <a:buFont typeface="Monotype Sorts" pitchFamily="-84" charset="2"/>
              <a:buNone/>
              <a:tabLst>
                <a:tab pos="2001838" algn="ctr"/>
                <a:tab pos="4513263" algn="ctr"/>
              </a:tabLst>
            </a:pPr>
            <a:r>
              <a:rPr lang="en-US" altLang="en-US" sz="1600">
                <a:sym typeface="MT Extra" panose="020F0502020204030204" pitchFamily="82"/>
              </a:rPr>
              <a:t>       Create a semaphore “</a:t>
            </a:r>
            <a:r>
              <a:rPr lang="en-US" altLang="ja-JP" sz="1600" b="1">
                <a:solidFill>
                  <a:srgbClr val="000000"/>
                </a:solidFill>
                <a:latin typeface="Courier New" panose="02070309020205020404" pitchFamily="49" charset="0"/>
                <a:cs typeface="Courier New" panose="02070309020205020404" pitchFamily="49" charset="0"/>
                <a:sym typeface="MT Extra" panose="020F0502020204030204" pitchFamily="82"/>
              </a:rPr>
              <a:t>synch</a:t>
            </a:r>
            <a:r>
              <a:rPr lang="en-US" altLang="en-US" sz="1600">
                <a:sym typeface="MT Extra" panose="020F0502020204030204" pitchFamily="82"/>
              </a:rPr>
              <a:t>”</a:t>
            </a:r>
            <a:r>
              <a:rPr lang="en-US" altLang="ja-JP" sz="1600">
                <a:sym typeface="MT Extra" panose="020F0502020204030204" pitchFamily="82"/>
              </a:rPr>
              <a:t> initialized to 0 </a:t>
            </a:r>
          </a:p>
          <a:p>
            <a:pPr lvl="1">
              <a:buFont typeface="Monotype Sorts" pitchFamily="-84" charset="2"/>
              <a:buNone/>
              <a:tabLst>
                <a:tab pos="2001838" algn="ctr"/>
                <a:tab pos="4513263" algn="ctr"/>
              </a:tabLst>
            </a:pPr>
            <a:r>
              <a:rPr lang="en-US" altLang="en-US" sz="1600" b="1">
                <a:solidFill>
                  <a:srgbClr val="000000"/>
                </a:solidFill>
                <a:latin typeface="Courier New" panose="02070309020205020404" pitchFamily="49" charset="0"/>
                <a:cs typeface="Courier New" panose="02070309020205020404" pitchFamily="49" charset="0"/>
                <a:sym typeface="MT Extra" panose="020F0502020204030204" pitchFamily="82"/>
              </a:rPr>
              <a:t>P1:</a:t>
            </a:r>
          </a:p>
          <a:p>
            <a:pPr lvl="1">
              <a:buFont typeface="Monotype Sorts" pitchFamily="-84" charset="2"/>
              <a:buNone/>
              <a:tabLst>
                <a:tab pos="2001838" algn="ctr"/>
                <a:tab pos="4513263" algn="ctr"/>
              </a:tabLst>
            </a:pPr>
            <a:r>
              <a:rPr lang="en-US" altLang="en-US" sz="1600" b="1">
                <a:solidFill>
                  <a:srgbClr val="000000"/>
                </a:solidFill>
                <a:latin typeface="Courier New" panose="02070309020205020404" pitchFamily="49" charset="0"/>
                <a:cs typeface="Courier New" panose="02070309020205020404" pitchFamily="49" charset="0"/>
                <a:sym typeface="MT Extra" panose="020F0502020204030204" pitchFamily="82"/>
              </a:rPr>
              <a:t>   S</a:t>
            </a:r>
            <a:r>
              <a:rPr lang="en-US" altLang="en-US" sz="1600" b="1" baseline="-25000">
                <a:solidFill>
                  <a:srgbClr val="000000"/>
                </a:solidFill>
                <a:latin typeface="Courier New" panose="02070309020205020404" pitchFamily="49" charset="0"/>
                <a:cs typeface="Courier New" panose="02070309020205020404" pitchFamily="49" charset="0"/>
                <a:sym typeface="MT Extra" panose="020F0502020204030204" pitchFamily="82"/>
              </a:rPr>
              <a:t>1</a:t>
            </a:r>
            <a:r>
              <a:rPr lang="en-US" altLang="en-US" sz="1600" b="1">
                <a:solidFill>
                  <a:srgbClr val="000000"/>
                </a:solidFill>
                <a:latin typeface="Courier New" panose="02070309020205020404" pitchFamily="49" charset="0"/>
                <a:cs typeface="Courier New" panose="02070309020205020404" pitchFamily="49" charset="0"/>
                <a:sym typeface="MT Extra" panose="020F0502020204030204" pitchFamily="82"/>
              </a:rPr>
              <a:t>;</a:t>
            </a:r>
          </a:p>
          <a:p>
            <a:pPr lvl="1">
              <a:buFont typeface="Monotype Sorts" pitchFamily="-84" charset="2"/>
              <a:buNone/>
              <a:tabLst>
                <a:tab pos="2001838" algn="ctr"/>
                <a:tab pos="4513263" algn="ctr"/>
              </a:tabLst>
            </a:pPr>
            <a:r>
              <a:rPr lang="en-US" altLang="en-US" sz="1600" b="1">
                <a:solidFill>
                  <a:srgbClr val="000000"/>
                </a:solidFill>
                <a:latin typeface="Courier New" panose="02070309020205020404" pitchFamily="49" charset="0"/>
                <a:cs typeface="Courier New" panose="02070309020205020404" pitchFamily="49" charset="0"/>
                <a:sym typeface="MT Extra" panose="020F0502020204030204" pitchFamily="82"/>
              </a:rPr>
              <a:t>   signal(synch);</a:t>
            </a:r>
          </a:p>
          <a:p>
            <a:pPr lvl="1">
              <a:buFont typeface="Monotype Sorts" pitchFamily="-84" charset="2"/>
              <a:buNone/>
              <a:tabLst>
                <a:tab pos="2001838" algn="ctr"/>
                <a:tab pos="4513263" algn="ctr"/>
              </a:tabLst>
            </a:pPr>
            <a:r>
              <a:rPr lang="en-US" altLang="en-US" sz="1600" b="1">
                <a:solidFill>
                  <a:srgbClr val="000000"/>
                </a:solidFill>
                <a:latin typeface="Courier New" panose="02070309020205020404" pitchFamily="49" charset="0"/>
                <a:cs typeface="Courier New" panose="02070309020205020404" pitchFamily="49" charset="0"/>
                <a:sym typeface="MT Extra" panose="020F0502020204030204" pitchFamily="82"/>
              </a:rPr>
              <a:t>P2:</a:t>
            </a:r>
          </a:p>
          <a:p>
            <a:pPr lvl="1">
              <a:buFont typeface="Monotype Sorts" pitchFamily="-84" charset="2"/>
              <a:buNone/>
              <a:tabLst>
                <a:tab pos="2001838" algn="ctr"/>
                <a:tab pos="4513263" algn="ctr"/>
              </a:tabLst>
            </a:pPr>
            <a:r>
              <a:rPr lang="en-US" altLang="en-US" sz="1600" b="1">
                <a:solidFill>
                  <a:srgbClr val="000000"/>
                </a:solidFill>
                <a:latin typeface="Courier New" panose="02070309020205020404" pitchFamily="49" charset="0"/>
                <a:cs typeface="Courier New" panose="02070309020205020404" pitchFamily="49" charset="0"/>
                <a:sym typeface="MT Extra" panose="020F0502020204030204" pitchFamily="82"/>
              </a:rPr>
              <a:t>   wait(synch)</a:t>
            </a:r>
            <a:r>
              <a:rPr lang="en-US" altLang="en-US" sz="1400">
                <a:solidFill>
                  <a:srgbClr val="0000FF"/>
                </a:solidFill>
                <a:sym typeface="MT Extra" panose="020F0502020204030204" pitchFamily="82"/>
              </a:rPr>
              <a:t>;</a:t>
            </a:r>
            <a:endParaRPr lang="en-US" altLang="en-US" sz="1600" b="1">
              <a:solidFill>
                <a:srgbClr val="000000"/>
              </a:solidFill>
              <a:latin typeface="Courier New" panose="02070309020205020404" pitchFamily="49" charset="0"/>
              <a:cs typeface="Courier New" panose="02070309020205020404" pitchFamily="49" charset="0"/>
              <a:sym typeface="MT Extra" panose="020F0502020204030204" pitchFamily="82"/>
            </a:endParaRPr>
          </a:p>
          <a:p>
            <a:pPr lvl="1">
              <a:buFont typeface="Monotype Sorts" pitchFamily="-84" charset="2"/>
              <a:buNone/>
              <a:tabLst>
                <a:tab pos="2001838" algn="ctr"/>
                <a:tab pos="4513263" algn="ctr"/>
              </a:tabLst>
            </a:pPr>
            <a:r>
              <a:rPr lang="en-US" altLang="en-US" sz="1600" b="1">
                <a:solidFill>
                  <a:srgbClr val="000000"/>
                </a:solidFill>
                <a:latin typeface="Courier New" panose="02070309020205020404" pitchFamily="49" charset="0"/>
                <a:cs typeface="Courier New" panose="02070309020205020404" pitchFamily="49" charset="0"/>
                <a:sym typeface="MT Extra" panose="020F0502020204030204" pitchFamily="82"/>
              </a:rPr>
              <a:t>   S</a:t>
            </a:r>
            <a:r>
              <a:rPr lang="en-US" altLang="en-US" sz="1600" b="1" baseline="-25000">
                <a:solidFill>
                  <a:srgbClr val="000000"/>
                </a:solidFill>
                <a:latin typeface="Courier New" panose="02070309020205020404" pitchFamily="49" charset="0"/>
                <a:cs typeface="Courier New" panose="02070309020205020404" pitchFamily="49" charset="0"/>
                <a:sym typeface="MT Extra" panose="020F0502020204030204" pitchFamily="82"/>
              </a:rPr>
              <a:t>2</a:t>
            </a:r>
            <a:r>
              <a:rPr lang="en-US" altLang="en-US" sz="1600" b="1">
                <a:solidFill>
                  <a:srgbClr val="000000"/>
                </a:solidFill>
                <a:latin typeface="Courier New" panose="02070309020205020404" pitchFamily="49" charset="0"/>
                <a:cs typeface="Courier New" panose="02070309020205020404" pitchFamily="49" charset="0"/>
                <a:sym typeface="MT Extra" panose="020F0502020204030204" pitchFamily="82"/>
              </a:rPr>
              <a:t>;</a:t>
            </a:r>
            <a:endParaRPr lang="en-US" altLang="en-US" sz="1600">
              <a:sym typeface="MT Extra" panose="020F0502020204030204" pitchFamily="82"/>
            </a:endParaRPr>
          </a:p>
          <a:p>
            <a:pPr>
              <a:tabLst>
                <a:tab pos="2001838" algn="ctr"/>
                <a:tab pos="4513263" algn="ctr"/>
              </a:tabLst>
            </a:pPr>
            <a:r>
              <a:rPr lang="en-US" altLang="en-US" sz="1600"/>
              <a:t>Can implement a counting semaphore </a:t>
            </a:r>
            <a:r>
              <a:rPr lang="en-US" altLang="en-US" sz="1600" b="1" i="1">
                <a:solidFill>
                  <a:srgbClr val="000000"/>
                </a:solidFill>
              </a:rPr>
              <a:t>S</a:t>
            </a:r>
            <a:r>
              <a:rPr lang="en-US" altLang="en-US" sz="1600"/>
              <a:t> as a binary semaphore</a:t>
            </a:r>
          </a:p>
          <a:p>
            <a:pPr>
              <a:tabLst>
                <a:tab pos="2001838" algn="ctr"/>
                <a:tab pos="4513263" algn="ctr"/>
              </a:tabLst>
            </a:pPr>
            <a:endParaRPr lang="en-US" altLang="en-US" sz="1600" b="1" i="1" baseline="-25000">
              <a:sym typeface="MT Extra" panose="020F0502020204030204" pitchFamily="8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BDCC8442-BADC-B700-6B2C-83D49AB137C6}"/>
              </a:ext>
            </a:extLst>
          </p:cNvPr>
          <p:cNvSpPr>
            <a:spLocks noGrp="1" noChangeArrowheads="1"/>
          </p:cNvSpPr>
          <p:nvPr>
            <p:ph type="title"/>
          </p:nvPr>
        </p:nvSpPr>
        <p:spPr>
          <a:xfrm>
            <a:off x="457200" y="190500"/>
            <a:ext cx="8229600" cy="576263"/>
          </a:xfrm>
        </p:spPr>
        <p:txBody>
          <a:bodyPr/>
          <a:lstStyle/>
          <a:p>
            <a:pPr eaLnBrk="1" hangingPunct="1"/>
            <a:r>
              <a:rPr lang="en-US" altLang="en-US"/>
              <a:t>Semaphore Implementation</a:t>
            </a:r>
          </a:p>
        </p:txBody>
      </p:sp>
      <p:sp>
        <p:nvSpPr>
          <p:cNvPr id="55299" name="Rectangle 3">
            <a:extLst>
              <a:ext uri="{FF2B5EF4-FFF2-40B4-BE49-F238E27FC236}">
                <a16:creationId xmlns:a16="http://schemas.microsoft.com/office/drawing/2014/main" id="{DE69D2DD-8CB3-011A-8123-A81CD9550D50}"/>
              </a:ext>
            </a:extLst>
          </p:cNvPr>
          <p:cNvSpPr>
            <a:spLocks noGrp="1" noChangeArrowheads="1"/>
          </p:cNvSpPr>
          <p:nvPr>
            <p:ph idx="1"/>
          </p:nvPr>
        </p:nvSpPr>
        <p:spPr>
          <a:xfrm>
            <a:off x="869950" y="1157288"/>
            <a:ext cx="7143750" cy="4530725"/>
          </a:xfrm>
        </p:spPr>
        <p:txBody>
          <a:bodyPr/>
          <a:lstStyle/>
          <a:p>
            <a:r>
              <a:rPr lang="en-US" altLang="en-US"/>
              <a:t>Must guarantee that no two processes can execute  the </a:t>
            </a:r>
            <a:r>
              <a:rPr lang="en-US" altLang="en-US" sz="2000" b="1">
                <a:latin typeface="Courier New" panose="02070309020205020404" pitchFamily="49" charset="0"/>
                <a:cs typeface="Courier New" panose="02070309020205020404" pitchFamily="49" charset="0"/>
              </a:rPr>
              <a:t>wait() </a:t>
            </a:r>
            <a:r>
              <a:rPr lang="en-US" altLang="en-US"/>
              <a:t>and </a:t>
            </a:r>
            <a:r>
              <a:rPr lang="en-US" altLang="en-US" sz="2000" b="1">
                <a:latin typeface="Courier New" panose="02070309020205020404" pitchFamily="49" charset="0"/>
                <a:cs typeface="Courier New" panose="02070309020205020404" pitchFamily="49" charset="0"/>
              </a:rPr>
              <a:t>signal() </a:t>
            </a:r>
            <a:r>
              <a:rPr lang="en-US" altLang="en-US"/>
              <a:t>on the same semaphore at the same time</a:t>
            </a:r>
          </a:p>
          <a:p>
            <a:r>
              <a:rPr lang="en-US" altLang="en-US"/>
              <a:t>Thus, the implementation becomes the critical section problem where the </a:t>
            </a:r>
            <a:r>
              <a:rPr lang="en-US" altLang="en-US" sz="2000" b="1">
                <a:latin typeface="Courier New" panose="02070309020205020404" pitchFamily="49" charset="0"/>
                <a:cs typeface="Courier New" panose="02070309020205020404" pitchFamily="49" charset="0"/>
              </a:rPr>
              <a:t>wait</a:t>
            </a:r>
            <a:r>
              <a:rPr lang="en-US" altLang="en-US"/>
              <a:t> and </a:t>
            </a:r>
            <a:r>
              <a:rPr lang="en-US" altLang="en-US" sz="2000" b="1">
                <a:latin typeface="Courier New" panose="02070309020205020404" pitchFamily="49" charset="0"/>
                <a:cs typeface="Courier New" panose="02070309020205020404" pitchFamily="49" charset="0"/>
              </a:rPr>
              <a:t>signal</a:t>
            </a:r>
            <a:r>
              <a:rPr lang="en-US" altLang="en-US"/>
              <a:t> code are placed in the critical section</a:t>
            </a:r>
          </a:p>
          <a:p>
            <a:pPr lvl="1"/>
            <a:r>
              <a:rPr lang="en-US" altLang="en-US"/>
              <a:t>Could now have </a:t>
            </a:r>
            <a:r>
              <a:rPr lang="en-US" altLang="en-US" b="1">
                <a:solidFill>
                  <a:srgbClr val="3366FF"/>
                </a:solidFill>
              </a:rPr>
              <a:t>busy waiting</a:t>
            </a:r>
            <a:r>
              <a:rPr lang="en-US" altLang="en-US">
                <a:solidFill>
                  <a:srgbClr val="3366FF"/>
                </a:solidFill>
              </a:rPr>
              <a:t> </a:t>
            </a:r>
            <a:r>
              <a:rPr lang="en-US" altLang="en-US"/>
              <a:t>in critical section implementation</a:t>
            </a:r>
          </a:p>
          <a:p>
            <a:pPr lvl="2"/>
            <a:r>
              <a:rPr lang="en-US" altLang="en-US"/>
              <a:t>But implementation code is short</a:t>
            </a:r>
          </a:p>
          <a:p>
            <a:pPr lvl="2"/>
            <a:r>
              <a:rPr lang="en-US" altLang="en-US"/>
              <a:t>Little busy waiting if critical section rarely occupied</a:t>
            </a:r>
          </a:p>
          <a:p>
            <a:r>
              <a:rPr lang="en-US" altLang="en-US"/>
              <a:t>Note that applications may spend lots of time in critical sections and therefore this is not a good solution</a:t>
            </a:r>
          </a:p>
          <a:p>
            <a:pPr>
              <a:buFont typeface="Monotype Sorts" pitchFamily="-84" charset="2"/>
              <a:buNone/>
            </a:pPr>
            <a:r>
              <a:rPr lang="en-US" altLang="en-US"/>
              <a:t> </a:t>
            </a:r>
          </a:p>
          <a:p>
            <a:pPr lvl="1">
              <a:buFont typeface="Monotype Sorts" pitchFamily="-84" charset="2"/>
              <a:buNone/>
            </a:pPr>
            <a:endParaRPr lang="en-US"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9E3E86E1-242E-1CFB-7250-88EB283DC8EA}"/>
              </a:ext>
            </a:extLst>
          </p:cNvPr>
          <p:cNvSpPr>
            <a:spLocks noGrp="1" noChangeArrowheads="1"/>
          </p:cNvSpPr>
          <p:nvPr>
            <p:ph type="title"/>
          </p:nvPr>
        </p:nvSpPr>
        <p:spPr>
          <a:xfrm>
            <a:off x="922338" y="44450"/>
            <a:ext cx="8467725" cy="609600"/>
          </a:xfrm>
        </p:spPr>
        <p:txBody>
          <a:bodyPr/>
          <a:lstStyle/>
          <a:p>
            <a:pPr eaLnBrk="1" hangingPunct="1"/>
            <a:r>
              <a:rPr lang="en-US" altLang="en-US" sz="2400"/>
              <a:t>Semaphore Implementation with no Busy waiting </a:t>
            </a:r>
          </a:p>
        </p:txBody>
      </p:sp>
      <p:sp>
        <p:nvSpPr>
          <p:cNvPr id="57347" name="Rectangle 3">
            <a:extLst>
              <a:ext uri="{FF2B5EF4-FFF2-40B4-BE49-F238E27FC236}">
                <a16:creationId xmlns:a16="http://schemas.microsoft.com/office/drawing/2014/main" id="{5D5BA3E1-7FF5-4F2C-B6C1-0CFAC3E75E74}"/>
              </a:ext>
            </a:extLst>
          </p:cNvPr>
          <p:cNvSpPr>
            <a:spLocks noGrp="1" noChangeArrowheads="1"/>
          </p:cNvSpPr>
          <p:nvPr>
            <p:ph idx="1"/>
          </p:nvPr>
        </p:nvSpPr>
        <p:spPr>
          <a:xfrm>
            <a:off x="936625" y="1041400"/>
            <a:ext cx="6962775" cy="4700588"/>
          </a:xfrm>
        </p:spPr>
        <p:txBody>
          <a:bodyPr/>
          <a:lstStyle/>
          <a:p>
            <a:r>
              <a:rPr lang="en-US" altLang="en-US"/>
              <a:t>With each semaphore there is an associated waiting queue</a:t>
            </a:r>
          </a:p>
          <a:p>
            <a:r>
              <a:rPr lang="en-US" altLang="en-US"/>
              <a:t>Each entry in a waiting queue has two data items:</a:t>
            </a:r>
          </a:p>
          <a:p>
            <a:pPr lvl="1"/>
            <a:r>
              <a:rPr lang="en-US" altLang="en-US"/>
              <a:t> value (of type integer)</a:t>
            </a:r>
          </a:p>
          <a:p>
            <a:pPr lvl="1"/>
            <a:r>
              <a:rPr lang="en-US" altLang="en-US"/>
              <a:t> pointer to next record in the list</a:t>
            </a:r>
          </a:p>
          <a:p>
            <a:r>
              <a:rPr lang="en-US" altLang="en-US"/>
              <a:t>Two operations:</a:t>
            </a:r>
          </a:p>
          <a:p>
            <a:pPr lvl="1"/>
            <a:r>
              <a:rPr lang="en-US" altLang="en-US" b="1">
                <a:solidFill>
                  <a:srgbClr val="3366FF"/>
                </a:solidFill>
              </a:rPr>
              <a:t>block</a:t>
            </a:r>
            <a:r>
              <a:rPr lang="en-US" altLang="en-US">
                <a:solidFill>
                  <a:srgbClr val="3366FF"/>
                </a:solidFill>
              </a:rPr>
              <a:t> </a:t>
            </a:r>
            <a:r>
              <a:rPr lang="en-US" altLang="en-US"/>
              <a:t>– place the process invoking the operation on the appropriate waiting queue</a:t>
            </a:r>
          </a:p>
          <a:p>
            <a:pPr lvl="1"/>
            <a:r>
              <a:rPr lang="en-US" altLang="en-US" b="1">
                <a:solidFill>
                  <a:srgbClr val="3366FF"/>
                </a:solidFill>
              </a:rPr>
              <a:t>wakeup</a:t>
            </a:r>
            <a:r>
              <a:rPr lang="en-US" altLang="en-US">
                <a:solidFill>
                  <a:srgbClr val="3366FF"/>
                </a:solidFill>
              </a:rPr>
              <a:t> </a:t>
            </a:r>
            <a:r>
              <a:rPr lang="en-US" altLang="en-US"/>
              <a:t>– remove one of processes in the waiting queue and place it in the ready queue</a:t>
            </a:r>
          </a:p>
          <a:p>
            <a:r>
              <a:rPr lang="en-US" altLang="en-US" sz="1600" b="1">
                <a:latin typeface="Courier New" panose="02070309020205020404" pitchFamily="49" charset="0"/>
                <a:cs typeface="Courier New" panose="02070309020205020404" pitchFamily="49" charset="0"/>
              </a:rPr>
              <a:t>typedef struct{ </a:t>
            </a:r>
          </a:p>
          <a:p>
            <a:pPr>
              <a:buFont typeface="Monotype Sorts" pitchFamily="-84" charset="2"/>
              <a:buNone/>
            </a:pPr>
            <a:r>
              <a:rPr lang="en-US" altLang="en-US" sz="1600" b="1">
                <a:latin typeface="Courier New" panose="02070309020205020404" pitchFamily="49" charset="0"/>
                <a:cs typeface="Courier New" panose="02070309020205020404" pitchFamily="49" charset="0"/>
              </a:rPr>
              <a:t>   int value; </a:t>
            </a:r>
          </a:p>
          <a:p>
            <a:pPr>
              <a:buFont typeface="Monotype Sorts" pitchFamily="-84" charset="2"/>
              <a:buNone/>
            </a:pPr>
            <a:r>
              <a:rPr lang="en-US" altLang="en-US" sz="1600" b="1">
                <a:latin typeface="Courier New" panose="02070309020205020404" pitchFamily="49" charset="0"/>
                <a:cs typeface="Courier New" panose="02070309020205020404" pitchFamily="49" charset="0"/>
              </a:rPr>
              <a:t>   struct process *list; </a:t>
            </a:r>
          </a:p>
          <a:p>
            <a:pPr>
              <a:buFont typeface="Monotype Sorts" pitchFamily="-84" charset="2"/>
              <a:buNone/>
            </a:pPr>
            <a:r>
              <a:rPr lang="en-US" altLang="en-US" sz="1600" b="1">
                <a:latin typeface="Courier New" panose="02070309020205020404" pitchFamily="49" charset="0"/>
                <a:cs typeface="Courier New" panose="02070309020205020404" pitchFamily="49" charset="0"/>
              </a:rPr>
              <a:t>   } semaphore; </a:t>
            </a:r>
          </a:p>
          <a:p>
            <a:endParaRPr lang="en-US" altLang="en-US"/>
          </a:p>
          <a:p>
            <a:pPr lvl="1"/>
            <a:endParaRPr lang="en-US" altLang="en-US"/>
          </a:p>
          <a:p>
            <a:pPr>
              <a:buFont typeface="Monotype Sorts" pitchFamily="-84" charset="2"/>
              <a:buNone/>
            </a:pPr>
            <a:r>
              <a:rPr lang="en-US" altLang="en-US">
                <a:solidFill>
                  <a:srgbClr val="0000FF"/>
                </a:solidFill>
              </a:rPr>
              <a:t>                        </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FF876035-0BDE-200F-2609-C052C4CD726E}"/>
              </a:ext>
            </a:extLst>
          </p:cNvPr>
          <p:cNvSpPr>
            <a:spLocks noGrp="1" noChangeArrowheads="1"/>
          </p:cNvSpPr>
          <p:nvPr>
            <p:ph type="title"/>
          </p:nvPr>
        </p:nvSpPr>
        <p:spPr>
          <a:xfrm>
            <a:off x="822325" y="144463"/>
            <a:ext cx="8356600" cy="581025"/>
          </a:xfrm>
        </p:spPr>
        <p:txBody>
          <a:bodyPr/>
          <a:lstStyle/>
          <a:p>
            <a:pPr eaLnBrk="1" hangingPunct="1"/>
            <a:r>
              <a:rPr lang="en-US" altLang="en-US" sz="2400"/>
              <a:t>Implementation with no Busy waiting (Cont.)</a:t>
            </a:r>
          </a:p>
        </p:txBody>
      </p:sp>
      <p:sp>
        <p:nvSpPr>
          <p:cNvPr id="59395" name="Rectangle 3">
            <a:extLst>
              <a:ext uri="{FF2B5EF4-FFF2-40B4-BE49-F238E27FC236}">
                <a16:creationId xmlns:a16="http://schemas.microsoft.com/office/drawing/2014/main" id="{DAAE62D3-A205-1D4C-BC08-658A0D706C74}"/>
              </a:ext>
            </a:extLst>
          </p:cNvPr>
          <p:cNvSpPr>
            <a:spLocks noGrp="1" noChangeArrowheads="1"/>
          </p:cNvSpPr>
          <p:nvPr>
            <p:ph idx="1"/>
          </p:nvPr>
        </p:nvSpPr>
        <p:spPr>
          <a:xfrm>
            <a:off x="1154113" y="901700"/>
            <a:ext cx="6122987" cy="5029200"/>
          </a:xfrm>
        </p:spPr>
        <p:txBody>
          <a:bodyPr/>
          <a:lstStyle/>
          <a:p>
            <a:pPr marL="0" indent="0">
              <a:buFont typeface="Monotype Sorts" pitchFamily="-84" charset="2"/>
              <a:buNone/>
            </a:pPr>
            <a:endParaRPr lang="en-US" altLang="en-US" sz="1400" b="1">
              <a:latin typeface="Courier New" panose="02070309020205020404" pitchFamily="49" charset="0"/>
              <a:cs typeface="Courier New" panose="02070309020205020404" pitchFamily="49" charset="0"/>
            </a:endParaRPr>
          </a:p>
          <a:p>
            <a:pPr marL="0" indent="0">
              <a:buFont typeface="Monotype Sorts" pitchFamily="-84" charset="2"/>
              <a:buNone/>
            </a:pPr>
            <a:r>
              <a:rPr lang="en-US" altLang="en-US" sz="1600" b="1">
                <a:latin typeface="Courier New" panose="02070309020205020404" pitchFamily="49" charset="0"/>
                <a:cs typeface="Courier New" panose="02070309020205020404" pitchFamily="49" charset="0"/>
              </a:rPr>
              <a:t>wait(semaphore *S) { </a:t>
            </a:r>
          </a:p>
          <a:p>
            <a:pPr marL="0" indent="0">
              <a:buFont typeface="Monotype Sorts" pitchFamily="-84" charset="2"/>
              <a:buNone/>
            </a:pPr>
            <a:r>
              <a:rPr lang="en-US" altLang="en-US" sz="1600" b="1">
                <a:latin typeface="Courier New" panose="02070309020205020404" pitchFamily="49" charset="0"/>
                <a:cs typeface="Courier New" panose="02070309020205020404" pitchFamily="49" charset="0"/>
              </a:rPr>
              <a:t>   S-&gt;value--; </a:t>
            </a:r>
          </a:p>
          <a:p>
            <a:pPr marL="0" indent="0">
              <a:buFont typeface="Monotype Sorts" pitchFamily="-84" charset="2"/>
              <a:buNone/>
            </a:pPr>
            <a:r>
              <a:rPr lang="en-US" altLang="en-US" sz="1600" b="1">
                <a:latin typeface="Courier New" panose="02070309020205020404" pitchFamily="49" charset="0"/>
                <a:cs typeface="Courier New" panose="02070309020205020404" pitchFamily="49" charset="0"/>
              </a:rPr>
              <a:t>   if (S-&gt;value &lt; 0) {</a:t>
            </a:r>
            <a:br>
              <a:rPr lang="en-US" altLang="en-US" sz="1600" b="1">
                <a:latin typeface="Courier New" panose="02070309020205020404" pitchFamily="49" charset="0"/>
                <a:cs typeface="Courier New" panose="02070309020205020404" pitchFamily="49" charset="0"/>
              </a:rPr>
            </a:br>
            <a:r>
              <a:rPr lang="en-US" altLang="en-US" sz="1600" b="1">
                <a:latin typeface="Courier New" panose="02070309020205020404" pitchFamily="49" charset="0"/>
                <a:cs typeface="Courier New" panose="02070309020205020404" pitchFamily="49" charset="0"/>
              </a:rPr>
              <a:t>      add this process to S-&gt;list; </a:t>
            </a:r>
          </a:p>
          <a:p>
            <a:pPr marL="0" indent="0">
              <a:buFont typeface="Monotype Sorts" pitchFamily="-84" charset="2"/>
              <a:buNone/>
            </a:pPr>
            <a:r>
              <a:rPr lang="en-US" altLang="en-US" sz="1600" b="1">
                <a:latin typeface="Courier New" panose="02070309020205020404" pitchFamily="49" charset="0"/>
                <a:cs typeface="Courier New" panose="02070309020205020404" pitchFamily="49" charset="0"/>
              </a:rPr>
              <a:t>      block(); </a:t>
            </a:r>
          </a:p>
          <a:p>
            <a:pPr marL="0" indent="0">
              <a:buFont typeface="Monotype Sorts" pitchFamily="-84" charset="2"/>
              <a:buNone/>
            </a:pPr>
            <a:r>
              <a:rPr lang="en-US" altLang="en-US" sz="1600" b="1">
                <a:latin typeface="Courier New" panose="02070309020205020404" pitchFamily="49" charset="0"/>
                <a:cs typeface="Courier New" panose="02070309020205020404" pitchFamily="49" charset="0"/>
              </a:rPr>
              <a:t>   } </a:t>
            </a:r>
          </a:p>
          <a:p>
            <a:pPr marL="0" indent="0">
              <a:buFont typeface="Monotype Sorts" pitchFamily="-84" charset="2"/>
              <a:buNone/>
            </a:pPr>
            <a:r>
              <a:rPr lang="en-US" altLang="en-US" sz="1600" b="1">
                <a:latin typeface="Courier New" panose="02070309020205020404" pitchFamily="49" charset="0"/>
                <a:cs typeface="Courier New" panose="02070309020205020404" pitchFamily="49" charset="0"/>
              </a:rPr>
              <a:t>}</a:t>
            </a:r>
          </a:p>
          <a:p>
            <a:pPr marL="0" indent="0">
              <a:buFont typeface="Monotype Sorts" pitchFamily="-84" charset="2"/>
              <a:buNone/>
            </a:pPr>
            <a:endParaRPr lang="en-US" altLang="en-US" sz="1600" b="1">
              <a:latin typeface="Courier New" panose="02070309020205020404" pitchFamily="49" charset="0"/>
              <a:cs typeface="Courier New" panose="02070309020205020404" pitchFamily="49" charset="0"/>
            </a:endParaRPr>
          </a:p>
          <a:p>
            <a:pPr marL="0" indent="0">
              <a:buFont typeface="Monotype Sorts" pitchFamily="-84" charset="2"/>
              <a:buNone/>
            </a:pPr>
            <a:r>
              <a:rPr lang="en-US" altLang="en-US" sz="1600" b="1">
                <a:latin typeface="Courier New" panose="02070309020205020404" pitchFamily="49" charset="0"/>
                <a:cs typeface="Courier New" panose="02070309020205020404" pitchFamily="49" charset="0"/>
              </a:rPr>
              <a:t>signal(semaphore *S) { </a:t>
            </a:r>
          </a:p>
          <a:p>
            <a:pPr marL="0" indent="0">
              <a:buFont typeface="Monotype Sorts" pitchFamily="-84" charset="2"/>
              <a:buNone/>
            </a:pPr>
            <a:r>
              <a:rPr lang="en-US" altLang="en-US" sz="1600" b="1">
                <a:latin typeface="Courier New" panose="02070309020205020404" pitchFamily="49" charset="0"/>
                <a:cs typeface="Courier New" panose="02070309020205020404" pitchFamily="49" charset="0"/>
              </a:rPr>
              <a:t>   S-&gt;value++; </a:t>
            </a:r>
          </a:p>
          <a:p>
            <a:pPr marL="0" indent="0">
              <a:buFont typeface="Monotype Sorts" pitchFamily="-84" charset="2"/>
              <a:buNone/>
            </a:pPr>
            <a:r>
              <a:rPr lang="en-US" altLang="en-US" sz="1600" b="1">
                <a:latin typeface="Courier New" panose="02070309020205020404" pitchFamily="49" charset="0"/>
                <a:cs typeface="Courier New" panose="02070309020205020404" pitchFamily="49" charset="0"/>
              </a:rPr>
              <a:t>   if (S-&gt;value &lt;= 0) {</a:t>
            </a:r>
            <a:br>
              <a:rPr lang="en-US" altLang="en-US" sz="1600" b="1">
                <a:latin typeface="Courier New" panose="02070309020205020404" pitchFamily="49" charset="0"/>
                <a:cs typeface="Courier New" panose="02070309020205020404" pitchFamily="49" charset="0"/>
              </a:rPr>
            </a:br>
            <a:r>
              <a:rPr lang="en-US" altLang="en-US" sz="1600" b="1">
                <a:latin typeface="Courier New" panose="02070309020205020404" pitchFamily="49" charset="0"/>
                <a:cs typeface="Courier New" panose="02070309020205020404" pitchFamily="49" charset="0"/>
              </a:rPr>
              <a:t>      remove a process P from S-&gt;list; </a:t>
            </a:r>
          </a:p>
          <a:p>
            <a:pPr marL="0" indent="0">
              <a:buFont typeface="Monotype Sorts" pitchFamily="-84" charset="2"/>
              <a:buNone/>
            </a:pPr>
            <a:r>
              <a:rPr lang="en-US" altLang="en-US" sz="1600" b="1">
                <a:latin typeface="Courier New" panose="02070309020205020404" pitchFamily="49" charset="0"/>
                <a:cs typeface="Courier New" panose="02070309020205020404" pitchFamily="49" charset="0"/>
              </a:rPr>
              <a:t>      wakeup(P); </a:t>
            </a:r>
          </a:p>
          <a:p>
            <a:pPr marL="0" indent="0">
              <a:buFont typeface="Monotype Sorts" pitchFamily="-84" charset="2"/>
              <a:buNone/>
            </a:pPr>
            <a:r>
              <a:rPr lang="en-US" altLang="en-US" sz="1600" b="1">
                <a:latin typeface="Courier New" panose="02070309020205020404" pitchFamily="49" charset="0"/>
                <a:cs typeface="Courier New" panose="02070309020205020404" pitchFamily="49" charset="0"/>
              </a:rPr>
              <a:t>   } </a:t>
            </a:r>
          </a:p>
          <a:p>
            <a:pPr marL="0" indent="0">
              <a:buFont typeface="Monotype Sorts" pitchFamily="-84" charset="2"/>
              <a:buNone/>
            </a:pPr>
            <a:r>
              <a:rPr lang="en-US" altLang="en-US" sz="1600" b="1">
                <a:latin typeface="Courier New" panose="02070309020205020404" pitchFamily="49" charset="0"/>
                <a:cs typeface="Courier New" panose="02070309020205020404" pitchFamily="49" charset="0"/>
              </a:rPr>
              <a:t>} </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439C1FAC-7611-3B98-B021-C7520A5954A4}"/>
              </a:ext>
            </a:extLst>
          </p:cNvPr>
          <p:cNvSpPr>
            <a:spLocks noGrp="1" noChangeArrowheads="1"/>
          </p:cNvSpPr>
          <p:nvPr>
            <p:ph type="title"/>
          </p:nvPr>
        </p:nvSpPr>
        <p:spPr>
          <a:xfrm>
            <a:off x="969963" y="161925"/>
            <a:ext cx="7716837" cy="576263"/>
          </a:xfrm>
        </p:spPr>
        <p:txBody>
          <a:bodyPr/>
          <a:lstStyle/>
          <a:p>
            <a:pPr eaLnBrk="1" hangingPunct="1"/>
            <a:r>
              <a:rPr lang="en-US" altLang="en-US"/>
              <a:t>Deadlock and Starvation</a:t>
            </a:r>
          </a:p>
        </p:txBody>
      </p:sp>
      <p:sp>
        <p:nvSpPr>
          <p:cNvPr id="61443" name="Rectangle 3">
            <a:extLst>
              <a:ext uri="{FF2B5EF4-FFF2-40B4-BE49-F238E27FC236}">
                <a16:creationId xmlns:a16="http://schemas.microsoft.com/office/drawing/2014/main" id="{D09EB01F-321C-D11E-616B-7CAE3CE81071}"/>
              </a:ext>
            </a:extLst>
          </p:cNvPr>
          <p:cNvSpPr>
            <a:spLocks noGrp="1" noChangeArrowheads="1"/>
          </p:cNvSpPr>
          <p:nvPr>
            <p:ph idx="1"/>
          </p:nvPr>
        </p:nvSpPr>
        <p:spPr>
          <a:xfrm>
            <a:off x="820738" y="1073150"/>
            <a:ext cx="7640637" cy="4906963"/>
          </a:xfrm>
        </p:spPr>
        <p:txBody>
          <a:bodyPr/>
          <a:lstStyle/>
          <a:p>
            <a:pPr>
              <a:lnSpc>
                <a:spcPct val="90000"/>
              </a:lnSpc>
              <a:tabLst>
                <a:tab pos="1882775" algn="ctr"/>
                <a:tab pos="4568825" algn="ctr"/>
              </a:tabLst>
            </a:pPr>
            <a:r>
              <a:rPr lang="en-US" altLang="en-US" b="1">
                <a:solidFill>
                  <a:srgbClr val="3366FF"/>
                </a:solidFill>
              </a:rPr>
              <a:t>Deadlock </a:t>
            </a:r>
            <a:r>
              <a:rPr lang="en-US" altLang="en-US"/>
              <a:t>– two or more processes are waiting indefinitely for an event that can be caused by only one of the waiting processes</a:t>
            </a:r>
          </a:p>
          <a:p>
            <a:pPr>
              <a:lnSpc>
                <a:spcPct val="90000"/>
              </a:lnSpc>
              <a:tabLst>
                <a:tab pos="1882775" algn="ctr"/>
                <a:tab pos="4568825" algn="ctr"/>
              </a:tabLst>
            </a:pPr>
            <a:r>
              <a:rPr lang="en-US" altLang="en-US">
                <a:solidFill>
                  <a:srgbClr val="000000"/>
                </a:solidFill>
              </a:rPr>
              <a:t>Let </a:t>
            </a:r>
            <a:r>
              <a:rPr lang="en-US" altLang="en-US" sz="2000" b="1" i="1">
                <a:solidFill>
                  <a:srgbClr val="000000"/>
                </a:solidFill>
                <a:latin typeface="Courier New" panose="02070309020205020404" pitchFamily="49" charset="0"/>
                <a:cs typeface="Courier New" panose="02070309020205020404" pitchFamily="49" charset="0"/>
              </a:rPr>
              <a:t>S</a:t>
            </a:r>
            <a:r>
              <a:rPr lang="en-US" altLang="en-US">
                <a:solidFill>
                  <a:srgbClr val="000000"/>
                </a:solidFill>
              </a:rPr>
              <a:t> and</a:t>
            </a:r>
            <a:r>
              <a:rPr lang="en-US" altLang="en-US" sz="1600" b="1">
                <a:solidFill>
                  <a:srgbClr val="000000"/>
                </a:solidFill>
                <a:latin typeface="Courier New" panose="02070309020205020404" pitchFamily="49" charset="0"/>
                <a:cs typeface="Courier New" panose="02070309020205020404" pitchFamily="49" charset="0"/>
              </a:rPr>
              <a:t> </a:t>
            </a:r>
            <a:r>
              <a:rPr lang="en-US" altLang="en-US" sz="2000" b="1" i="1">
                <a:solidFill>
                  <a:srgbClr val="000000"/>
                </a:solidFill>
                <a:latin typeface="Courier New" panose="02070309020205020404" pitchFamily="49" charset="0"/>
                <a:cs typeface="Courier New" panose="02070309020205020404" pitchFamily="49" charset="0"/>
              </a:rPr>
              <a:t>Q</a:t>
            </a:r>
            <a:r>
              <a:rPr lang="en-US" altLang="en-US" sz="1600" b="1">
                <a:solidFill>
                  <a:srgbClr val="000000"/>
                </a:solidFill>
                <a:latin typeface="Courier New" panose="02070309020205020404" pitchFamily="49" charset="0"/>
                <a:cs typeface="Courier New" panose="02070309020205020404" pitchFamily="49" charset="0"/>
              </a:rPr>
              <a:t> </a:t>
            </a:r>
            <a:r>
              <a:rPr lang="en-US" altLang="en-US">
                <a:solidFill>
                  <a:srgbClr val="000000"/>
                </a:solidFill>
              </a:rPr>
              <a:t>be </a:t>
            </a:r>
            <a:r>
              <a:rPr lang="en-US" altLang="en-US"/>
              <a:t>two semaphores initialized to 1</a:t>
            </a:r>
          </a:p>
          <a:p>
            <a:pPr>
              <a:lnSpc>
                <a:spcPct val="90000"/>
              </a:lnSpc>
              <a:buFont typeface="Monotype Sorts" pitchFamily="-84" charset="2"/>
              <a:buNone/>
              <a:tabLst>
                <a:tab pos="1882775" algn="ctr"/>
                <a:tab pos="4568825" algn="ctr"/>
              </a:tabLst>
            </a:pPr>
            <a:r>
              <a:rPr lang="en-US" altLang="en-US" i="1">
                <a:solidFill>
                  <a:srgbClr val="000000"/>
                </a:solidFill>
              </a:rPr>
              <a:t>		        P</a:t>
            </a:r>
            <a:r>
              <a:rPr lang="en-US" altLang="en-US" baseline="-25000">
                <a:solidFill>
                  <a:srgbClr val="000000"/>
                </a:solidFill>
              </a:rPr>
              <a:t>0</a:t>
            </a:r>
            <a:r>
              <a:rPr lang="en-US" altLang="en-US">
                <a:solidFill>
                  <a:srgbClr val="000000"/>
                </a:solidFill>
              </a:rPr>
              <a:t>	                            </a:t>
            </a:r>
            <a:r>
              <a:rPr lang="en-US" altLang="en-US" i="1">
                <a:solidFill>
                  <a:srgbClr val="000000"/>
                </a:solidFill>
              </a:rPr>
              <a:t>P</a:t>
            </a:r>
            <a:r>
              <a:rPr lang="en-US" altLang="en-US" baseline="-25000">
                <a:solidFill>
                  <a:srgbClr val="000000"/>
                </a:solidFill>
              </a:rPr>
              <a:t>1</a:t>
            </a:r>
          </a:p>
          <a:p>
            <a:pPr>
              <a:lnSpc>
                <a:spcPct val="90000"/>
              </a:lnSpc>
              <a:buFont typeface="Monotype Sorts" pitchFamily="-84" charset="2"/>
              <a:buNone/>
              <a:tabLst>
                <a:tab pos="1882775" algn="ctr"/>
                <a:tab pos="4568825" algn="ctr"/>
              </a:tabLst>
            </a:pPr>
            <a:r>
              <a:rPr lang="en-US" altLang="en-US" b="1">
                <a:solidFill>
                  <a:srgbClr val="000000"/>
                </a:solidFill>
                <a:latin typeface="Courier New" panose="02070309020205020404" pitchFamily="49" charset="0"/>
                <a:cs typeface="Courier New" panose="02070309020205020404" pitchFamily="49" charset="0"/>
              </a:rPr>
              <a:t>	          </a:t>
            </a:r>
            <a:r>
              <a:rPr lang="en-US" altLang="en-US" sz="1600" b="1">
                <a:solidFill>
                  <a:srgbClr val="000000"/>
                </a:solidFill>
                <a:latin typeface="Courier New" panose="02070309020205020404" pitchFamily="49" charset="0"/>
                <a:cs typeface="Courier New" panose="02070309020205020404" pitchFamily="49" charset="0"/>
              </a:rPr>
              <a:t>wait(S); 	              wait(Q);</a:t>
            </a:r>
          </a:p>
          <a:p>
            <a:pPr>
              <a:lnSpc>
                <a:spcPct val="90000"/>
              </a:lnSpc>
              <a:buFont typeface="Monotype Sorts" pitchFamily="-84" charset="2"/>
              <a:buNone/>
              <a:tabLst>
                <a:tab pos="1882775" algn="ctr"/>
                <a:tab pos="4568825" algn="ctr"/>
              </a:tabLst>
            </a:pPr>
            <a:r>
              <a:rPr lang="en-US" altLang="en-US" sz="1600" b="1">
                <a:solidFill>
                  <a:srgbClr val="000000"/>
                </a:solidFill>
                <a:latin typeface="Courier New" panose="02070309020205020404" pitchFamily="49" charset="0"/>
                <a:cs typeface="Courier New" panose="02070309020205020404" pitchFamily="49" charset="0"/>
              </a:rPr>
              <a:t>	           wait(Q); 	              wait(S);</a:t>
            </a:r>
          </a:p>
          <a:p>
            <a:pPr>
              <a:lnSpc>
                <a:spcPct val="90000"/>
              </a:lnSpc>
              <a:buFont typeface="Monotype Sorts" pitchFamily="-84" charset="2"/>
              <a:buNone/>
              <a:tabLst>
                <a:tab pos="1882775" algn="ctr"/>
                <a:tab pos="4568825" algn="ctr"/>
              </a:tabLst>
            </a:pPr>
            <a:r>
              <a:rPr lang="en-US" altLang="en-US" sz="1600" b="1">
                <a:solidFill>
                  <a:srgbClr val="000000"/>
                </a:solidFill>
                <a:latin typeface="Courier New" panose="02070309020205020404" pitchFamily="49" charset="0"/>
                <a:cs typeface="Courier New" panose="02070309020205020404" pitchFamily="49" charset="0"/>
              </a:rPr>
              <a:t>		 ...		     ...</a:t>
            </a:r>
          </a:p>
          <a:p>
            <a:pPr>
              <a:lnSpc>
                <a:spcPct val="90000"/>
              </a:lnSpc>
              <a:buFont typeface="Monotype Sorts" pitchFamily="-84" charset="2"/>
              <a:buNone/>
              <a:tabLst>
                <a:tab pos="1882775" algn="ctr"/>
                <a:tab pos="4568825" algn="ctr"/>
              </a:tabLst>
            </a:pPr>
            <a:r>
              <a:rPr lang="en-US" altLang="en-US" sz="1600" b="1">
                <a:solidFill>
                  <a:srgbClr val="000000"/>
                </a:solidFill>
                <a:latin typeface="Courier New" panose="02070309020205020404" pitchFamily="49" charset="0"/>
                <a:cs typeface="Courier New" panose="02070309020205020404" pitchFamily="49" charset="0"/>
              </a:rPr>
              <a:t>	           signal(S);                 signal(Q);</a:t>
            </a:r>
          </a:p>
          <a:p>
            <a:pPr>
              <a:lnSpc>
                <a:spcPct val="90000"/>
              </a:lnSpc>
              <a:buFont typeface="Monotype Sorts" pitchFamily="-84" charset="2"/>
              <a:buNone/>
              <a:tabLst>
                <a:tab pos="1882775" algn="ctr"/>
                <a:tab pos="4568825" algn="ctr"/>
              </a:tabLst>
            </a:pPr>
            <a:r>
              <a:rPr lang="en-US" altLang="en-US" sz="1600" b="1">
                <a:solidFill>
                  <a:srgbClr val="000000"/>
                </a:solidFill>
                <a:latin typeface="Courier New" panose="02070309020205020404" pitchFamily="49" charset="0"/>
                <a:cs typeface="Courier New" panose="02070309020205020404" pitchFamily="49" charset="0"/>
              </a:rPr>
              <a:t>              signal(Q);                 signal(S);</a:t>
            </a:r>
          </a:p>
          <a:p>
            <a:pPr>
              <a:lnSpc>
                <a:spcPct val="90000"/>
              </a:lnSpc>
              <a:buFont typeface="Monotype Sorts" pitchFamily="-84" charset="2"/>
              <a:buNone/>
              <a:tabLst>
                <a:tab pos="1882775" algn="ctr"/>
                <a:tab pos="4568825" algn="ctr"/>
              </a:tabLst>
            </a:pPr>
            <a:endParaRPr lang="en-US" altLang="en-US" sz="1600" b="1">
              <a:solidFill>
                <a:srgbClr val="000000"/>
              </a:solidFill>
              <a:latin typeface="Courier New" panose="02070309020205020404" pitchFamily="49" charset="0"/>
              <a:cs typeface="Courier New" panose="02070309020205020404" pitchFamily="49" charset="0"/>
            </a:endParaRPr>
          </a:p>
          <a:p>
            <a:pPr>
              <a:lnSpc>
                <a:spcPct val="90000"/>
              </a:lnSpc>
              <a:tabLst>
                <a:tab pos="1882775" algn="ctr"/>
                <a:tab pos="4568825" algn="ctr"/>
              </a:tabLst>
            </a:pPr>
            <a:r>
              <a:rPr lang="en-US" altLang="en-US" b="1">
                <a:solidFill>
                  <a:srgbClr val="3366FF"/>
                </a:solidFill>
                <a:sym typeface="MT Extra" panose="020F0502020204030204" pitchFamily="82"/>
              </a:rPr>
              <a:t>Starvation</a:t>
            </a:r>
            <a:r>
              <a:rPr lang="en-US" altLang="en-US">
                <a:solidFill>
                  <a:srgbClr val="3366FF"/>
                </a:solidFill>
                <a:sym typeface="MT Extra" panose="020F0502020204030204" pitchFamily="82"/>
              </a:rPr>
              <a:t> </a:t>
            </a:r>
            <a:r>
              <a:rPr lang="en-US" altLang="en-US"/>
              <a:t>– </a:t>
            </a:r>
            <a:r>
              <a:rPr lang="en-US" altLang="en-US" b="1">
                <a:solidFill>
                  <a:srgbClr val="3366FF"/>
                </a:solidFill>
              </a:rPr>
              <a:t>indefinite blocking  </a:t>
            </a:r>
          </a:p>
          <a:p>
            <a:pPr lvl="1">
              <a:lnSpc>
                <a:spcPct val="90000"/>
              </a:lnSpc>
              <a:tabLst>
                <a:tab pos="1882775" algn="ctr"/>
                <a:tab pos="4568825" algn="ctr"/>
              </a:tabLst>
            </a:pPr>
            <a:r>
              <a:rPr lang="en-US" altLang="en-US" sz="1600"/>
              <a:t>A process may never be removed from the semaphore queue in which it is suspended</a:t>
            </a:r>
          </a:p>
          <a:p>
            <a:pPr>
              <a:lnSpc>
                <a:spcPct val="90000"/>
              </a:lnSpc>
              <a:tabLst>
                <a:tab pos="1882775" algn="ctr"/>
                <a:tab pos="4568825" algn="ctr"/>
              </a:tabLst>
            </a:pPr>
            <a:r>
              <a:rPr lang="en-US" altLang="en-US" b="1">
                <a:solidFill>
                  <a:srgbClr val="3366FF"/>
                </a:solidFill>
              </a:rPr>
              <a:t>Priority Inversion</a:t>
            </a:r>
            <a:r>
              <a:rPr lang="en-US" altLang="en-US">
                <a:solidFill>
                  <a:srgbClr val="3366FF"/>
                </a:solidFill>
              </a:rPr>
              <a:t> </a:t>
            </a:r>
            <a:r>
              <a:rPr lang="en-US" altLang="en-US"/>
              <a:t>– Scheduling problem when lower-priority process holds a lock needed by higher-priority process</a:t>
            </a:r>
          </a:p>
          <a:p>
            <a:pPr lvl="1">
              <a:lnSpc>
                <a:spcPct val="90000"/>
              </a:lnSpc>
              <a:tabLst>
                <a:tab pos="1882775" algn="ctr"/>
                <a:tab pos="4568825" algn="ctr"/>
              </a:tabLst>
            </a:pPr>
            <a:r>
              <a:rPr lang="en-US" altLang="en-US" sz="1600"/>
              <a:t>Solved via </a:t>
            </a:r>
            <a:r>
              <a:rPr lang="en-US" altLang="en-US" sz="1600" b="1">
                <a:solidFill>
                  <a:srgbClr val="3366FF"/>
                </a:solidFill>
              </a:rPr>
              <a:t>priority-inheritance protocol</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D9AA552F-96A5-9BB4-220E-BFC98DD1599B}"/>
              </a:ext>
            </a:extLst>
          </p:cNvPr>
          <p:cNvSpPr>
            <a:spLocks noGrp="1" noChangeArrowheads="1"/>
          </p:cNvSpPr>
          <p:nvPr>
            <p:ph type="title"/>
          </p:nvPr>
        </p:nvSpPr>
        <p:spPr>
          <a:xfrm>
            <a:off x="1146175" y="185738"/>
            <a:ext cx="8077200" cy="609600"/>
          </a:xfrm>
        </p:spPr>
        <p:txBody>
          <a:bodyPr/>
          <a:lstStyle/>
          <a:p>
            <a:pPr eaLnBrk="1" hangingPunct="1"/>
            <a:r>
              <a:rPr lang="en-US" altLang="en-US"/>
              <a:t>Classical Problems of Synchronization</a:t>
            </a:r>
          </a:p>
        </p:txBody>
      </p:sp>
      <p:sp>
        <p:nvSpPr>
          <p:cNvPr id="63491" name="Rectangle 3">
            <a:extLst>
              <a:ext uri="{FF2B5EF4-FFF2-40B4-BE49-F238E27FC236}">
                <a16:creationId xmlns:a16="http://schemas.microsoft.com/office/drawing/2014/main" id="{C95E88CC-42DC-4E55-C5C3-B3FFA58951B1}"/>
              </a:ext>
            </a:extLst>
          </p:cNvPr>
          <p:cNvSpPr>
            <a:spLocks noGrp="1" noChangeArrowheads="1"/>
          </p:cNvSpPr>
          <p:nvPr>
            <p:ph idx="1"/>
          </p:nvPr>
        </p:nvSpPr>
        <p:spPr>
          <a:xfrm>
            <a:off x="806450" y="1233488"/>
            <a:ext cx="7524750" cy="4530725"/>
          </a:xfrm>
        </p:spPr>
        <p:txBody>
          <a:bodyPr/>
          <a:lstStyle/>
          <a:p>
            <a:r>
              <a:rPr lang="en-US" altLang="en-US"/>
              <a:t>Classical problems used to test newly-proposed synchronization schemes</a:t>
            </a:r>
          </a:p>
          <a:p>
            <a:pPr lvl="1"/>
            <a:r>
              <a:rPr lang="en-US" altLang="en-US"/>
              <a:t>Bounded-Buffer Problem</a:t>
            </a:r>
          </a:p>
          <a:p>
            <a:pPr lvl="1"/>
            <a:r>
              <a:rPr lang="en-US" altLang="en-US"/>
              <a:t>Readers and Writers Problem</a:t>
            </a:r>
          </a:p>
          <a:p>
            <a:pPr lvl="1"/>
            <a:r>
              <a:rPr lang="en-US" altLang="en-US"/>
              <a:t>Dining-Philosophers Problem</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64DE9D3B-EFBA-2642-0CC5-100D34DA663C}"/>
              </a:ext>
            </a:extLst>
          </p:cNvPr>
          <p:cNvSpPr>
            <a:spLocks noGrp="1" noChangeArrowheads="1"/>
          </p:cNvSpPr>
          <p:nvPr>
            <p:ph type="title"/>
          </p:nvPr>
        </p:nvSpPr>
        <p:spPr>
          <a:xfrm>
            <a:off x="1279525" y="277813"/>
            <a:ext cx="7407275" cy="576262"/>
          </a:xfrm>
        </p:spPr>
        <p:txBody>
          <a:bodyPr/>
          <a:lstStyle/>
          <a:p>
            <a:pPr eaLnBrk="1" hangingPunct="1"/>
            <a:r>
              <a:rPr lang="en-US" altLang="en-US"/>
              <a:t>Bounded-Buffer Problem</a:t>
            </a:r>
          </a:p>
        </p:txBody>
      </p:sp>
      <p:sp>
        <p:nvSpPr>
          <p:cNvPr id="65539" name="Rectangle 3">
            <a:extLst>
              <a:ext uri="{FF2B5EF4-FFF2-40B4-BE49-F238E27FC236}">
                <a16:creationId xmlns:a16="http://schemas.microsoft.com/office/drawing/2014/main" id="{9987AF59-FDCE-1992-6D2F-D46E570FEFB4}"/>
              </a:ext>
            </a:extLst>
          </p:cNvPr>
          <p:cNvSpPr>
            <a:spLocks noGrp="1" noChangeArrowheads="1"/>
          </p:cNvSpPr>
          <p:nvPr>
            <p:ph idx="1"/>
          </p:nvPr>
        </p:nvSpPr>
        <p:spPr>
          <a:xfrm>
            <a:off x="914400" y="1293813"/>
            <a:ext cx="7210425" cy="3725862"/>
          </a:xfrm>
        </p:spPr>
        <p:txBody>
          <a:bodyPr/>
          <a:lstStyle/>
          <a:p>
            <a:r>
              <a:rPr lang="en-US" altLang="en-US" sz="2000" b="1" i="1"/>
              <a:t>n</a:t>
            </a:r>
            <a:r>
              <a:rPr lang="en-US" altLang="en-US"/>
              <a:t> buffers, each can hold one item</a:t>
            </a:r>
          </a:p>
          <a:p>
            <a:r>
              <a:rPr lang="en-US" altLang="en-US"/>
              <a:t>Semaphore </a:t>
            </a:r>
            <a:r>
              <a:rPr lang="en-US" altLang="en-US" sz="2000" b="1">
                <a:solidFill>
                  <a:srgbClr val="000000"/>
                </a:solidFill>
                <a:latin typeface="Courier New" panose="02070309020205020404" pitchFamily="49" charset="0"/>
                <a:cs typeface="Courier New" panose="02070309020205020404" pitchFamily="49" charset="0"/>
              </a:rPr>
              <a:t>mutex</a:t>
            </a:r>
            <a:r>
              <a:rPr lang="en-US" altLang="en-US">
                <a:solidFill>
                  <a:srgbClr val="000000"/>
                </a:solidFill>
              </a:rPr>
              <a:t> i</a:t>
            </a:r>
            <a:r>
              <a:rPr lang="en-US" altLang="en-US"/>
              <a:t>nitialized to the value 1</a:t>
            </a:r>
          </a:p>
          <a:p>
            <a:r>
              <a:rPr lang="en-US" altLang="en-US">
                <a:solidFill>
                  <a:srgbClr val="000000"/>
                </a:solidFill>
              </a:rPr>
              <a:t>Semaphore </a:t>
            </a:r>
            <a:r>
              <a:rPr lang="en-US" altLang="en-US" sz="2000" b="1">
                <a:solidFill>
                  <a:srgbClr val="000000"/>
                </a:solidFill>
                <a:latin typeface="Courier New" panose="02070309020205020404" pitchFamily="49" charset="0"/>
                <a:cs typeface="Courier New" panose="02070309020205020404" pitchFamily="49" charset="0"/>
              </a:rPr>
              <a:t>full</a:t>
            </a:r>
            <a:r>
              <a:rPr lang="en-US" altLang="en-US">
                <a:solidFill>
                  <a:srgbClr val="000000"/>
                </a:solidFill>
              </a:rPr>
              <a:t> initialized </a:t>
            </a:r>
            <a:r>
              <a:rPr lang="en-US" altLang="en-US"/>
              <a:t>to the value 0</a:t>
            </a:r>
          </a:p>
          <a:p>
            <a:r>
              <a:rPr lang="en-US" altLang="en-US"/>
              <a:t>Semaphore </a:t>
            </a:r>
            <a:r>
              <a:rPr lang="en-US" altLang="en-US" sz="2000" b="1">
                <a:solidFill>
                  <a:srgbClr val="000000"/>
                </a:solidFill>
                <a:latin typeface="Courier New" panose="02070309020205020404" pitchFamily="49" charset="0"/>
                <a:cs typeface="Courier New" panose="02070309020205020404" pitchFamily="49" charset="0"/>
              </a:rPr>
              <a:t>empty</a:t>
            </a:r>
            <a:r>
              <a:rPr lang="en-US" altLang="en-US" b="1">
                <a:solidFill>
                  <a:srgbClr val="000000"/>
                </a:solidFill>
                <a:latin typeface="Courier New" panose="02070309020205020404" pitchFamily="49" charset="0"/>
                <a:cs typeface="Courier New" panose="02070309020205020404" pitchFamily="49" charset="0"/>
              </a:rPr>
              <a:t> </a:t>
            </a:r>
            <a:r>
              <a:rPr lang="en-US" altLang="en-US">
                <a:solidFill>
                  <a:srgbClr val="000000"/>
                </a:solidFill>
              </a:rPr>
              <a:t>initialized </a:t>
            </a:r>
            <a:r>
              <a:rPr lang="en-US" altLang="en-US"/>
              <a:t>to the value n</a:t>
            </a:r>
          </a:p>
          <a:p>
            <a:endParaRPr lang="en-US" altLang="en-US"/>
          </a:p>
        </p:txBody>
      </p:sp>
      <p:sp>
        <p:nvSpPr>
          <p:cNvPr id="65540" name="Rectangle 5">
            <a:extLst>
              <a:ext uri="{FF2B5EF4-FFF2-40B4-BE49-F238E27FC236}">
                <a16:creationId xmlns:a16="http://schemas.microsoft.com/office/drawing/2014/main" id="{89C75632-6BFF-8DC3-686E-1BD604F10B77}"/>
              </a:ext>
            </a:extLst>
          </p:cNvPr>
          <p:cNvSpPr>
            <a:spLocks noChangeArrowheads="1"/>
          </p:cNvSpPr>
          <p:nvPr/>
        </p:nvSpPr>
        <p:spPr bwMode="auto">
          <a:xfrm>
            <a:off x="2492375" y="3246438"/>
            <a:ext cx="1841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26" tIns="45714" rIns="91426" bIns="45714">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endParaRPr kumimoji="1" lang="en-US" altLang="en-US">
              <a:latin typeface="Helvetica" panose="020B0604020202020204" pitchFamily="34"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C32E29FE-286A-07AB-5DD4-AA5A29E3CEA3}"/>
              </a:ext>
            </a:extLst>
          </p:cNvPr>
          <p:cNvSpPr>
            <a:spLocks noGrp="1" noChangeArrowheads="1"/>
          </p:cNvSpPr>
          <p:nvPr>
            <p:ph type="title"/>
          </p:nvPr>
        </p:nvSpPr>
        <p:spPr>
          <a:xfrm>
            <a:off x="1111250" y="176213"/>
            <a:ext cx="7575550" cy="576262"/>
          </a:xfrm>
        </p:spPr>
        <p:txBody>
          <a:bodyPr/>
          <a:lstStyle/>
          <a:p>
            <a:pPr eaLnBrk="1" hangingPunct="1"/>
            <a:r>
              <a:rPr lang="en-US" altLang="en-US"/>
              <a:t>Bounded Buffer Problem (Cont.)</a:t>
            </a:r>
          </a:p>
        </p:txBody>
      </p:sp>
      <p:sp>
        <p:nvSpPr>
          <p:cNvPr id="67587" name="Rectangle 3">
            <a:extLst>
              <a:ext uri="{FF2B5EF4-FFF2-40B4-BE49-F238E27FC236}">
                <a16:creationId xmlns:a16="http://schemas.microsoft.com/office/drawing/2014/main" id="{1147EB7C-C2FD-FEAC-D43C-0339FA18B031}"/>
              </a:ext>
            </a:extLst>
          </p:cNvPr>
          <p:cNvSpPr>
            <a:spLocks noGrp="1" noChangeArrowheads="1"/>
          </p:cNvSpPr>
          <p:nvPr>
            <p:ph idx="1"/>
          </p:nvPr>
        </p:nvSpPr>
        <p:spPr>
          <a:xfrm>
            <a:off x="914400" y="1279525"/>
            <a:ext cx="7848600" cy="4876800"/>
          </a:xfrm>
        </p:spPr>
        <p:txBody>
          <a:bodyPr/>
          <a:lstStyle/>
          <a:p>
            <a:r>
              <a:rPr lang="en-US" altLang="en-US" sz="1600"/>
              <a:t>The structure of the producer process</a:t>
            </a:r>
          </a:p>
          <a:p>
            <a:pPr>
              <a:buFont typeface="Monotype Sorts" pitchFamily="-84" charset="2"/>
              <a:buNone/>
            </a:pPr>
            <a:endParaRPr lang="en-US" altLang="en-US" sz="1400" b="1">
              <a:latin typeface="Courier New" panose="02070309020205020404" pitchFamily="49" charset="0"/>
              <a:cs typeface="Courier New" panose="02070309020205020404" pitchFamily="49" charset="0"/>
            </a:endParaRPr>
          </a:p>
          <a:p>
            <a:pPr>
              <a:buFont typeface="Monotype Sorts" pitchFamily="-84" charset="2"/>
              <a:buNone/>
            </a:pPr>
            <a:r>
              <a:rPr lang="en-US" altLang="en-US" sz="1400" b="1">
                <a:latin typeface="Courier New" panose="02070309020205020404" pitchFamily="49" charset="0"/>
                <a:cs typeface="Courier New" panose="02070309020205020404" pitchFamily="49" charset="0"/>
              </a:rPr>
              <a:t>     </a:t>
            </a:r>
            <a:r>
              <a:rPr lang="en-US" altLang="en-US" sz="1600" b="1">
                <a:latin typeface="Courier New" panose="02070309020205020404" pitchFamily="49" charset="0"/>
                <a:cs typeface="Courier New" panose="02070309020205020404" pitchFamily="49" charset="0"/>
              </a:rPr>
              <a:t>do { </a:t>
            </a:r>
          </a:p>
          <a:p>
            <a:pPr>
              <a:buFont typeface="Monotype Sorts" pitchFamily="-84" charset="2"/>
              <a:buNone/>
            </a:pPr>
            <a:r>
              <a:rPr lang="en-US" altLang="en-US" sz="1600" b="1">
                <a:latin typeface="Courier New" panose="02070309020205020404" pitchFamily="49" charset="0"/>
                <a:cs typeface="Courier New" panose="02070309020205020404" pitchFamily="49" charset="0"/>
              </a:rPr>
              <a:t>          ...</a:t>
            </a:r>
            <a:br>
              <a:rPr lang="en-US" altLang="en-US" sz="1600" b="1">
                <a:latin typeface="Courier New" panose="02070309020205020404" pitchFamily="49" charset="0"/>
                <a:cs typeface="Courier New" panose="02070309020205020404" pitchFamily="49" charset="0"/>
              </a:rPr>
            </a:br>
            <a:r>
              <a:rPr lang="en-US" altLang="en-US" sz="1600" b="1">
                <a:latin typeface="Courier New" panose="02070309020205020404" pitchFamily="49" charset="0"/>
                <a:cs typeface="Courier New" panose="02070309020205020404" pitchFamily="49" charset="0"/>
              </a:rPr>
              <a:t>        /* produce an item in next_produced */ </a:t>
            </a:r>
          </a:p>
          <a:p>
            <a:pPr>
              <a:buFont typeface="Monotype Sorts" pitchFamily="-84" charset="2"/>
              <a:buNone/>
            </a:pPr>
            <a:r>
              <a:rPr lang="en-US" altLang="en-US" sz="1600" b="1">
                <a:latin typeface="Courier New" panose="02070309020205020404" pitchFamily="49" charset="0"/>
                <a:cs typeface="Courier New" panose="02070309020205020404" pitchFamily="49" charset="0"/>
              </a:rPr>
              <a:t>          ... </a:t>
            </a:r>
          </a:p>
          <a:p>
            <a:pPr>
              <a:buFont typeface="Monotype Sorts" pitchFamily="-84" charset="2"/>
              <a:buNone/>
            </a:pPr>
            <a:r>
              <a:rPr lang="en-US" altLang="en-US" sz="1600" b="1">
                <a:latin typeface="Courier New" panose="02070309020205020404" pitchFamily="49" charset="0"/>
                <a:cs typeface="Courier New" panose="02070309020205020404" pitchFamily="49" charset="0"/>
              </a:rPr>
              <a:t>        wait(empty); </a:t>
            </a:r>
          </a:p>
          <a:p>
            <a:pPr>
              <a:buFont typeface="Monotype Sorts" pitchFamily="-84" charset="2"/>
              <a:buNone/>
            </a:pPr>
            <a:r>
              <a:rPr lang="en-US" altLang="en-US" sz="1600" b="1">
                <a:latin typeface="Courier New" panose="02070309020205020404" pitchFamily="49" charset="0"/>
                <a:cs typeface="Courier New" panose="02070309020205020404" pitchFamily="49" charset="0"/>
              </a:rPr>
              <a:t>        wait(mutex); </a:t>
            </a:r>
          </a:p>
          <a:p>
            <a:pPr>
              <a:buFont typeface="Monotype Sorts" pitchFamily="-84" charset="2"/>
              <a:buNone/>
            </a:pPr>
            <a:r>
              <a:rPr lang="en-US" altLang="en-US" sz="1600" b="1">
                <a:latin typeface="Courier New" panose="02070309020205020404" pitchFamily="49" charset="0"/>
                <a:cs typeface="Courier New" panose="02070309020205020404" pitchFamily="49" charset="0"/>
              </a:rPr>
              <a:t>           ...</a:t>
            </a:r>
            <a:br>
              <a:rPr lang="en-US" altLang="en-US" sz="1600" b="1">
                <a:latin typeface="Courier New" panose="02070309020205020404" pitchFamily="49" charset="0"/>
                <a:cs typeface="Courier New" panose="02070309020205020404" pitchFamily="49" charset="0"/>
              </a:rPr>
            </a:br>
            <a:r>
              <a:rPr lang="en-US" altLang="en-US" sz="1600" b="1">
                <a:latin typeface="Courier New" panose="02070309020205020404" pitchFamily="49" charset="0"/>
                <a:cs typeface="Courier New" panose="02070309020205020404" pitchFamily="49" charset="0"/>
              </a:rPr>
              <a:t>        /* add next produced to the buffer */ </a:t>
            </a:r>
          </a:p>
          <a:p>
            <a:pPr>
              <a:buFont typeface="Monotype Sorts" pitchFamily="-84" charset="2"/>
              <a:buNone/>
            </a:pPr>
            <a:r>
              <a:rPr lang="en-US" altLang="en-US" sz="1600" b="1">
                <a:latin typeface="Courier New" panose="02070309020205020404" pitchFamily="49" charset="0"/>
                <a:cs typeface="Courier New" panose="02070309020205020404" pitchFamily="49" charset="0"/>
              </a:rPr>
              <a:t>           ... </a:t>
            </a:r>
          </a:p>
          <a:p>
            <a:pPr>
              <a:buFont typeface="Monotype Sorts" pitchFamily="-84" charset="2"/>
              <a:buNone/>
            </a:pPr>
            <a:r>
              <a:rPr lang="en-US" altLang="en-US" sz="1600" b="1">
                <a:latin typeface="Courier New" panose="02070309020205020404" pitchFamily="49" charset="0"/>
                <a:cs typeface="Courier New" panose="02070309020205020404" pitchFamily="49" charset="0"/>
              </a:rPr>
              <a:t>        signal(mutex); </a:t>
            </a:r>
          </a:p>
          <a:p>
            <a:pPr>
              <a:buFont typeface="Monotype Sorts" pitchFamily="-84" charset="2"/>
              <a:buNone/>
            </a:pPr>
            <a:r>
              <a:rPr lang="en-US" altLang="en-US" sz="1600" b="1">
                <a:latin typeface="Courier New" panose="02070309020205020404" pitchFamily="49" charset="0"/>
                <a:cs typeface="Courier New" panose="02070309020205020404" pitchFamily="49" charset="0"/>
              </a:rPr>
              <a:t>        signal(full); </a:t>
            </a:r>
          </a:p>
          <a:p>
            <a:pPr>
              <a:buFont typeface="Monotype Sorts" pitchFamily="-84" charset="2"/>
              <a:buNone/>
            </a:pPr>
            <a:r>
              <a:rPr lang="en-US" altLang="en-US" sz="1600" b="1">
                <a:latin typeface="Courier New" panose="02070309020205020404" pitchFamily="49" charset="0"/>
                <a:cs typeface="Courier New" panose="02070309020205020404" pitchFamily="49" charset="0"/>
              </a:rPr>
              <a:t>     } while (true);</a:t>
            </a:r>
            <a:br>
              <a:rPr lang="en-US" altLang="en-US" sz="1400" b="1">
                <a:latin typeface="Courier New" panose="02070309020205020404" pitchFamily="49" charset="0"/>
                <a:cs typeface="Courier New" panose="02070309020205020404" pitchFamily="49" charset="0"/>
              </a:rPr>
            </a:br>
            <a:endParaRPr lang="en-US" altLang="en-US" sz="1400" b="1">
              <a:latin typeface="Courier New" panose="02070309020205020404" pitchFamily="49" charset="0"/>
              <a:cs typeface="Courier New" panose="02070309020205020404" pitchFamily="49"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4D51B1AF-BB39-443C-A92F-4F9282D1A841}"/>
              </a:ext>
            </a:extLst>
          </p:cNvPr>
          <p:cNvSpPr>
            <a:spLocks noGrp="1" noChangeArrowheads="1"/>
          </p:cNvSpPr>
          <p:nvPr>
            <p:ph type="title"/>
          </p:nvPr>
        </p:nvSpPr>
        <p:spPr>
          <a:xfrm>
            <a:off x="1306513" y="176213"/>
            <a:ext cx="7156450" cy="576262"/>
          </a:xfrm>
        </p:spPr>
        <p:txBody>
          <a:bodyPr/>
          <a:lstStyle/>
          <a:p>
            <a:pPr eaLnBrk="1" hangingPunct="1"/>
            <a:r>
              <a:rPr lang="en-US" altLang="en-US"/>
              <a:t>Bounded Buffer Problem (Cont.)</a:t>
            </a:r>
          </a:p>
        </p:txBody>
      </p:sp>
      <p:sp>
        <p:nvSpPr>
          <p:cNvPr id="31747" name="Rectangle 3">
            <a:extLst>
              <a:ext uri="{FF2B5EF4-FFF2-40B4-BE49-F238E27FC236}">
                <a16:creationId xmlns:a16="http://schemas.microsoft.com/office/drawing/2014/main" id="{39DF1A77-AECA-2F87-643C-2F5332D015EE}"/>
              </a:ext>
            </a:extLst>
          </p:cNvPr>
          <p:cNvSpPr>
            <a:spLocks noGrp="1" noChangeArrowheads="1"/>
          </p:cNvSpPr>
          <p:nvPr>
            <p:ph idx="1"/>
          </p:nvPr>
        </p:nvSpPr>
        <p:spPr>
          <a:xfrm>
            <a:off x="839788" y="1152525"/>
            <a:ext cx="7848600" cy="4876800"/>
          </a:xfrm>
        </p:spPr>
        <p:txBody>
          <a:bodyPr/>
          <a:lstStyle/>
          <a:p>
            <a:pPr marL="342866" indent="-342866">
              <a:buFont typeface="Monotype Sorts" charset="0"/>
              <a:buChar char="n"/>
              <a:defRPr/>
            </a:pPr>
            <a:r>
              <a:rPr lang="en-US" sz="1600" dirty="0">
                <a:ea typeface="ＭＳ Ｐゴシック" charset="0"/>
                <a:cs typeface="ＭＳ Ｐゴシック" charset="0"/>
              </a:rPr>
              <a:t>The structure of the consumer process</a:t>
            </a:r>
          </a:p>
          <a:p>
            <a:pPr marL="342866" indent="-342866">
              <a:buFont typeface="Monotype Sorts" charset="0"/>
              <a:buChar char="n"/>
              <a:defRPr/>
            </a:pPr>
            <a:endParaRPr lang="en-US" sz="1600" dirty="0">
              <a:ea typeface="ＭＳ Ｐゴシック" charset="0"/>
              <a:cs typeface="ＭＳ Ｐゴシック" charset="0"/>
            </a:endParaRPr>
          </a:p>
          <a:p>
            <a:pPr marL="0" indent="0">
              <a:buFont typeface="Monotype Sorts" pitchFamily="-84" charset="2"/>
              <a:buNone/>
              <a:defRPr/>
            </a:pPr>
            <a:r>
              <a:rPr lang="en-US" sz="1400" b="1" dirty="0">
                <a:latin typeface="Courier New"/>
                <a:ea typeface="ＭＳ Ｐゴシック" pitchFamily="-84" charset="-128"/>
                <a:cs typeface="Courier New"/>
              </a:rPr>
              <a:t>     </a:t>
            </a:r>
            <a:r>
              <a:rPr lang="en-US" sz="1600" b="1" dirty="0">
                <a:latin typeface="Courier New"/>
                <a:ea typeface="ＭＳ Ｐゴシック" pitchFamily="-84" charset="-128"/>
                <a:cs typeface="Courier New"/>
              </a:rPr>
              <a:t>Do { </a:t>
            </a:r>
          </a:p>
          <a:p>
            <a:pPr marL="0" indent="0">
              <a:buFont typeface="Monotype Sorts" pitchFamily="-84" charset="2"/>
              <a:buNone/>
              <a:defRPr/>
            </a:pPr>
            <a:r>
              <a:rPr lang="en-US" sz="1600" b="1" dirty="0">
                <a:latin typeface="Courier New"/>
                <a:ea typeface="ＭＳ Ｐゴシック" pitchFamily="-84" charset="-128"/>
                <a:cs typeface="Courier New"/>
              </a:rPr>
              <a:t>        wait(full); </a:t>
            </a:r>
          </a:p>
          <a:p>
            <a:pPr marL="0" indent="0">
              <a:buFont typeface="Monotype Sorts" pitchFamily="-84" charset="2"/>
              <a:buNone/>
              <a:defRPr/>
            </a:pPr>
            <a:r>
              <a:rPr lang="en-US" sz="1600" b="1" dirty="0">
                <a:latin typeface="Courier New"/>
                <a:ea typeface="ＭＳ Ｐゴシック" pitchFamily="-84" charset="-128"/>
                <a:cs typeface="Courier New"/>
              </a:rPr>
              <a:t>        wait(</a:t>
            </a:r>
            <a:r>
              <a:rPr lang="en-US" sz="1600" b="1" dirty="0" err="1">
                <a:latin typeface="Courier New"/>
                <a:ea typeface="ＭＳ Ｐゴシック" pitchFamily="-84" charset="-128"/>
                <a:cs typeface="Courier New"/>
              </a:rPr>
              <a:t>mutex</a:t>
            </a:r>
            <a:r>
              <a:rPr lang="en-US" sz="1600" b="1" dirty="0">
                <a:latin typeface="Courier New"/>
                <a:ea typeface="ＭＳ Ｐゴシック" pitchFamily="-84" charset="-128"/>
                <a:cs typeface="Courier New"/>
              </a:rPr>
              <a:t>); </a:t>
            </a:r>
          </a:p>
          <a:p>
            <a:pPr marL="0" indent="0">
              <a:buFont typeface="Monotype Sorts" pitchFamily="-84" charset="2"/>
              <a:buNone/>
              <a:defRPr/>
            </a:pPr>
            <a:r>
              <a:rPr lang="en-US" sz="1600" b="1" dirty="0">
                <a:latin typeface="Courier New"/>
                <a:ea typeface="ＭＳ Ｐゴシック" pitchFamily="-84" charset="-128"/>
                <a:cs typeface="Courier New"/>
              </a:rPr>
              <a:t>           ...</a:t>
            </a:r>
            <a:br>
              <a:rPr lang="en-US" sz="1600" b="1" dirty="0">
                <a:latin typeface="Courier New"/>
                <a:ea typeface="ＭＳ Ｐゴシック" pitchFamily="-84" charset="-128"/>
                <a:cs typeface="Courier New"/>
              </a:rPr>
            </a:br>
            <a:r>
              <a:rPr lang="en-US" sz="1600" b="1" dirty="0">
                <a:latin typeface="Courier New"/>
                <a:ea typeface="ＭＳ Ｐゴシック" pitchFamily="-84" charset="-128"/>
                <a:cs typeface="Courier New"/>
              </a:rPr>
              <a:t>        /* remove an item from buffer to </a:t>
            </a:r>
            <a:r>
              <a:rPr lang="en-US" sz="1600" b="1" dirty="0" err="1">
                <a:latin typeface="Courier New"/>
                <a:ea typeface="ＭＳ Ｐゴシック" pitchFamily="-84" charset="-128"/>
                <a:cs typeface="Courier New"/>
              </a:rPr>
              <a:t>next_consumed</a:t>
            </a:r>
            <a:r>
              <a:rPr lang="en-US" sz="1600" b="1" dirty="0">
                <a:latin typeface="Courier New"/>
                <a:ea typeface="ＭＳ Ｐゴシック" pitchFamily="-84" charset="-128"/>
                <a:cs typeface="Courier New"/>
              </a:rPr>
              <a:t> */ </a:t>
            </a:r>
          </a:p>
          <a:p>
            <a:pPr marL="0" indent="0">
              <a:buFont typeface="Monotype Sorts" pitchFamily="-84" charset="2"/>
              <a:buNone/>
              <a:defRPr/>
            </a:pPr>
            <a:r>
              <a:rPr lang="en-US" sz="1600" b="1" dirty="0">
                <a:latin typeface="Courier New"/>
                <a:ea typeface="ＭＳ Ｐゴシック" pitchFamily="-84" charset="-128"/>
                <a:cs typeface="Courier New"/>
              </a:rPr>
              <a:t>           ... </a:t>
            </a:r>
          </a:p>
          <a:p>
            <a:pPr marL="0" indent="0">
              <a:buFont typeface="Monotype Sorts" pitchFamily="-84" charset="2"/>
              <a:buNone/>
              <a:defRPr/>
            </a:pPr>
            <a:r>
              <a:rPr lang="en-US" sz="1600" b="1" dirty="0">
                <a:latin typeface="Courier New"/>
                <a:ea typeface="ＭＳ Ｐゴシック" pitchFamily="-84" charset="-128"/>
                <a:cs typeface="Courier New"/>
              </a:rPr>
              <a:t>        signal(</a:t>
            </a:r>
            <a:r>
              <a:rPr lang="en-US" sz="1600" b="1" dirty="0" err="1">
                <a:latin typeface="Courier New"/>
                <a:ea typeface="ＭＳ Ｐゴシック" pitchFamily="-84" charset="-128"/>
                <a:cs typeface="Courier New"/>
              </a:rPr>
              <a:t>mutex</a:t>
            </a:r>
            <a:r>
              <a:rPr lang="en-US" sz="1600" b="1" dirty="0">
                <a:latin typeface="Courier New"/>
                <a:ea typeface="ＭＳ Ｐゴシック" pitchFamily="-84" charset="-128"/>
                <a:cs typeface="Courier New"/>
              </a:rPr>
              <a:t>); </a:t>
            </a:r>
          </a:p>
          <a:p>
            <a:pPr marL="0" indent="0">
              <a:buFont typeface="Monotype Sorts" pitchFamily="-84" charset="2"/>
              <a:buNone/>
              <a:defRPr/>
            </a:pPr>
            <a:r>
              <a:rPr lang="en-US" sz="1600" b="1" dirty="0">
                <a:latin typeface="Courier New"/>
                <a:ea typeface="ＭＳ Ｐゴシック" pitchFamily="-84" charset="-128"/>
                <a:cs typeface="Courier New"/>
              </a:rPr>
              <a:t>        signal(empty); </a:t>
            </a:r>
          </a:p>
          <a:p>
            <a:pPr marL="0" indent="0">
              <a:buFont typeface="Monotype Sorts" pitchFamily="-84" charset="2"/>
              <a:buNone/>
              <a:defRPr/>
            </a:pPr>
            <a:r>
              <a:rPr lang="en-US" sz="1600" b="1" dirty="0">
                <a:latin typeface="Courier New"/>
                <a:ea typeface="ＭＳ Ｐゴシック" pitchFamily="-84" charset="-128"/>
                <a:cs typeface="Courier New"/>
              </a:rPr>
              <a:t>           ...</a:t>
            </a:r>
            <a:br>
              <a:rPr lang="en-US" sz="1600" b="1" dirty="0">
                <a:latin typeface="Courier New"/>
                <a:ea typeface="ＭＳ Ｐゴシック" pitchFamily="-84" charset="-128"/>
                <a:cs typeface="Courier New"/>
              </a:rPr>
            </a:br>
            <a:r>
              <a:rPr lang="en-US" sz="1600" b="1" dirty="0">
                <a:latin typeface="Courier New"/>
                <a:ea typeface="ＭＳ Ｐゴシック" pitchFamily="-84" charset="-128"/>
                <a:cs typeface="Courier New"/>
              </a:rPr>
              <a:t>        /* consume the item in next consumed */ </a:t>
            </a:r>
          </a:p>
          <a:p>
            <a:pPr marL="0" indent="0">
              <a:buFont typeface="Monotype Sorts" pitchFamily="-84" charset="2"/>
              <a:buNone/>
              <a:defRPr/>
            </a:pPr>
            <a:r>
              <a:rPr lang="en-US" sz="1600" b="1" dirty="0">
                <a:latin typeface="Courier New"/>
                <a:ea typeface="ＭＳ Ｐゴシック" pitchFamily="-84" charset="-128"/>
                <a:cs typeface="Courier New"/>
              </a:rPr>
              <a:t>           ...</a:t>
            </a:r>
            <a:br>
              <a:rPr lang="en-US" sz="1600" b="1" dirty="0">
                <a:latin typeface="Courier New"/>
                <a:ea typeface="ＭＳ Ｐゴシック" pitchFamily="-84" charset="-128"/>
                <a:cs typeface="Courier New"/>
              </a:rPr>
            </a:br>
            <a:r>
              <a:rPr lang="en-US" sz="1600" b="1" dirty="0">
                <a:latin typeface="Courier New"/>
                <a:ea typeface="ＭＳ Ｐゴシック" pitchFamily="-84" charset="-128"/>
                <a:cs typeface="Courier New"/>
              </a:rPr>
              <a:t>     } while (true); </a:t>
            </a:r>
          </a:p>
          <a:p>
            <a:pPr marL="342866" indent="-342866">
              <a:buFont typeface="Monotype Sorts" pitchFamily="-84" charset="2"/>
              <a:buNone/>
              <a:defRPr/>
            </a:pPr>
            <a:endParaRPr lang="en-US" sz="1600" dirty="0">
              <a:ea typeface="ＭＳ Ｐゴシック" charset="0"/>
              <a:cs typeface="ＭＳ Ｐゴシック"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1746B789-1D5D-D012-1AE1-291134FA51D3}"/>
              </a:ext>
            </a:extLst>
          </p:cNvPr>
          <p:cNvSpPr>
            <a:spLocks noGrp="1" noChangeArrowheads="1"/>
          </p:cNvSpPr>
          <p:nvPr>
            <p:ph type="title"/>
          </p:nvPr>
        </p:nvSpPr>
        <p:spPr>
          <a:xfrm>
            <a:off x="1120775" y="146050"/>
            <a:ext cx="7566025" cy="576263"/>
          </a:xfrm>
        </p:spPr>
        <p:txBody>
          <a:bodyPr/>
          <a:lstStyle/>
          <a:p>
            <a:pPr eaLnBrk="1" hangingPunct="1"/>
            <a:r>
              <a:rPr lang="en-US" altLang="en-US"/>
              <a:t>Readers-Writers Problem</a:t>
            </a:r>
          </a:p>
        </p:txBody>
      </p:sp>
      <p:sp>
        <p:nvSpPr>
          <p:cNvPr id="71683" name="Rectangle 3">
            <a:extLst>
              <a:ext uri="{FF2B5EF4-FFF2-40B4-BE49-F238E27FC236}">
                <a16:creationId xmlns:a16="http://schemas.microsoft.com/office/drawing/2014/main" id="{2C6FADD1-3978-236C-882C-E1970ED37DD4}"/>
              </a:ext>
            </a:extLst>
          </p:cNvPr>
          <p:cNvSpPr>
            <a:spLocks noGrp="1" noChangeArrowheads="1"/>
          </p:cNvSpPr>
          <p:nvPr>
            <p:ph idx="1"/>
          </p:nvPr>
        </p:nvSpPr>
        <p:spPr>
          <a:xfrm>
            <a:off x="860425" y="1111250"/>
            <a:ext cx="7866063" cy="5005388"/>
          </a:xfrm>
        </p:spPr>
        <p:txBody>
          <a:bodyPr/>
          <a:lstStyle/>
          <a:p>
            <a:r>
              <a:rPr lang="en-US" altLang="en-US"/>
              <a:t>A data set is shared among a number of concurrent processes</a:t>
            </a:r>
          </a:p>
          <a:p>
            <a:pPr lvl="1"/>
            <a:r>
              <a:rPr lang="en-US" altLang="en-US"/>
              <a:t>Readers – only read the data set; they do </a:t>
            </a:r>
            <a:r>
              <a:rPr lang="en-US" altLang="en-US" b="1" i="1"/>
              <a:t>not</a:t>
            </a:r>
            <a:r>
              <a:rPr lang="en-US" altLang="en-US" b="1"/>
              <a:t> </a:t>
            </a:r>
            <a:r>
              <a:rPr lang="en-US" altLang="en-US"/>
              <a:t>perform any updates</a:t>
            </a:r>
          </a:p>
          <a:p>
            <a:pPr lvl="1"/>
            <a:r>
              <a:rPr lang="en-US" altLang="en-US"/>
              <a:t>Writers   – can both read and write</a:t>
            </a:r>
          </a:p>
          <a:p>
            <a:r>
              <a:rPr lang="en-US" altLang="en-US"/>
              <a:t>Problem – allow multiple readers to read at the same time</a:t>
            </a:r>
          </a:p>
          <a:p>
            <a:pPr lvl="1"/>
            <a:r>
              <a:rPr lang="en-US" altLang="en-US"/>
              <a:t>Only one single writer can access the shared data at the same time</a:t>
            </a:r>
          </a:p>
          <a:p>
            <a:r>
              <a:rPr lang="en-US" altLang="en-US"/>
              <a:t>Several variations of how readers and writers are considered  – all involve some form of priorities</a:t>
            </a:r>
          </a:p>
          <a:p>
            <a:r>
              <a:rPr lang="en-US" altLang="en-US"/>
              <a:t>Shared Data</a:t>
            </a:r>
          </a:p>
          <a:p>
            <a:pPr lvl="1"/>
            <a:r>
              <a:rPr lang="en-US" altLang="en-US"/>
              <a:t>Data set</a:t>
            </a:r>
          </a:p>
          <a:p>
            <a:pPr lvl="1"/>
            <a:r>
              <a:rPr lang="en-US" altLang="en-US"/>
              <a:t>Semaphore</a:t>
            </a:r>
            <a:r>
              <a:rPr lang="en-US" altLang="en-US" b="1">
                <a:solidFill>
                  <a:srgbClr val="000000"/>
                </a:solidFill>
                <a:latin typeface="Courier New" panose="02070309020205020404" pitchFamily="49" charset="0"/>
              </a:rPr>
              <a:t> </a:t>
            </a:r>
            <a:r>
              <a:rPr lang="en-US" altLang="en-US" sz="2000" b="1">
                <a:solidFill>
                  <a:srgbClr val="000000"/>
                </a:solidFill>
                <a:latin typeface="Courier New" panose="02070309020205020404" pitchFamily="49" charset="0"/>
              </a:rPr>
              <a:t>rw_mutex</a:t>
            </a:r>
            <a:r>
              <a:rPr lang="en-US" altLang="en-US" b="1">
                <a:solidFill>
                  <a:srgbClr val="000000"/>
                </a:solidFill>
                <a:latin typeface="Courier New" panose="02070309020205020404" pitchFamily="49" charset="0"/>
              </a:rPr>
              <a:t> </a:t>
            </a:r>
            <a:r>
              <a:rPr lang="en-US" altLang="en-US"/>
              <a:t>initialized to 1</a:t>
            </a:r>
          </a:p>
          <a:p>
            <a:pPr lvl="1"/>
            <a:r>
              <a:rPr lang="en-US" altLang="en-US"/>
              <a:t>Semaphore </a:t>
            </a:r>
            <a:r>
              <a:rPr lang="en-US" altLang="en-US" sz="2000" b="1">
                <a:solidFill>
                  <a:srgbClr val="000000"/>
                </a:solidFill>
                <a:latin typeface="Courier New" panose="02070309020205020404" pitchFamily="49" charset="0"/>
              </a:rPr>
              <a:t>mutex</a:t>
            </a:r>
            <a:r>
              <a:rPr lang="en-US" altLang="en-US" b="1">
                <a:solidFill>
                  <a:srgbClr val="000000"/>
                </a:solidFill>
                <a:latin typeface="Courier New" panose="02070309020205020404" pitchFamily="49" charset="0"/>
              </a:rPr>
              <a:t> </a:t>
            </a:r>
            <a:r>
              <a:rPr lang="en-US" altLang="en-US"/>
              <a:t>initialized to 1</a:t>
            </a:r>
          </a:p>
          <a:p>
            <a:pPr lvl="1"/>
            <a:r>
              <a:rPr lang="en-US" altLang="en-US"/>
              <a:t>Integer </a:t>
            </a:r>
            <a:r>
              <a:rPr lang="en-US" altLang="en-US" sz="2000" b="1">
                <a:solidFill>
                  <a:srgbClr val="000000"/>
                </a:solidFill>
                <a:latin typeface="Courier New" panose="02070309020205020404" pitchFamily="49" charset="0"/>
              </a:rPr>
              <a:t>read_count</a:t>
            </a:r>
            <a:r>
              <a:rPr lang="en-US" altLang="en-US"/>
              <a:t> initialized to 0</a:t>
            </a:r>
          </a:p>
          <a:p>
            <a:pPr lvl="1"/>
            <a:endParaRPr lang="en-US"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A53060E8-33BB-59C6-594F-AB5300FC198F}"/>
              </a:ext>
            </a:extLst>
          </p:cNvPr>
          <p:cNvSpPr>
            <a:spLocks noGrp="1" noChangeArrowheads="1"/>
          </p:cNvSpPr>
          <p:nvPr>
            <p:ph type="title"/>
          </p:nvPr>
        </p:nvSpPr>
        <p:spPr>
          <a:xfrm>
            <a:off x="1025525" y="190500"/>
            <a:ext cx="7661275" cy="576263"/>
          </a:xfrm>
        </p:spPr>
        <p:txBody>
          <a:bodyPr/>
          <a:lstStyle/>
          <a:p>
            <a:pPr eaLnBrk="1" hangingPunct="1"/>
            <a:r>
              <a:rPr lang="en-US" altLang="en-US"/>
              <a:t>Readers-Writers Problem (Cont.)</a:t>
            </a:r>
          </a:p>
        </p:txBody>
      </p:sp>
      <p:sp>
        <p:nvSpPr>
          <p:cNvPr id="73731" name="Rectangle 3">
            <a:extLst>
              <a:ext uri="{FF2B5EF4-FFF2-40B4-BE49-F238E27FC236}">
                <a16:creationId xmlns:a16="http://schemas.microsoft.com/office/drawing/2014/main" id="{E1FEB23B-BB5B-0201-A688-711700D489FA}"/>
              </a:ext>
            </a:extLst>
          </p:cNvPr>
          <p:cNvSpPr>
            <a:spLocks noGrp="1" noChangeArrowheads="1"/>
          </p:cNvSpPr>
          <p:nvPr>
            <p:ph idx="1"/>
          </p:nvPr>
        </p:nvSpPr>
        <p:spPr>
          <a:xfrm>
            <a:off x="827088" y="1279525"/>
            <a:ext cx="7848600" cy="4876800"/>
          </a:xfrm>
        </p:spPr>
        <p:txBody>
          <a:bodyPr/>
          <a:lstStyle/>
          <a:p>
            <a:r>
              <a:rPr lang="en-US" altLang="en-US" sz="1600"/>
              <a:t>The structure of a writer process</a:t>
            </a:r>
          </a:p>
          <a:p>
            <a:pPr>
              <a:buFont typeface="Monotype Sorts" pitchFamily="-84" charset="2"/>
              <a:buNone/>
            </a:pPr>
            <a:r>
              <a:rPr lang="en-US" altLang="en-US" sz="1600">
                <a:solidFill>
                  <a:srgbClr val="0000FF"/>
                </a:solidFill>
              </a:rPr>
              <a:t>        </a:t>
            </a:r>
          </a:p>
          <a:p>
            <a:pPr>
              <a:buFont typeface="Monotype Sorts" pitchFamily="-84" charset="2"/>
              <a:buNone/>
            </a:pPr>
            <a:r>
              <a:rPr lang="en-US" altLang="en-US" sz="1600" b="1">
                <a:latin typeface="Courier New" panose="02070309020205020404" pitchFamily="49" charset="0"/>
                <a:cs typeface="Courier New" panose="02070309020205020404" pitchFamily="49" charset="0"/>
              </a:rPr>
              <a:t>       do {</a:t>
            </a:r>
            <a:br>
              <a:rPr lang="en-US" altLang="en-US" sz="1600" b="1">
                <a:latin typeface="Courier New" panose="02070309020205020404" pitchFamily="49" charset="0"/>
                <a:cs typeface="Courier New" panose="02070309020205020404" pitchFamily="49" charset="0"/>
              </a:rPr>
            </a:br>
            <a:r>
              <a:rPr lang="en-US" altLang="en-US" sz="1600" b="1">
                <a:latin typeface="Courier New" panose="02070309020205020404" pitchFamily="49" charset="0"/>
                <a:cs typeface="Courier New" panose="02070309020205020404" pitchFamily="49" charset="0"/>
              </a:rPr>
              <a:t>          wait(rw_mutex); </a:t>
            </a:r>
          </a:p>
          <a:p>
            <a:pPr>
              <a:buFont typeface="Monotype Sorts" pitchFamily="-84" charset="2"/>
              <a:buNone/>
            </a:pPr>
            <a:r>
              <a:rPr lang="en-US" altLang="en-US" sz="1600" b="1">
                <a:latin typeface="Courier New" panose="02070309020205020404" pitchFamily="49" charset="0"/>
                <a:cs typeface="Courier New" panose="02070309020205020404" pitchFamily="49" charset="0"/>
              </a:rPr>
              <a:t>               ...</a:t>
            </a:r>
            <a:br>
              <a:rPr lang="en-US" altLang="en-US" sz="1600" b="1">
                <a:latin typeface="Courier New" panose="02070309020205020404" pitchFamily="49" charset="0"/>
                <a:cs typeface="Courier New" panose="02070309020205020404" pitchFamily="49" charset="0"/>
              </a:rPr>
            </a:br>
            <a:r>
              <a:rPr lang="en-US" altLang="en-US" sz="1600" b="1">
                <a:latin typeface="Courier New" panose="02070309020205020404" pitchFamily="49" charset="0"/>
                <a:cs typeface="Courier New" panose="02070309020205020404" pitchFamily="49" charset="0"/>
              </a:rPr>
              <a:t>          /* writing is performed */ </a:t>
            </a:r>
          </a:p>
          <a:p>
            <a:pPr>
              <a:buFont typeface="Monotype Sorts" pitchFamily="-84" charset="2"/>
              <a:buNone/>
            </a:pPr>
            <a:r>
              <a:rPr lang="en-US" altLang="en-US" sz="1600" b="1">
                <a:latin typeface="Courier New" panose="02070309020205020404" pitchFamily="49" charset="0"/>
                <a:cs typeface="Courier New" panose="02070309020205020404" pitchFamily="49" charset="0"/>
              </a:rPr>
              <a:t>               ... </a:t>
            </a:r>
          </a:p>
          <a:p>
            <a:pPr>
              <a:buFont typeface="Monotype Sorts" pitchFamily="-84" charset="2"/>
              <a:buNone/>
            </a:pPr>
            <a:r>
              <a:rPr lang="en-US" altLang="en-US" sz="1600" b="1">
                <a:latin typeface="Courier New" panose="02070309020205020404" pitchFamily="49" charset="0"/>
                <a:cs typeface="Courier New" panose="02070309020205020404" pitchFamily="49" charset="0"/>
              </a:rPr>
              <a:t>          signal(rw_mutex); </a:t>
            </a:r>
          </a:p>
          <a:p>
            <a:pPr>
              <a:buFont typeface="Monotype Sorts" pitchFamily="-84" charset="2"/>
              <a:buNone/>
            </a:pPr>
            <a:r>
              <a:rPr lang="en-US" altLang="en-US" sz="1600" b="1">
                <a:latin typeface="Courier New" panose="02070309020205020404" pitchFamily="49" charset="0"/>
                <a:cs typeface="Courier New" panose="02070309020205020404" pitchFamily="49" charset="0"/>
              </a:rPr>
              <a:t>     } while (true);</a:t>
            </a:r>
            <a:br>
              <a:rPr lang="en-US" altLang="en-US" sz="1400" b="1">
                <a:latin typeface="Courier New" panose="02070309020205020404" pitchFamily="49" charset="0"/>
                <a:cs typeface="Courier New" panose="02070309020205020404" pitchFamily="49" charset="0"/>
              </a:rPr>
            </a:br>
            <a:endParaRPr lang="en-US" altLang="en-US" sz="1400" b="1">
              <a:latin typeface="Courier New" panose="02070309020205020404" pitchFamily="49" charset="0"/>
              <a:cs typeface="Courier New" panose="02070309020205020404" pitchFamily="49" charset="0"/>
            </a:endParaRPr>
          </a:p>
          <a:p>
            <a:pPr>
              <a:buFont typeface="Monotype Sorts" pitchFamily="-84" charset="2"/>
              <a:buNone/>
            </a:pPr>
            <a:endParaRPr lang="en-US" altLang="en-US">
              <a:solidFill>
                <a:srgbClr val="0000FF"/>
              </a:solidFill>
            </a:endParaRPr>
          </a:p>
          <a:p>
            <a:pPr>
              <a:buFont typeface="Monotype Sorts" pitchFamily="-84" charset="2"/>
              <a:buNone/>
            </a:pPr>
            <a:endParaRPr lang="en-US" altLang="en-US">
              <a:solidFill>
                <a:srgbClr val="0000FF"/>
              </a:solidFill>
            </a:endParaRPr>
          </a:p>
          <a:p>
            <a:pPr>
              <a:buFont typeface="Monotype Sorts" pitchFamily="-84" charset="2"/>
              <a:buNone/>
            </a:pPr>
            <a:r>
              <a:rPr lang="en-US" altLang="en-US">
                <a:solidFill>
                  <a:srgbClr val="0000FF"/>
                </a:solidFill>
              </a:rPr>
              <a:t>       </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951AE6B2-AC94-F2BF-137D-97C76B62941A}"/>
              </a:ext>
            </a:extLst>
          </p:cNvPr>
          <p:cNvSpPr>
            <a:spLocks noGrp="1" noChangeArrowheads="1"/>
          </p:cNvSpPr>
          <p:nvPr>
            <p:ph type="title"/>
          </p:nvPr>
        </p:nvSpPr>
        <p:spPr>
          <a:xfrm>
            <a:off x="1035050" y="190500"/>
            <a:ext cx="7651750" cy="576263"/>
          </a:xfrm>
        </p:spPr>
        <p:txBody>
          <a:bodyPr/>
          <a:lstStyle/>
          <a:p>
            <a:pPr eaLnBrk="1" hangingPunct="1"/>
            <a:r>
              <a:rPr lang="en-US" altLang="en-US"/>
              <a:t>Readers-Writers Problem (Cont.)</a:t>
            </a:r>
          </a:p>
        </p:txBody>
      </p:sp>
      <p:sp>
        <p:nvSpPr>
          <p:cNvPr id="75779" name="Rectangle 3">
            <a:extLst>
              <a:ext uri="{FF2B5EF4-FFF2-40B4-BE49-F238E27FC236}">
                <a16:creationId xmlns:a16="http://schemas.microsoft.com/office/drawing/2014/main" id="{10C27F43-1E4F-6469-7C65-F2E77C040477}"/>
              </a:ext>
            </a:extLst>
          </p:cNvPr>
          <p:cNvSpPr>
            <a:spLocks noGrp="1" noChangeArrowheads="1"/>
          </p:cNvSpPr>
          <p:nvPr>
            <p:ph idx="1"/>
          </p:nvPr>
        </p:nvSpPr>
        <p:spPr>
          <a:xfrm>
            <a:off x="841375" y="1076325"/>
            <a:ext cx="7747000" cy="5065713"/>
          </a:xfrm>
        </p:spPr>
        <p:txBody>
          <a:bodyPr/>
          <a:lstStyle/>
          <a:p>
            <a:pPr>
              <a:lnSpc>
                <a:spcPct val="80000"/>
              </a:lnSpc>
            </a:pPr>
            <a:r>
              <a:rPr lang="en-US" altLang="en-US"/>
              <a:t>The structure of a reader process</a:t>
            </a:r>
            <a:endParaRPr lang="en-US" altLang="en-US" sz="1600">
              <a:solidFill>
                <a:srgbClr val="0000FF"/>
              </a:solidFill>
            </a:endParaRPr>
          </a:p>
          <a:p>
            <a:pPr>
              <a:buFont typeface="Monotype Sorts" pitchFamily="-84" charset="2"/>
              <a:buNone/>
            </a:pPr>
            <a:r>
              <a:rPr lang="en-US" altLang="en-US" sz="1600" b="1">
                <a:latin typeface="Courier New" panose="02070309020205020404" pitchFamily="49" charset="0"/>
                <a:cs typeface="Courier New" panose="02070309020205020404" pitchFamily="49" charset="0"/>
              </a:rPr>
              <a:t>       do {</a:t>
            </a:r>
            <a:br>
              <a:rPr lang="en-US" altLang="en-US" sz="1600" b="1">
                <a:latin typeface="Courier New" panose="02070309020205020404" pitchFamily="49" charset="0"/>
                <a:cs typeface="Courier New" panose="02070309020205020404" pitchFamily="49" charset="0"/>
              </a:rPr>
            </a:br>
            <a:r>
              <a:rPr lang="en-US" altLang="en-US" sz="1600" b="1">
                <a:latin typeface="Courier New" panose="02070309020205020404" pitchFamily="49" charset="0"/>
                <a:cs typeface="Courier New" panose="02070309020205020404" pitchFamily="49" charset="0"/>
              </a:rPr>
              <a:t>           wait(mutex);</a:t>
            </a:r>
            <a:br>
              <a:rPr lang="en-US" altLang="en-US" sz="1600" b="1">
                <a:latin typeface="Courier New" panose="02070309020205020404" pitchFamily="49" charset="0"/>
                <a:cs typeface="Courier New" panose="02070309020205020404" pitchFamily="49" charset="0"/>
              </a:rPr>
            </a:br>
            <a:r>
              <a:rPr lang="en-US" altLang="en-US" sz="1600" b="1">
                <a:latin typeface="Courier New" panose="02070309020205020404" pitchFamily="49" charset="0"/>
                <a:cs typeface="Courier New" panose="02070309020205020404" pitchFamily="49" charset="0"/>
              </a:rPr>
              <a:t>           read_count++;</a:t>
            </a:r>
            <a:br>
              <a:rPr lang="en-US" altLang="en-US" sz="1600" b="1">
                <a:latin typeface="Courier New" panose="02070309020205020404" pitchFamily="49" charset="0"/>
                <a:cs typeface="Courier New" panose="02070309020205020404" pitchFamily="49" charset="0"/>
              </a:rPr>
            </a:br>
            <a:r>
              <a:rPr lang="en-US" altLang="en-US" sz="1600" b="1">
                <a:latin typeface="Courier New" panose="02070309020205020404" pitchFamily="49" charset="0"/>
                <a:cs typeface="Courier New" panose="02070309020205020404" pitchFamily="49" charset="0"/>
              </a:rPr>
              <a:t>           if (read_count == 1) </a:t>
            </a:r>
          </a:p>
          <a:p>
            <a:pPr>
              <a:buFont typeface="Monotype Sorts" pitchFamily="-84" charset="2"/>
              <a:buNone/>
            </a:pPr>
            <a:r>
              <a:rPr lang="en-US" altLang="en-US" sz="1600" b="1">
                <a:latin typeface="Courier New" panose="02070309020205020404" pitchFamily="49" charset="0"/>
                <a:cs typeface="Courier New" panose="02070309020205020404" pitchFamily="49" charset="0"/>
              </a:rPr>
              <a:t>              wait(rw_mutex); </a:t>
            </a:r>
          </a:p>
          <a:p>
            <a:pPr>
              <a:buFont typeface="Monotype Sorts" pitchFamily="-84" charset="2"/>
              <a:buNone/>
            </a:pPr>
            <a:r>
              <a:rPr lang="en-US" altLang="en-US" sz="1600" b="1">
                <a:latin typeface="Courier New" panose="02070309020205020404" pitchFamily="49" charset="0"/>
                <a:cs typeface="Courier New" panose="02070309020205020404" pitchFamily="49" charset="0"/>
              </a:rPr>
              <a:t>           signal(mutex); </a:t>
            </a:r>
          </a:p>
          <a:p>
            <a:pPr>
              <a:buFont typeface="Monotype Sorts" pitchFamily="-84" charset="2"/>
              <a:buNone/>
            </a:pPr>
            <a:r>
              <a:rPr lang="en-US" altLang="en-US" sz="1600" b="1">
                <a:latin typeface="Courier New" panose="02070309020205020404" pitchFamily="49" charset="0"/>
                <a:cs typeface="Courier New" panose="02070309020205020404" pitchFamily="49" charset="0"/>
              </a:rPr>
              <a:t>               ...</a:t>
            </a:r>
            <a:br>
              <a:rPr lang="en-US" altLang="en-US" sz="1600" b="1">
                <a:latin typeface="Courier New" panose="02070309020205020404" pitchFamily="49" charset="0"/>
                <a:cs typeface="Courier New" panose="02070309020205020404" pitchFamily="49" charset="0"/>
              </a:rPr>
            </a:br>
            <a:r>
              <a:rPr lang="en-US" altLang="en-US" sz="1600" b="1">
                <a:latin typeface="Courier New" panose="02070309020205020404" pitchFamily="49" charset="0"/>
                <a:cs typeface="Courier New" panose="02070309020205020404" pitchFamily="49" charset="0"/>
              </a:rPr>
              <a:t>           /* reading is performed */ </a:t>
            </a:r>
          </a:p>
          <a:p>
            <a:pPr>
              <a:buFont typeface="Monotype Sorts" pitchFamily="-84" charset="2"/>
              <a:buNone/>
            </a:pPr>
            <a:r>
              <a:rPr lang="en-US" altLang="en-US" sz="1600" b="1">
                <a:latin typeface="Courier New" panose="02070309020205020404" pitchFamily="49" charset="0"/>
                <a:cs typeface="Courier New" panose="02070309020205020404" pitchFamily="49" charset="0"/>
              </a:rPr>
              <a:t>               ... </a:t>
            </a:r>
          </a:p>
          <a:p>
            <a:pPr>
              <a:buFont typeface="Monotype Sorts" pitchFamily="-84" charset="2"/>
              <a:buNone/>
            </a:pPr>
            <a:r>
              <a:rPr lang="en-US" altLang="en-US" sz="1600" b="1">
                <a:latin typeface="Courier New" panose="02070309020205020404" pitchFamily="49" charset="0"/>
                <a:cs typeface="Courier New" panose="02070309020205020404" pitchFamily="49" charset="0"/>
              </a:rPr>
              <a:t>           wait(mutex);</a:t>
            </a:r>
            <a:br>
              <a:rPr lang="en-US" altLang="en-US" sz="1600" b="1">
                <a:latin typeface="Courier New" panose="02070309020205020404" pitchFamily="49" charset="0"/>
                <a:cs typeface="Courier New" panose="02070309020205020404" pitchFamily="49" charset="0"/>
              </a:rPr>
            </a:br>
            <a:r>
              <a:rPr lang="en-US" altLang="en-US" sz="1600" b="1">
                <a:latin typeface="Courier New" panose="02070309020205020404" pitchFamily="49" charset="0"/>
                <a:cs typeface="Courier New" panose="02070309020205020404" pitchFamily="49" charset="0"/>
              </a:rPr>
              <a:t>           read count--;</a:t>
            </a:r>
            <a:br>
              <a:rPr lang="en-US" altLang="en-US" sz="1600" b="1">
                <a:latin typeface="Courier New" panose="02070309020205020404" pitchFamily="49" charset="0"/>
                <a:cs typeface="Courier New" panose="02070309020205020404" pitchFamily="49" charset="0"/>
              </a:rPr>
            </a:br>
            <a:r>
              <a:rPr lang="en-US" altLang="en-US" sz="1600" b="1">
                <a:latin typeface="Courier New" panose="02070309020205020404" pitchFamily="49" charset="0"/>
                <a:cs typeface="Courier New" panose="02070309020205020404" pitchFamily="49" charset="0"/>
              </a:rPr>
              <a:t>           if (read_count == 0) </a:t>
            </a:r>
          </a:p>
          <a:p>
            <a:pPr>
              <a:buFont typeface="Monotype Sorts" pitchFamily="-84" charset="2"/>
              <a:buNone/>
            </a:pPr>
            <a:r>
              <a:rPr lang="en-US" altLang="en-US" sz="1600" b="1">
                <a:latin typeface="Courier New" panose="02070309020205020404" pitchFamily="49" charset="0"/>
                <a:cs typeface="Courier New" panose="02070309020205020404" pitchFamily="49" charset="0"/>
              </a:rPr>
              <a:t>           signal(rw_mutex); </a:t>
            </a:r>
          </a:p>
          <a:p>
            <a:pPr>
              <a:buFont typeface="Monotype Sorts" pitchFamily="-84" charset="2"/>
              <a:buNone/>
            </a:pPr>
            <a:r>
              <a:rPr lang="en-US" altLang="en-US" sz="1600" b="1">
                <a:latin typeface="Courier New" panose="02070309020205020404" pitchFamily="49" charset="0"/>
                <a:cs typeface="Courier New" panose="02070309020205020404" pitchFamily="49" charset="0"/>
              </a:rPr>
              <a:t>           signal(mutex); </a:t>
            </a:r>
          </a:p>
          <a:p>
            <a:pPr>
              <a:buFont typeface="Monotype Sorts" pitchFamily="-84" charset="2"/>
              <a:buNone/>
            </a:pPr>
            <a:r>
              <a:rPr lang="en-US" altLang="en-US" sz="1600" b="1">
                <a:latin typeface="Courier New" panose="02070309020205020404" pitchFamily="49" charset="0"/>
                <a:cs typeface="Courier New" panose="02070309020205020404" pitchFamily="49" charset="0"/>
              </a:rPr>
              <a:t>       } while (true);</a:t>
            </a:r>
            <a:br>
              <a:rPr lang="en-US" altLang="en-US" sz="1400" b="1">
                <a:latin typeface="Courier New" panose="02070309020205020404" pitchFamily="49" charset="0"/>
                <a:cs typeface="Courier New" panose="02070309020205020404" pitchFamily="49" charset="0"/>
              </a:rPr>
            </a:br>
            <a:endParaRPr lang="en-US" altLang="en-US" sz="1400" b="1">
              <a:latin typeface="Courier New" panose="02070309020205020404" pitchFamily="49" charset="0"/>
              <a:cs typeface="Courier New" panose="02070309020205020404" pitchFamily="49" charset="0"/>
            </a:endParaRPr>
          </a:p>
          <a:p>
            <a:pPr>
              <a:lnSpc>
                <a:spcPct val="80000"/>
              </a:lnSpc>
              <a:buFont typeface="Monotype Sorts" pitchFamily="-84" charset="2"/>
              <a:buNone/>
            </a:pPr>
            <a:endParaRPr lang="en-US" altLang="en-US" sz="1600">
              <a:solidFill>
                <a:srgbClr val="0000FF"/>
              </a:solidFill>
            </a:endParaRPr>
          </a:p>
          <a:p>
            <a:pPr>
              <a:lnSpc>
                <a:spcPct val="80000"/>
              </a:lnSpc>
              <a:buFont typeface="Monotype Sorts" pitchFamily="-84" charset="2"/>
              <a:buNone/>
            </a:pPr>
            <a:endParaRPr lang="en-US" altLang="en-US" sz="1600">
              <a:solidFill>
                <a:srgbClr val="0000FF"/>
              </a:solidFill>
            </a:endParaRPr>
          </a:p>
          <a:p>
            <a:pPr>
              <a:lnSpc>
                <a:spcPct val="80000"/>
              </a:lnSpc>
              <a:buFont typeface="Monotype Sorts" pitchFamily="-84" charset="2"/>
              <a:buNone/>
            </a:pPr>
            <a:r>
              <a:rPr lang="en-US" altLang="en-US" sz="1600">
                <a:solidFill>
                  <a:srgbClr val="0000FF"/>
                </a:solidFill>
              </a:rPr>
              <a:t>       </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Title 1">
            <a:extLst>
              <a:ext uri="{FF2B5EF4-FFF2-40B4-BE49-F238E27FC236}">
                <a16:creationId xmlns:a16="http://schemas.microsoft.com/office/drawing/2014/main" id="{FAAD6EE6-6DB4-8EF5-4DE4-916730E676F7}"/>
              </a:ext>
            </a:extLst>
          </p:cNvPr>
          <p:cNvSpPr>
            <a:spLocks noGrp="1" noChangeArrowheads="1"/>
          </p:cNvSpPr>
          <p:nvPr>
            <p:ph type="title"/>
          </p:nvPr>
        </p:nvSpPr>
        <p:spPr>
          <a:xfrm>
            <a:off x="1255713" y="147638"/>
            <a:ext cx="7677150" cy="576262"/>
          </a:xfrm>
        </p:spPr>
        <p:txBody>
          <a:bodyPr/>
          <a:lstStyle/>
          <a:p>
            <a:r>
              <a:rPr lang="en-US" altLang="en-US"/>
              <a:t>Readers-Writers Problem Variations</a:t>
            </a:r>
          </a:p>
        </p:txBody>
      </p:sp>
      <p:sp>
        <p:nvSpPr>
          <p:cNvPr id="77827" name="Content Placeholder 2">
            <a:extLst>
              <a:ext uri="{FF2B5EF4-FFF2-40B4-BE49-F238E27FC236}">
                <a16:creationId xmlns:a16="http://schemas.microsoft.com/office/drawing/2014/main" id="{BE2B55C3-BADF-C641-5734-93DD1A7C15BE}"/>
              </a:ext>
            </a:extLst>
          </p:cNvPr>
          <p:cNvSpPr>
            <a:spLocks noGrp="1" noChangeArrowheads="1"/>
          </p:cNvSpPr>
          <p:nvPr>
            <p:ph idx="1"/>
          </p:nvPr>
        </p:nvSpPr>
        <p:spPr>
          <a:xfrm>
            <a:off x="879475" y="1146175"/>
            <a:ext cx="6359525" cy="4530725"/>
          </a:xfrm>
        </p:spPr>
        <p:txBody>
          <a:bodyPr/>
          <a:lstStyle/>
          <a:p>
            <a:r>
              <a:rPr lang="en-US" altLang="en-US" b="1" i="1"/>
              <a:t>First</a:t>
            </a:r>
            <a:r>
              <a:rPr lang="en-US" altLang="en-US" i="1"/>
              <a:t>  </a:t>
            </a:r>
            <a:r>
              <a:rPr lang="en-US" altLang="en-US"/>
              <a:t>variation – no reader kept waiting unless writer has permission to use shared object</a:t>
            </a:r>
          </a:p>
          <a:p>
            <a:r>
              <a:rPr lang="en-US" altLang="en-US" b="1" i="1"/>
              <a:t>Second</a:t>
            </a:r>
            <a:r>
              <a:rPr lang="en-US" altLang="en-US" i="1"/>
              <a:t> </a:t>
            </a:r>
            <a:r>
              <a:rPr lang="en-US" altLang="en-US"/>
              <a:t>variation – once writer is ready, it performs the write ASAP</a:t>
            </a:r>
          </a:p>
          <a:p>
            <a:r>
              <a:rPr lang="en-US" altLang="en-US"/>
              <a:t>Both may have starvation leading to even more variations</a:t>
            </a:r>
          </a:p>
          <a:p>
            <a:r>
              <a:rPr lang="en-US" altLang="en-US"/>
              <a:t>Problem is solved on some systems by kernel providing reader-writer locks</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a:extLst>
              <a:ext uri="{FF2B5EF4-FFF2-40B4-BE49-F238E27FC236}">
                <a16:creationId xmlns:a16="http://schemas.microsoft.com/office/drawing/2014/main" id="{168B5C71-9945-5E72-ECBC-B4042EAAE2EB}"/>
              </a:ext>
            </a:extLst>
          </p:cNvPr>
          <p:cNvSpPr>
            <a:spLocks noGrp="1" noChangeArrowheads="1"/>
          </p:cNvSpPr>
          <p:nvPr>
            <p:ph type="title"/>
          </p:nvPr>
        </p:nvSpPr>
        <p:spPr>
          <a:xfrm>
            <a:off x="1016000" y="147638"/>
            <a:ext cx="7670800" cy="576262"/>
          </a:xfrm>
        </p:spPr>
        <p:txBody>
          <a:bodyPr/>
          <a:lstStyle/>
          <a:p>
            <a:pPr eaLnBrk="1" hangingPunct="1"/>
            <a:r>
              <a:rPr lang="en-US" altLang="en-US"/>
              <a:t>Dining-Philosophers Problem</a:t>
            </a:r>
          </a:p>
        </p:txBody>
      </p:sp>
      <p:sp>
        <p:nvSpPr>
          <p:cNvPr id="78851" name="Rectangle 3">
            <a:extLst>
              <a:ext uri="{FF2B5EF4-FFF2-40B4-BE49-F238E27FC236}">
                <a16:creationId xmlns:a16="http://schemas.microsoft.com/office/drawing/2014/main" id="{2DFAD554-312C-7A25-5AB0-CE6B5E6A80EC}"/>
              </a:ext>
            </a:extLst>
          </p:cNvPr>
          <p:cNvSpPr>
            <a:spLocks noGrp="1" noChangeArrowheads="1"/>
          </p:cNvSpPr>
          <p:nvPr>
            <p:ph idx="1"/>
          </p:nvPr>
        </p:nvSpPr>
        <p:spPr>
          <a:xfrm>
            <a:off x="928688" y="3403600"/>
            <a:ext cx="6908800" cy="2765425"/>
          </a:xfrm>
        </p:spPr>
        <p:txBody>
          <a:bodyPr/>
          <a:lstStyle/>
          <a:p>
            <a:pPr>
              <a:tabLst>
                <a:tab pos="1365250" algn="l"/>
                <a:tab pos="1538288" algn="l"/>
              </a:tabLst>
            </a:pPr>
            <a:r>
              <a:rPr lang="en-US" altLang="en-US" sz="1600"/>
              <a:t>Philosophers spend their lives alternating thinking and eating</a:t>
            </a:r>
          </a:p>
          <a:p>
            <a:pPr>
              <a:tabLst>
                <a:tab pos="1365250" algn="l"/>
                <a:tab pos="1538288" algn="l"/>
              </a:tabLst>
            </a:pPr>
            <a:r>
              <a:rPr lang="en-US" altLang="en-US" sz="1600"/>
              <a:t>Don’</a:t>
            </a:r>
            <a:r>
              <a:rPr lang="en-US" altLang="ja-JP" sz="1600"/>
              <a:t>t interact with their neighbors, occasionally try to pick up 2 chopsticks (one at a time) to eat from bowl</a:t>
            </a:r>
          </a:p>
          <a:p>
            <a:pPr lvl="1">
              <a:tabLst>
                <a:tab pos="1365250" algn="l"/>
                <a:tab pos="1538288" algn="l"/>
              </a:tabLst>
            </a:pPr>
            <a:r>
              <a:rPr lang="en-US" altLang="en-US" sz="1600"/>
              <a:t>Need both to eat, then release both when done</a:t>
            </a:r>
          </a:p>
          <a:p>
            <a:pPr>
              <a:tabLst>
                <a:tab pos="1365250" algn="l"/>
                <a:tab pos="1538288" algn="l"/>
              </a:tabLst>
            </a:pPr>
            <a:r>
              <a:rPr lang="en-US" altLang="en-US" sz="1600"/>
              <a:t>In the case of 5 philosophers</a:t>
            </a:r>
          </a:p>
          <a:p>
            <a:pPr lvl="1">
              <a:tabLst>
                <a:tab pos="1365250" algn="l"/>
                <a:tab pos="1538288" algn="l"/>
              </a:tabLst>
            </a:pPr>
            <a:r>
              <a:rPr lang="en-US" altLang="en-US" sz="1600"/>
              <a:t>Shared data </a:t>
            </a:r>
          </a:p>
          <a:p>
            <a:pPr lvl="2">
              <a:tabLst>
                <a:tab pos="1365250" algn="l"/>
                <a:tab pos="1538288" algn="l"/>
              </a:tabLst>
            </a:pPr>
            <a:r>
              <a:rPr lang="en-US" altLang="en-US" sz="1600"/>
              <a:t>Bowl of rice (data set)</a:t>
            </a:r>
          </a:p>
          <a:p>
            <a:pPr lvl="2">
              <a:tabLst>
                <a:tab pos="1365250" algn="l"/>
                <a:tab pos="1538288" algn="l"/>
              </a:tabLst>
            </a:pPr>
            <a:r>
              <a:rPr lang="en-US" altLang="en-US" sz="1600"/>
              <a:t>Semaphore </a:t>
            </a:r>
            <a:r>
              <a:rPr lang="en-US" altLang="en-US" sz="1600">
                <a:solidFill>
                  <a:srgbClr val="FF0000"/>
                </a:solidFill>
              </a:rPr>
              <a:t>chopstick [5]</a:t>
            </a:r>
            <a:r>
              <a:rPr lang="en-US" altLang="en-US" sz="1600"/>
              <a:t> initialized to 1</a:t>
            </a:r>
          </a:p>
        </p:txBody>
      </p:sp>
      <p:pic>
        <p:nvPicPr>
          <p:cNvPr id="78852" name="Picture 5" descr="6">
            <a:extLst>
              <a:ext uri="{FF2B5EF4-FFF2-40B4-BE49-F238E27FC236}">
                <a16:creationId xmlns:a16="http://schemas.microsoft.com/office/drawing/2014/main" id="{6120052E-CC29-DA78-82F9-BBE783FCE9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95663" y="1079500"/>
            <a:ext cx="2208212" cy="212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3E36CE87-3083-76F0-C60A-50D6FE321C49}"/>
              </a:ext>
            </a:extLst>
          </p:cNvPr>
          <p:cNvSpPr>
            <a:spLocks noGrp="1" noChangeArrowheads="1"/>
          </p:cNvSpPr>
          <p:nvPr>
            <p:ph type="title"/>
          </p:nvPr>
        </p:nvSpPr>
        <p:spPr>
          <a:xfrm>
            <a:off x="1038225" y="161925"/>
            <a:ext cx="7866063" cy="576263"/>
          </a:xfrm>
        </p:spPr>
        <p:txBody>
          <a:bodyPr/>
          <a:lstStyle/>
          <a:p>
            <a:pPr eaLnBrk="1" hangingPunct="1"/>
            <a:r>
              <a:rPr lang="en-US" altLang="en-US" sz="3000"/>
              <a:t>  Dining-Philosophers Problem Algorithm</a:t>
            </a:r>
          </a:p>
        </p:txBody>
      </p:sp>
      <p:sp>
        <p:nvSpPr>
          <p:cNvPr id="80899" name="Rectangle 3">
            <a:extLst>
              <a:ext uri="{FF2B5EF4-FFF2-40B4-BE49-F238E27FC236}">
                <a16:creationId xmlns:a16="http://schemas.microsoft.com/office/drawing/2014/main" id="{4E78DFE4-C3C0-D356-0C54-E52E65550462}"/>
              </a:ext>
            </a:extLst>
          </p:cNvPr>
          <p:cNvSpPr>
            <a:spLocks noGrp="1" noChangeArrowheads="1"/>
          </p:cNvSpPr>
          <p:nvPr>
            <p:ph idx="1"/>
          </p:nvPr>
        </p:nvSpPr>
        <p:spPr>
          <a:xfrm>
            <a:off x="827088" y="1119188"/>
            <a:ext cx="7107237" cy="4784725"/>
          </a:xfrm>
        </p:spPr>
        <p:txBody>
          <a:bodyPr/>
          <a:lstStyle/>
          <a:p>
            <a:pPr marL="376238" indent="-376238">
              <a:lnSpc>
                <a:spcPct val="90000"/>
              </a:lnSpc>
              <a:tabLst>
                <a:tab pos="1709738" algn="l"/>
                <a:tab pos="2001838" algn="l"/>
                <a:tab pos="2227263" algn="l"/>
                <a:tab pos="2454275" algn="l"/>
              </a:tabLst>
            </a:pPr>
            <a:r>
              <a:rPr lang="en-US" altLang="en-US"/>
              <a:t>The structure of Philosopher</a:t>
            </a:r>
            <a:r>
              <a:rPr lang="en-US" altLang="en-US" i="1">
                <a:solidFill>
                  <a:srgbClr val="0000FF"/>
                </a:solidFill>
              </a:rPr>
              <a:t> i</a:t>
            </a:r>
            <a:r>
              <a:rPr lang="en-US" altLang="en-US"/>
              <a:t>:</a:t>
            </a:r>
          </a:p>
          <a:p>
            <a:pPr marL="1195388" lvl="2" indent="-338138">
              <a:lnSpc>
                <a:spcPct val="90000"/>
              </a:lnSpc>
              <a:buFont typeface="Webdings" panose="05030102010509060703" pitchFamily="18" charset="2"/>
              <a:buNone/>
              <a:tabLst>
                <a:tab pos="1709738" algn="l"/>
                <a:tab pos="2001838" algn="l"/>
                <a:tab pos="2227263" algn="l"/>
                <a:tab pos="2454275" algn="l"/>
              </a:tabLst>
            </a:pPr>
            <a:r>
              <a:rPr lang="en-US" altLang="en-US" sz="1600" b="1">
                <a:solidFill>
                  <a:srgbClr val="000000"/>
                </a:solidFill>
                <a:latin typeface="Courier New" panose="02070309020205020404" pitchFamily="49" charset="0"/>
              </a:rPr>
              <a:t>do { </a:t>
            </a:r>
          </a:p>
          <a:p>
            <a:pPr marL="1195388" lvl="2" indent="-338138">
              <a:lnSpc>
                <a:spcPct val="90000"/>
              </a:lnSpc>
              <a:buFont typeface="Webdings" panose="05030102010509060703" pitchFamily="18" charset="2"/>
              <a:buNone/>
              <a:tabLst>
                <a:tab pos="1709738" algn="l"/>
                <a:tab pos="2001838" algn="l"/>
                <a:tab pos="2227263" algn="l"/>
                <a:tab pos="2454275" algn="l"/>
              </a:tabLst>
            </a:pPr>
            <a:r>
              <a:rPr lang="en-US" altLang="en-US" sz="1600" b="1">
                <a:solidFill>
                  <a:srgbClr val="000000"/>
                </a:solidFill>
                <a:latin typeface="Courier New" panose="02070309020205020404" pitchFamily="49" charset="0"/>
              </a:rPr>
              <a:t>    wait (chopstick[i] );</a:t>
            </a:r>
          </a:p>
          <a:p>
            <a:pPr marL="1195388" lvl="2" indent="-338138">
              <a:lnSpc>
                <a:spcPct val="90000"/>
              </a:lnSpc>
              <a:buFont typeface="Webdings" panose="05030102010509060703" pitchFamily="18" charset="2"/>
              <a:buNone/>
              <a:tabLst>
                <a:tab pos="1709738" algn="l"/>
                <a:tab pos="2001838" algn="l"/>
                <a:tab pos="2227263" algn="l"/>
                <a:tab pos="2454275" algn="l"/>
              </a:tabLst>
            </a:pPr>
            <a:r>
              <a:rPr lang="en-US" altLang="en-US" sz="1600" b="1">
                <a:solidFill>
                  <a:srgbClr val="000000"/>
                </a:solidFill>
                <a:latin typeface="Courier New" panose="02070309020205020404" pitchFamily="49" charset="0"/>
              </a:rPr>
              <a:t>	  wait (chopStick[ (i + 1) % 5] );</a:t>
            </a:r>
          </a:p>
          <a:p>
            <a:pPr marL="1195388" lvl="2" indent="-338138">
              <a:lnSpc>
                <a:spcPct val="90000"/>
              </a:lnSpc>
              <a:buFont typeface="Webdings" panose="05030102010509060703" pitchFamily="18" charset="2"/>
              <a:buNone/>
              <a:tabLst>
                <a:tab pos="1709738" algn="l"/>
                <a:tab pos="2001838" algn="l"/>
                <a:tab pos="2227263" algn="l"/>
                <a:tab pos="2454275" algn="l"/>
              </a:tabLst>
            </a:pPr>
            <a:r>
              <a:rPr lang="en-US" altLang="en-US" sz="1600" b="1">
                <a:solidFill>
                  <a:srgbClr val="000000"/>
                </a:solidFill>
                <a:latin typeface="Courier New" panose="02070309020205020404" pitchFamily="49" charset="0"/>
              </a:rPr>
              <a:t>	</a:t>
            </a:r>
          </a:p>
          <a:p>
            <a:pPr marL="1195388" lvl="2" indent="-338138">
              <a:lnSpc>
                <a:spcPct val="90000"/>
              </a:lnSpc>
              <a:buFont typeface="Webdings" panose="05030102010509060703" pitchFamily="18" charset="2"/>
              <a:buNone/>
              <a:tabLst>
                <a:tab pos="1709738" algn="l"/>
                <a:tab pos="2001838" algn="l"/>
                <a:tab pos="2227263" algn="l"/>
                <a:tab pos="2454275" algn="l"/>
              </a:tabLst>
            </a:pPr>
            <a:r>
              <a:rPr lang="en-US" altLang="en-US" sz="1600" b="1">
                <a:solidFill>
                  <a:srgbClr val="000000"/>
                </a:solidFill>
                <a:latin typeface="Courier New" panose="02070309020205020404" pitchFamily="49" charset="0"/>
              </a:rPr>
              <a:t>	             //  eat</a:t>
            </a:r>
          </a:p>
          <a:p>
            <a:pPr marL="1195388" lvl="2" indent="-338138">
              <a:lnSpc>
                <a:spcPct val="90000"/>
              </a:lnSpc>
              <a:buFont typeface="Webdings" panose="05030102010509060703" pitchFamily="18" charset="2"/>
              <a:buNone/>
              <a:tabLst>
                <a:tab pos="1709738" algn="l"/>
                <a:tab pos="2001838" algn="l"/>
                <a:tab pos="2227263" algn="l"/>
                <a:tab pos="2454275" algn="l"/>
              </a:tabLst>
            </a:pPr>
            <a:endParaRPr lang="en-US" altLang="en-US" sz="1600" b="1">
              <a:solidFill>
                <a:srgbClr val="000000"/>
              </a:solidFill>
              <a:latin typeface="Courier New" panose="02070309020205020404" pitchFamily="49" charset="0"/>
            </a:endParaRPr>
          </a:p>
          <a:p>
            <a:pPr marL="1195388" lvl="2" indent="-338138">
              <a:lnSpc>
                <a:spcPct val="90000"/>
              </a:lnSpc>
              <a:buFont typeface="Webdings" panose="05030102010509060703" pitchFamily="18" charset="2"/>
              <a:buNone/>
              <a:tabLst>
                <a:tab pos="1709738" algn="l"/>
                <a:tab pos="2001838" algn="l"/>
                <a:tab pos="2227263" algn="l"/>
                <a:tab pos="2454275" algn="l"/>
              </a:tabLst>
            </a:pPr>
            <a:r>
              <a:rPr lang="en-US" altLang="en-US" sz="1600" b="1">
                <a:solidFill>
                  <a:srgbClr val="000000"/>
                </a:solidFill>
                <a:latin typeface="Courier New" panose="02070309020205020404" pitchFamily="49" charset="0"/>
              </a:rPr>
              <a:t>	  signal (chopstick[i] );</a:t>
            </a:r>
          </a:p>
          <a:p>
            <a:pPr marL="1195388" lvl="2" indent="-338138">
              <a:lnSpc>
                <a:spcPct val="90000"/>
              </a:lnSpc>
              <a:buFont typeface="Webdings" panose="05030102010509060703" pitchFamily="18" charset="2"/>
              <a:buNone/>
              <a:tabLst>
                <a:tab pos="1709738" algn="l"/>
                <a:tab pos="2001838" algn="l"/>
                <a:tab pos="2227263" algn="l"/>
                <a:tab pos="2454275" algn="l"/>
              </a:tabLst>
            </a:pPr>
            <a:r>
              <a:rPr lang="en-US" altLang="en-US" sz="1600" b="1">
                <a:solidFill>
                  <a:srgbClr val="000000"/>
                </a:solidFill>
                <a:latin typeface="Courier New" panose="02070309020205020404" pitchFamily="49" charset="0"/>
              </a:rPr>
              <a:t>	  signal (chopstick[ (i + 1) % 5] );</a:t>
            </a:r>
          </a:p>
          <a:p>
            <a:pPr marL="1195388" lvl="2" indent="-338138">
              <a:lnSpc>
                <a:spcPct val="90000"/>
              </a:lnSpc>
              <a:buFont typeface="Webdings" panose="05030102010509060703" pitchFamily="18" charset="2"/>
              <a:buNone/>
              <a:tabLst>
                <a:tab pos="1709738" algn="l"/>
                <a:tab pos="2001838" algn="l"/>
                <a:tab pos="2227263" algn="l"/>
                <a:tab pos="2454275" algn="l"/>
              </a:tabLst>
            </a:pPr>
            <a:r>
              <a:rPr lang="en-US" altLang="en-US" sz="1600" b="1">
                <a:solidFill>
                  <a:srgbClr val="000000"/>
                </a:solidFill>
                <a:latin typeface="Courier New" panose="02070309020205020404" pitchFamily="49" charset="0"/>
              </a:rPr>
              <a:t>	</a:t>
            </a:r>
          </a:p>
          <a:p>
            <a:pPr marL="1195388" lvl="2" indent="-338138">
              <a:lnSpc>
                <a:spcPct val="90000"/>
              </a:lnSpc>
              <a:buFont typeface="Webdings" panose="05030102010509060703" pitchFamily="18" charset="2"/>
              <a:buNone/>
              <a:tabLst>
                <a:tab pos="1709738" algn="l"/>
                <a:tab pos="2001838" algn="l"/>
                <a:tab pos="2227263" algn="l"/>
                <a:tab pos="2454275" algn="l"/>
              </a:tabLst>
            </a:pPr>
            <a:r>
              <a:rPr lang="en-US" altLang="en-US" sz="1600" b="1">
                <a:solidFill>
                  <a:srgbClr val="000000"/>
                </a:solidFill>
                <a:latin typeface="Courier New" panose="02070309020205020404" pitchFamily="49" charset="0"/>
              </a:rPr>
              <a:t>                 //  think</a:t>
            </a:r>
          </a:p>
          <a:p>
            <a:pPr marL="1195388" lvl="2" indent="-338138">
              <a:lnSpc>
                <a:spcPct val="90000"/>
              </a:lnSpc>
              <a:buFont typeface="Webdings" panose="05030102010509060703" pitchFamily="18" charset="2"/>
              <a:buNone/>
              <a:tabLst>
                <a:tab pos="1709738" algn="l"/>
                <a:tab pos="2001838" algn="l"/>
                <a:tab pos="2227263" algn="l"/>
                <a:tab pos="2454275" algn="l"/>
              </a:tabLst>
            </a:pPr>
            <a:endParaRPr lang="en-US" altLang="en-US" b="1">
              <a:solidFill>
                <a:srgbClr val="000000"/>
              </a:solidFill>
              <a:latin typeface="Courier New" panose="02070309020205020404" pitchFamily="49" charset="0"/>
            </a:endParaRPr>
          </a:p>
          <a:p>
            <a:pPr marL="1195388" lvl="2" indent="-338138">
              <a:lnSpc>
                <a:spcPct val="90000"/>
              </a:lnSpc>
              <a:buFont typeface="Webdings" panose="05030102010509060703" pitchFamily="18" charset="2"/>
              <a:buNone/>
              <a:tabLst>
                <a:tab pos="1709738" algn="l"/>
                <a:tab pos="2001838" algn="l"/>
                <a:tab pos="2227263" algn="l"/>
                <a:tab pos="2454275" algn="l"/>
              </a:tabLst>
            </a:pPr>
            <a:r>
              <a:rPr lang="en-US" altLang="en-US" sz="1600" b="1">
                <a:solidFill>
                  <a:srgbClr val="000000"/>
                </a:solidFill>
                <a:latin typeface="Courier New" panose="02070309020205020404" pitchFamily="49" charset="0"/>
              </a:rPr>
              <a:t>} while (TRUE);</a:t>
            </a:r>
            <a:endParaRPr lang="en-US" altLang="en-US" sz="1600">
              <a:solidFill>
                <a:srgbClr val="0000FF"/>
              </a:solidFill>
            </a:endParaRPr>
          </a:p>
          <a:p>
            <a:pPr marL="376238" indent="-376238">
              <a:lnSpc>
                <a:spcPct val="90000"/>
              </a:lnSpc>
              <a:tabLst>
                <a:tab pos="1709738" algn="l"/>
                <a:tab pos="2001838" algn="l"/>
                <a:tab pos="2227263" algn="l"/>
                <a:tab pos="2454275" algn="l"/>
              </a:tabLst>
            </a:pPr>
            <a:r>
              <a:rPr lang="en-US" altLang="en-US"/>
              <a:t>  What is the problem with this algorithm?</a:t>
            </a:r>
          </a:p>
          <a:p>
            <a:pPr marL="1195388" lvl="2" indent="-338138">
              <a:lnSpc>
                <a:spcPct val="90000"/>
              </a:lnSpc>
              <a:buFont typeface="Webdings" panose="05030102010509060703" pitchFamily="18" charset="2"/>
              <a:buNone/>
              <a:tabLst>
                <a:tab pos="1709738" algn="l"/>
                <a:tab pos="2001838" algn="l"/>
                <a:tab pos="2227263" algn="l"/>
                <a:tab pos="2454275" algn="l"/>
              </a:tabLst>
            </a:pPr>
            <a:endParaRPr lang="en-US" altLang="en-US">
              <a:solidFill>
                <a:srgbClr val="0000FF"/>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0ABA5B6F-E4C1-4943-8A1A-58BA57CEA967}"/>
              </a:ext>
            </a:extLst>
          </p:cNvPr>
          <p:cNvSpPr>
            <a:spLocks noGrp="1" noChangeArrowheads="1"/>
          </p:cNvSpPr>
          <p:nvPr>
            <p:ph type="title"/>
          </p:nvPr>
        </p:nvSpPr>
        <p:spPr>
          <a:xfrm>
            <a:off x="1025525" y="142875"/>
            <a:ext cx="8002588" cy="576263"/>
          </a:xfrm>
        </p:spPr>
        <p:txBody>
          <a:bodyPr/>
          <a:lstStyle/>
          <a:p>
            <a:pPr eaLnBrk="1" hangingPunct="1"/>
            <a:r>
              <a:rPr lang="en-US" altLang="en-US" sz="2400"/>
              <a:t>Dining-Philosophers Problem Algorithm (Cont.)</a:t>
            </a:r>
          </a:p>
        </p:txBody>
      </p:sp>
      <p:sp>
        <p:nvSpPr>
          <p:cNvPr id="82947" name="Rectangle 3">
            <a:extLst>
              <a:ext uri="{FF2B5EF4-FFF2-40B4-BE49-F238E27FC236}">
                <a16:creationId xmlns:a16="http://schemas.microsoft.com/office/drawing/2014/main" id="{D1D8BB9B-D5D3-07DB-DA1F-1889E89DC36A}"/>
              </a:ext>
            </a:extLst>
          </p:cNvPr>
          <p:cNvSpPr>
            <a:spLocks noGrp="1" noChangeArrowheads="1"/>
          </p:cNvSpPr>
          <p:nvPr>
            <p:ph idx="1"/>
          </p:nvPr>
        </p:nvSpPr>
        <p:spPr>
          <a:xfrm>
            <a:off x="885825" y="1223963"/>
            <a:ext cx="6442075" cy="4860925"/>
          </a:xfrm>
        </p:spPr>
        <p:txBody>
          <a:bodyPr/>
          <a:lstStyle/>
          <a:p>
            <a:r>
              <a:rPr lang="en-US" altLang="en-US"/>
              <a:t>Deadlock handling</a:t>
            </a:r>
          </a:p>
          <a:p>
            <a:pPr lvl="1"/>
            <a:r>
              <a:rPr lang="en-US" altLang="en-US"/>
              <a:t> Allow at most 4 philosophers to be sitting simultaneously at  the table.</a:t>
            </a:r>
          </a:p>
          <a:p>
            <a:pPr lvl="1"/>
            <a:r>
              <a:rPr lang="en-US" altLang="en-US"/>
              <a:t> Allow a philosopher to pick up  the forks only if both are available (picking must be done in a critical section.</a:t>
            </a:r>
          </a:p>
          <a:p>
            <a:pPr lvl="1"/>
            <a:r>
              <a:rPr lang="en-US" altLang="en-US"/>
              <a:t> Use an asymmetric solution  -- an odd-numbered  philosopher picks  up first the left chopstick and then the right chopstick. Even-numbered  philosopher picks  up first the right chopstick and then the left chopstick. </a:t>
            </a:r>
          </a:p>
          <a:p>
            <a:pPr lvl="1"/>
            <a:endParaRPr lang="en-US" altLang="en-US"/>
          </a:p>
          <a:p>
            <a:pPr>
              <a:buFont typeface="Monotype Sorts" pitchFamily="-84" charset="2"/>
              <a:buNone/>
            </a:pPr>
            <a:endParaRPr lang="en-US" altLang="en-US"/>
          </a:p>
          <a:p>
            <a:endParaRPr lang="en-US" altLang="en-US"/>
          </a:p>
          <a:p>
            <a:endParaRPr lang="en-US" alt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3943DCDB-AD6B-4FA6-FCB3-B68B351EE56E}"/>
              </a:ext>
            </a:extLst>
          </p:cNvPr>
          <p:cNvSpPr>
            <a:spLocks noGrp="1" noChangeArrowheads="1"/>
          </p:cNvSpPr>
          <p:nvPr>
            <p:ph type="title"/>
          </p:nvPr>
        </p:nvSpPr>
        <p:spPr>
          <a:xfrm>
            <a:off x="923925" y="190500"/>
            <a:ext cx="7762875" cy="576263"/>
          </a:xfrm>
        </p:spPr>
        <p:txBody>
          <a:bodyPr/>
          <a:lstStyle/>
          <a:p>
            <a:pPr eaLnBrk="1" hangingPunct="1"/>
            <a:r>
              <a:rPr lang="en-US" altLang="en-US"/>
              <a:t>Problems with Semaphores</a:t>
            </a:r>
          </a:p>
        </p:txBody>
      </p:sp>
      <p:sp>
        <p:nvSpPr>
          <p:cNvPr id="84995" name="Rectangle 3">
            <a:extLst>
              <a:ext uri="{FF2B5EF4-FFF2-40B4-BE49-F238E27FC236}">
                <a16:creationId xmlns:a16="http://schemas.microsoft.com/office/drawing/2014/main" id="{0C415434-0190-A963-5B47-DDDAFB8F1E35}"/>
              </a:ext>
            </a:extLst>
          </p:cNvPr>
          <p:cNvSpPr>
            <a:spLocks noGrp="1" noChangeArrowheads="1"/>
          </p:cNvSpPr>
          <p:nvPr>
            <p:ph idx="1"/>
          </p:nvPr>
        </p:nvSpPr>
        <p:spPr>
          <a:xfrm>
            <a:off x="827088" y="1282700"/>
            <a:ext cx="6959600" cy="4860925"/>
          </a:xfrm>
        </p:spPr>
        <p:txBody>
          <a:bodyPr/>
          <a:lstStyle/>
          <a:p>
            <a:r>
              <a:rPr lang="en-US" altLang="en-US"/>
              <a:t> Incorrect use of semaphore operations:</a:t>
            </a:r>
            <a:br>
              <a:rPr lang="en-US" altLang="en-US"/>
            </a:br>
            <a:endParaRPr lang="en-US" altLang="en-US"/>
          </a:p>
          <a:p>
            <a:pPr lvl="1"/>
            <a:r>
              <a:rPr lang="en-US" altLang="en-US"/>
              <a:t> signal (mutex)  ….  wait (mutex)</a:t>
            </a:r>
            <a:br>
              <a:rPr lang="en-US" altLang="en-US"/>
            </a:br>
            <a:endParaRPr lang="en-US" altLang="en-US"/>
          </a:p>
          <a:p>
            <a:pPr lvl="1"/>
            <a:r>
              <a:rPr lang="en-US" altLang="en-US"/>
              <a:t> wait (mutex)  …  wait (mutex)</a:t>
            </a:r>
          </a:p>
          <a:p>
            <a:pPr lvl="1"/>
            <a:endParaRPr lang="en-US" altLang="en-US"/>
          </a:p>
          <a:p>
            <a:pPr lvl="1"/>
            <a:r>
              <a:rPr lang="en-US" altLang="en-US"/>
              <a:t> Omitting  of wait (mutex) or signal (mutex) (or both)</a:t>
            </a:r>
          </a:p>
          <a:p>
            <a:pPr lvl="1"/>
            <a:endParaRPr lang="en-US" altLang="en-US"/>
          </a:p>
          <a:p>
            <a:r>
              <a:rPr lang="en-US" altLang="en-US"/>
              <a:t>Deadlock and starvation are possible.</a:t>
            </a:r>
          </a:p>
          <a:p>
            <a:endParaRPr lang="en-US" altLang="en-US"/>
          </a:p>
          <a:p>
            <a:endParaRPr lang="en-US" altLang="en-US"/>
          </a:p>
          <a:p>
            <a:endParaRPr lang="en-US" alt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a:extLst>
              <a:ext uri="{FF2B5EF4-FFF2-40B4-BE49-F238E27FC236}">
                <a16:creationId xmlns:a16="http://schemas.microsoft.com/office/drawing/2014/main" id="{AD53C2D9-6CC5-9942-4461-35893CD95E2C}"/>
              </a:ext>
            </a:extLst>
          </p:cNvPr>
          <p:cNvSpPr>
            <a:spLocks noGrp="1" noChangeArrowheads="1"/>
          </p:cNvSpPr>
          <p:nvPr>
            <p:ph type="title"/>
          </p:nvPr>
        </p:nvSpPr>
        <p:spPr>
          <a:xfrm>
            <a:off x="457200" y="176213"/>
            <a:ext cx="8229600" cy="576262"/>
          </a:xfrm>
        </p:spPr>
        <p:txBody>
          <a:bodyPr/>
          <a:lstStyle/>
          <a:p>
            <a:pPr eaLnBrk="1" hangingPunct="1"/>
            <a:r>
              <a:rPr lang="en-US" altLang="en-US"/>
              <a:t>Monitors</a:t>
            </a:r>
          </a:p>
        </p:txBody>
      </p:sp>
      <p:sp>
        <p:nvSpPr>
          <p:cNvPr id="87043" name="Rectangle 3">
            <a:extLst>
              <a:ext uri="{FF2B5EF4-FFF2-40B4-BE49-F238E27FC236}">
                <a16:creationId xmlns:a16="http://schemas.microsoft.com/office/drawing/2014/main" id="{6DB5C9E6-C6C3-EBB4-F827-49E324F2F351}"/>
              </a:ext>
            </a:extLst>
          </p:cNvPr>
          <p:cNvSpPr>
            <a:spLocks noGrp="1" noChangeArrowheads="1"/>
          </p:cNvSpPr>
          <p:nvPr>
            <p:ph idx="1"/>
          </p:nvPr>
        </p:nvSpPr>
        <p:spPr>
          <a:xfrm>
            <a:off x="855663" y="1209675"/>
            <a:ext cx="7243762" cy="4860925"/>
          </a:xfrm>
        </p:spPr>
        <p:txBody>
          <a:bodyPr/>
          <a:lstStyle/>
          <a:p>
            <a:pPr>
              <a:lnSpc>
                <a:spcPct val="80000"/>
              </a:lnSpc>
            </a:pPr>
            <a:r>
              <a:rPr lang="en-US" altLang="en-US" sz="1600"/>
              <a:t>A high-level abstraction that provides a convenient and effective mechanism for process synchronization</a:t>
            </a:r>
          </a:p>
          <a:p>
            <a:pPr>
              <a:lnSpc>
                <a:spcPct val="80000"/>
              </a:lnSpc>
            </a:pPr>
            <a:r>
              <a:rPr lang="en-US" altLang="en-US" sz="1600" i="1"/>
              <a:t>Abstract data type</a:t>
            </a:r>
            <a:r>
              <a:rPr lang="en-US" altLang="en-US" sz="1600"/>
              <a:t>, internal variables only accessible by code within the procedure</a:t>
            </a:r>
          </a:p>
          <a:p>
            <a:pPr>
              <a:lnSpc>
                <a:spcPct val="80000"/>
              </a:lnSpc>
            </a:pPr>
            <a:r>
              <a:rPr lang="en-US" altLang="en-US" sz="1600"/>
              <a:t>Only one process may be active within the monitor at a time</a:t>
            </a:r>
          </a:p>
          <a:p>
            <a:pPr>
              <a:lnSpc>
                <a:spcPct val="80000"/>
              </a:lnSpc>
            </a:pPr>
            <a:r>
              <a:rPr lang="en-US" altLang="en-US" sz="1600"/>
              <a:t>But not powerful enough to model some synchronization schemes</a:t>
            </a:r>
          </a:p>
          <a:p>
            <a:pPr lvl="2">
              <a:lnSpc>
                <a:spcPct val="80000"/>
              </a:lnSpc>
              <a:buFont typeface="Webdings" panose="05030102010509060703" pitchFamily="18" charset="2"/>
              <a:buNone/>
            </a:pPr>
            <a:endParaRPr lang="en-US" altLang="en-US" sz="1400">
              <a:solidFill>
                <a:srgbClr val="0000FF"/>
              </a:solidFill>
            </a:endParaRPr>
          </a:p>
          <a:p>
            <a:pPr lvl="2">
              <a:lnSpc>
                <a:spcPct val="80000"/>
              </a:lnSpc>
              <a:buFont typeface="Webdings" panose="05030102010509060703" pitchFamily="18" charset="2"/>
              <a:buNone/>
            </a:pPr>
            <a:r>
              <a:rPr lang="en-US" altLang="en-US" sz="1600" b="1">
                <a:solidFill>
                  <a:srgbClr val="000000"/>
                </a:solidFill>
                <a:latin typeface="Courier New" panose="02070309020205020404" pitchFamily="49" charset="0"/>
              </a:rPr>
              <a:t>monitor monitor-name</a:t>
            </a:r>
          </a:p>
          <a:p>
            <a:pPr lvl="2">
              <a:lnSpc>
                <a:spcPct val="80000"/>
              </a:lnSpc>
              <a:buFont typeface="Webdings" panose="05030102010509060703" pitchFamily="18" charset="2"/>
              <a:buNone/>
            </a:pPr>
            <a:r>
              <a:rPr lang="en-US" altLang="en-US" sz="1600" b="1">
                <a:solidFill>
                  <a:srgbClr val="000000"/>
                </a:solidFill>
                <a:latin typeface="Courier New" panose="02070309020205020404" pitchFamily="49" charset="0"/>
              </a:rPr>
              <a:t>{</a:t>
            </a:r>
          </a:p>
          <a:p>
            <a:pPr lvl="2">
              <a:lnSpc>
                <a:spcPct val="80000"/>
              </a:lnSpc>
              <a:buFont typeface="Webdings" panose="05030102010509060703" pitchFamily="18" charset="2"/>
              <a:buNone/>
            </a:pPr>
            <a:r>
              <a:rPr lang="en-US" altLang="en-US" sz="1600" b="1">
                <a:solidFill>
                  <a:srgbClr val="000000"/>
                </a:solidFill>
                <a:latin typeface="Courier New" panose="02070309020205020404" pitchFamily="49" charset="0"/>
              </a:rPr>
              <a:t>	// shared variable declarations</a:t>
            </a:r>
          </a:p>
          <a:p>
            <a:pPr lvl="2">
              <a:lnSpc>
                <a:spcPct val="80000"/>
              </a:lnSpc>
              <a:buFont typeface="Webdings" panose="05030102010509060703" pitchFamily="18" charset="2"/>
              <a:buNone/>
            </a:pPr>
            <a:r>
              <a:rPr lang="en-US" altLang="en-US" sz="1600" b="1">
                <a:solidFill>
                  <a:srgbClr val="000000"/>
                </a:solidFill>
                <a:latin typeface="Courier New" panose="02070309020205020404" pitchFamily="49" charset="0"/>
              </a:rPr>
              <a:t>	procedure P1 (…) { …. }</a:t>
            </a:r>
          </a:p>
          <a:p>
            <a:pPr lvl="2">
              <a:lnSpc>
                <a:spcPct val="80000"/>
              </a:lnSpc>
              <a:buFont typeface="Webdings" panose="05030102010509060703" pitchFamily="18" charset="2"/>
              <a:buNone/>
            </a:pPr>
            <a:endParaRPr lang="en-US" altLang="en-US" sz="1600" b="1">
              <a:solidFill>
                <a:srgbClr val="000000"/>
              </a:solidFill>
              <a:latin typeface="Courier New" panose="02070309020205020404" pitchFamily="49" charset="0"/>
            </a:endParaRPr>
          </a:p>
          <a:p>
            <a:pPr lvl="2">
              <a:lnSpc>
                <a:spcPct val="80000"/>
              </a:lnSpc>
              <a:buFont typeface="Webdings" panose="05030102010509060703" pitchFamily="18" charset="2"/>
              <a:buNone/>
            </a:pPr>
            <a:r>
              <a:rPr lang="en-US" altLang="en-US" sz="1600" b="1">
                <a:solidFill>
                  <a:srgbClr val="000000"/>
                </a:solidFill>
                <a:latin typeface="Courier New" panose="02070309020205020404" pitchFamily="49" charset="0"/>
              </a:rPr>
              <a:t>	procedure Pn (…) {……}</a:t>
            </a:r>
          </a:p>
          <a:p>
            <a:pPr lvl="2">
              <a:lnSpc>
                <a:spcPct val="80000"/>
              </a:lnSpc>
              <a:buFont typeface="Webdings" panose="05030102010509060703" pitchFamily="18" charset="2"/>
              <a:buNone/>
            </a:pPr>
            <a:endParaRPr lang="en-US" altLang="en-US" sz="1600" b="1">
              <a:solidFill>
                <a:srgbClr val="000000"/>
              </a:solidFill>
              <a:latin typeface="Courier New" panose="02070309020205020404" pitchFamily="49" charset="0"/>
            </a:endParaRPr>
          </a:p>
          <a:p>
            <a:pPr lvl="2">
              <a:lnSpc>
                <a:spcPct val="80000"/>
              </a:lnSpc>
              <a:buFont typeface="Webdings" panose="05030102010509060703" pitchFamily="18" charset="2"/>
              <a:buNone/>
            </a:pPr>
            <a:r>
              <a:rPr lang="en-US" altLang="en-US" sz="1600" b="1">
                <a:solidFill>
                  <a:srgbClr val="000000"/>
                </a:solidFill>
                <a:latin typeface="Courier New" panose="02070309020205020404" pitchFamily="49" charset="0"/>
              </a:rPr>
              <a:t>    Initialization code (…) { … }</a:t>
            </a:r>
          </a:p>
          <a:p>
            <a:pPr lvl="2">
              <a:lnSpc>
                <a:spcPct val="80000"/>
              </a:lnSpc>
              <a:buFont typeface="Webdings" panose="05030102010509060703" pitchFamily="18" charset="2"/>
              <a:buNone/>
            </a:pPr>
            <a:r>
              <a:rPr lang="en-US" altLang="en-US" sz="1600" b="1">
                <a:solidFill>
                  <a:srgbClr val="000000"/>
                </a:solidFill>
                <a:latin typeface="Courier New" panose="02070309020205020404" pitchFamily="49" charset="0"/>
              </a:rPr>
              <a:t>	}</a:t>
            </a:r>
          </a:p>
          <a:p>
            <a:pPr lvl="2">
              <a:lnSpc>
                <a:spcPct val="80000"/>
              </a:lnSpc>
              <a:buFont typeface="Webdings" panose="05030102010509060703" pitchFamily="18" charset="2"/>
              <a:buNone/>
            </a:pPr>
            <a:r>
              <a:rPr lang="en-US" altLang="en-US" sz="1600" b="1">
                <a:solidFill>
                  <a:srgbClr val="000000"/>
                </a:solidFill>
                <a:latin typeface="Courier New" panose="02070309020205020404" pitchFamily="49" charset="0"/>
              </a:rPr>
              <a:t>}</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a:extLst>
              <a:ext uri="{FF2B5EF4-FFF2-40B4-BE49-F238E27FC236}">
                <a16:creationId xmlns:a16="http://schemas.microsoft.com/office/drawing/2014/main" id="{8D8214AC-2FA0-7C8C-CA0B-1068C4385187}"/>
              </a:ext>
            </a:extLst>
          </p:cNvPr>
          <p:cNvSpPr>
            <a:spLocks noGrp="1" noChangeArrowheads="1"/>
          </p:cNvSpPr>
          <p:nvPr>
            <p:ph type="title"/>
          </p:nvPr>
        </p:nvSpPr>
        <p:spPr>
          <a:xfrm>
            <a:off x="1222375" y="176213"/>
            <a:ext cx="7464425" cy="576262"/>
          </a:xfrm>
        </p:spPr>
        <p:txBody>
          <a:bodyPr/>
          <a:lstStyle/>
          <a:p>
            <a:pPr eaLnBrk="1" hangingPunct="1"/>
            <a:r>
              <a:rPr lang="en-US" altLang="en-US"/>
              <a:t>Schematic view of a Monitor</a:t>
            </a:r>
          </a:p>
        </p:txBody>
      </p:sp>
      <p:pic>
        <p:nvPicPr>
          <p:cNvPr id="89091" name="Picture 4" descr="6">
            <a:extLst>
              <a:ext uri="{FF2B5EF4-FFF2-40B4-BE49-F238E27FC236}">
                <a16:creationId xmlns:a16="http://schemas.microsoft.com/office/drawing/2014/main" id="{52A766DF-5F6C-6880-1B36-401B40AC46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66975" y="1185863"/>
            <a:ext cx="4926013" cy="468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4">
            <a:extLst>
              <a:ext uri="{FF2B5EF4-FFF2-40B4-BE49-F238E27FC236}">
                <a16:creationId xmlns:a16="http://schemas.microsoft.com/office/drawing/2014/main" id="{D5E0647C-D911-DFE1-817B-880F925EACAE}"/>
              </a:ext>
            </a:extLst>
          </p:cNvPr>
          <p:cNvSpPr>
            <a:spLocks noGrp="1" noChangeArrowheads="1"/>
          </p:cNvSpPr>
          <p:nvPr>
            <p:ph type="title"/>
          </p:nvPr>
        </p:nvSpPr>
        <p:spPr>
          <a:xfrm>
            <a:off x="1027113" y="161925"/>
            <a:ext cx="7659687" cy="576263"/>
          </a:xfrm>
        </p:spPr>
        <p:txBody>
          <a:bodyPr/>
          <a:lstStyle/>
          <a:p>
            <a:pPr eaLnBrk="1" hangingPunct="1"/>
            <a:r>
              <a:rPr lang="en-US" altLang="en-US"/>
              <a:t>Condition Variables</a:t>
            </a:r>
          </a:p>
        </p:txBody>
      </p:sp>
      <p:sp>
        <p:nvSpPr>
          <p:cNvPr id="91139" name="Rectangle 5">
            <a:extLst>
              <a:ext uri="{FF2B5EF4-FFF2-40B4-BE49-F238E27FC236}">
                <a16:creationId xmlns:a16="http://schemas.microsoft.com/office/drawing/2014/main" id="{E8F4CB43-DA40-2D59-D764-D4A4FD648363}"/>
              </a:ext>
            </a:extLst>
          </p:cNvPr>
          <p:cNvSpPr>
            <a:spLocks noGrp="1" noChangeArrowheads="1"/>
          </p:cNvSpPr>
          <p:nvPr>
            <p:ph idx="1"/>
          </p:nvPr>
        </p:nvSpPr>
        <p:spPr>
          <a:xfrm>
            <a:off x="827088" y="1150938"/>
            <a:ext cx="7272337" cy="4394200"/>
          </a:xfrm>
        </p:spPr>
        <p:txBody>
          <a:bodyPr/>
          <a:lstStyle/>
          <a:p>
            <a:r>
              <a:rPr lang="en-US" altLang="en-US" sz="2000" b="1">
                <a:solidFill>
                  <a:srgbClr val="000000"/>
                </a:solidFill>
                <a:latin typeface="Courier New" panose="02070309020205020404" pitchFamily="49" charset="0"/>
                <a:cs typeface="Courier New" panose="02070309020205020404" pitchFamily="49" charset="0"/>
              </a:rPr>
              <a:t>condition</a:t>
            </a:r>
            <a:r>
              <a:rPr lang="en-US" altLang="en-US" b="1">
                <a:solidFill>
                  <a:srgbClr val="000000"/>
                </a:solidFill>
                <a:latin typeface="Courier New" panose="02070309020205020404" pitchFamily="49" charset="0"/>
                <a:cs typeface="Courier New" panose="02070309020205020404" pitchFamily="49" charset="0"/>
              </a:rPr>
              <a:t> </a:t>
            </a:r>
            <a:r>
              <a:rPr lang="en-US" altLang="en-US" sz="2000" b="1">
                <a:solidFill>
                  <a:srgbClr val="000000"/>
                </a:solidFill>
                <a:latin typeface="Courier New" panose="02070309020205020404" pitchFamily="49" charset="0"/>
                <a:cs typeface="Courier New" panose="02070309020205020404" pitchFamily="49" charset="0"/>
              </a:rPr>
              <a:t>x, y</a:t>
            </a:r>
            <a:r>
              <a:rPr lang="en-US" altLang="en-US" b="1">
                <a:solidFill>
                  <a:srgbClr val="000000"/>
                </a:solidFill>
                <a:latin typeface="Courier New" panose="02070309020205020404" pitchFamily="49" charset="0"/>
                <a:cs typeface="Courier New" panose="02070309020205020404" pitchFamily="49" charset="0"/>
              </a:rPr>
              <a:t>;</a:t>
            </a:r>
            <a:endParaRPr lang="en-US" altLang="en-US">
              <a:solidFill>
                <a:srgbClr val="0000FF"/>
              </a:solidFill>
            </a:endParaRPr>
          </a:p>
          <a:p>
            <a:r>
              <a:rPr lang="en-US" altLang="en-US"/>
              <a:t>Two operations are allowed on a condition variable:</a:t>
            </a:r>
          </a:p>
          <a:p>
            <a:pPr lvl="1"/>
            <a:r>
              <a:rPr lang="en-US" altLang="en-US" sz="2000" b="1">
                <a:solidFill>
                  <a:srgbClr val="000000"/>
                </a:solidFill>
                <a:latin typeface="Courier New" panose="02070309020205020404" pitchFamily="49" charset="0"/>
              </a:rPr>
              <a:t>x.wait() </a:t>
            </a:r>
            <a:r>
              <a:rPr lang="en-US" altLang="en-US"/>
              <a:t>–  a process that invokes the operation is suspended until </a:t>
            </a:r>
            <a:r>
              <a:rPr lang="en-US" altLang="en-US" sz="2000" b="1">
                <a:solidFill>
                  <a:srgbClr val="000000"/>
                </a:solidFill>
                <a:latin typeface="Courier New" panose="02070309020205020404" pitchFamily="49" charset="0"/>
              </a:rPr>
              <a:t>x.signal() </a:t>
            </a:r>
          </a:p>
          <a:p>
            <a:pPr lvl="1"/>
            <a:r>
              <a:rPr lang="en-US" altLang="en-US" sz="2000" b="1">
                <a:solidFill>
                  <a:srgbClr val="000000"/>
                </a:solidFill>
                <a:latin typeface="Courier New" panose="02070309020205020404" pitchFamily="49" charset="0"/>
              </a:rPr>
              <a:t>x.signal() </a:t>
            </a:r>
            <a:r>
              <a:rPr lang="en-US" altLang="en-US"/>
              <a:t>–</a:t>
            </a:r>
            <a:r>
              <a:rPr lang="en-US" altLang="en-US">
                <a:solidFill>
                  <a:srgbClr val="0000FF"/>
                </a:solidFill>
              </a:rPr>
              <a:t> </a:t>
            </a:r>
            <a:r>
              <a:rPr lang="en-US" altLang="en-US"/>
              <a:t>resumes one of processes</a:t>
            </a:r>
            <a:r>
              <a:rPr lang="en-US" altLang="en-US">
                <a:solidFill>
                  <a:srgbClr val="0000FF"/>
                </a:solidFill>
              </a:rPr>
              <a:t> </a:t>
            </a:r>
            <a:r>
              <a:rPr lang="en-US" altLang="en-US"/>
              <a:t>(if any)</a:t>
            </a:r>
            <a:r>
              <a:rPr lang="en-US" altLang="en-US">
                <a:solidFill>
                  <a:srgbClr val="0000FF"/>
                </a:solidFill>
              </a:rPr>
              <a:t> </a:t>
            </a:r>
            <a:r>
              <a:rPr lang="en-US" altLang="en-US"/>
              <a:t>that</a:t>
            </a:r>
            <a:r>
              <a:rPr lang="en-US" altLang="en-US">
                <a:solidFill>
                  <a:srgbClr val="0000FF"/>
                </a:solidFill>
              </a:rPr>
              <a:t> </a:t>
            </a:r>
            <a:r>
              <a:rPr lang="en-US" altLang="en-US"/>
              <a:t> invoked</a:t>
            </a:r>
            <a:r>
              <a:rPr lang="en-US" altLang="en-US">
                <a:solidFill>
                  <a:srgbClr val="0000FF"/>
                </a:solidFill>
              </a:rPr>
              <a:t> </a:t>
            </a:r>
            <a:r>
              <a:rPr lang="en-US" altLang="en-US" sz="2000" b="1">
                <a:solidFill>
                  <a:srgbClr val="000000"/>
                </a:solidFill>
                <a:latin typeface="Courier New" panose="02070309020205020404" pitchFamily="49" charset="0"/>
              </a:rPr>
              <a:t>x.wait()</a:t>
            </a:r>
          </a:p>
          <a:p>
            <a:pPr lvl="2"/>
            <a:r>
              <a:rPr lang="en-US" altLang="en-US"/>
              <a:t>If no </a:t>
            </a:r>
            <a:r>
              <a:rPr lang="en-US" altLang="en-US" sz="2000" b="1">
                <a:solidFill>
                  <a:srgbClr val="000000"/>
                </a:solidFill>
                <a:latin typeface="Courier New" panose="02070309020205020404" pitchFamily="49" charset="0"/>
              </a:rPr>
              <a:t>x.wait()</a:t>
            </a:r>
            <a:r>
              <a:rPr lang="en-US" altLang="en-US" sz="2000">
                <a:solidFill>
                  <a:srgbClr val="0000FF"/>
                </a:solidFill>
              </a:rPr>
              <a:t> </a:t>
            </a:r>
            <a:r>
              <a:rPr lang="en-US" altLang="en-US"/>
              <a:t>on the variable, then it has no effect on the variable</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a:extLst>
              <a:ext uri="{FF2B5EF4-FFF2-40B4-BE49-F238E27FC236}">
                <a16:creationId xmlns:a16="http://schemas.microsoft.com/office/drawing/2014/main" id="{064F0729-A1F1-DCA3-7EBA-95035A4B8C07}"/>
              </a:ext>
            </a:extLst>
          </p:cNvPr>
          <p:cNvSpPr>
            <a:spLocks noGrp="1" noChangeArrowheads="1"/>
          </p:cNvSpPr>
          <p:nvPr>
            <p:ph type="title"/>
          </p:nvPr>
        </p:nvSpPr>
        <p:spPr>
          <a:xfrm>
            <a:off x="882650" y="176213"/>
            <a:ext cx="7847013" cy="576262"/>
          </a:xfrm>
        </p:spPr>
        <p:txBody>
          <a:bodyPr/>
          <a:lstStyle/>
          <a:p>
            <a:pPr eaLnBrk="1" hangingPunct="1"/>
            <a:r>
              <a:rPr lang="en-US" altLang="en-US"/>
              <a:t> Monitor with Condition Variables</a:t>
            </a:r>
          </a:p>
        </p:txBody>
      </p:sp>
      <p:pic>
        <p:nvPicPr>
          <p:cNvPr id="93187" name="Picture 4" descr="6">
            <a:extLst>
              <a:ext uri="{FF2B5EF4-FFF2-40B4-BE49-F238E27FC236}">
                <a16:creationId xmlns:a16="http://schemas.microsoft.com/office/drawing/2014/main" id="{68D61B52-018A-1D34-71FB-6F7AB1D769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4175" y="1323975"/>
            <a:ext cx="6291263" cy="434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4">
            <a:extLst>
              <a:ext uri="{FF2B5EF4-FFF2-40B4-BE49-F238E27FC236}">
                <a16:creationId xmlns:a16="http://schemas.microsoft.com/office/drawing/2014/main" id="{4C8493FE-D42C-21BF-8BFE-C6A6BAE7AE68}"/>
              </a:ext>
            </a:extLst>
          </p:cNvPr>
          <p:cNvSpPr>
            <a:spLocks noGrp="1" noChangeArrowheads="1"/>
          </p:cNvSpPr>
          <p:nvPr>
            <p:ph type="title"/>
          </p:nvPr>
        </p:nvSpPr>
        <p:spPr>
          <a:xfrm>
            <a:off x="1027113" y="204788"/>
            <a:ext cx="7659687" cy="576262"/>
          </a:xfrm>
        </p:spPr>
        <p:txBody>
          <a:bodyPr/>
          <a:lstStyle/>
          <a:p>
            <a:pPr eaLnBrk="1" hangingPunct="1"/>
            <a:r>
              <a:rPr lang="en-US" altLang="en-US"/>
              <a:t>Condition Variables Choices</a:t>
            </a:r>
          </a:p>
        </p:txBody>
      </p:sp>
      <p:sp>
        <p:nvSpPr>
          <p:cNvPr id="95235" name="Rectangle 5">
            <a:extLst>
              <a:ext uri="{FF2B5EF4-FFF2-40B4-BE49-F238E27FC236}">
                <a16:creationId xmlns:a16="http://schemas.microsoft.com/office/drawing/2014/main" id="{E3A29BAD-1F37-FD25-6AA9-89E24D96546A}"/>
              </a:ext>
            </a:extLst>
          </p:cNvPr>
          <p:cNvSpPr>
            <a:spLocks noGrp="1" noChangeArrowheads="1"/>
          </p:cNvSpPr>
          <p:nvPr>
            <p:ph idx="1"/>
          </p:nvPr>
        </p:nvSpPr>
        <p:spPr>
          <a:xfrm>
            <a:off x="869950" y="1179513"/>
            <a:ext cx="7824788" cy="4713287"/>
          </a:xfrm>
        </p:spPr>
        <p:txBody>
          <a:bodyPr/>
          <a:lstStyle/>
          <a:p>
            <a:r>
              <a:rPr lang="en-US" altLang="en-US"/>
              <a:t>If process P invokes </a:t>
            </a:r>
            <a:r>
              <a:rPr lang="en-US" altLang="en-US" sz="2000" b="1">
                <a:solidFill>
                  <a:srgbClr val="000000"/>
                </a:solidFill>
                <a:latin typeface="Courier New" panose="02070309020205020404" pitchFamily="49" charset="0"/>
                <a:cs typeface="Courier New" panose="02070309020205020404" pitchFamily="49" charset="0"/>
              </a:rPr>
              <a:t>x.signal(),</a:t>
            </a:r>
            <a:r>
              <a:rPr lang="en-US" altLang="en-US" sz="2000">
                <a:cs typeface="Courier New" panose="02070309020205020404" pitchFamily="49" charset="0"/>
              </a:rPr>
              <a:t> </a:t>
            </a:r>
            <a:r>
              <a:rPr lang="en-US" altLang="en-US"/>
              <a:t>and</a:t>
            </a:r>
            <a:r>
              <a:rPr lang="en-US" altLang="en-US" sz="2000">
                <a:cs typeface="Courier New" panose="02070309020205020404" pitchFamily="49" charset="0"/>
              </a:rPr>
              <a:t> </a:t>
            </a:r>
            <a:r>
              <a:rPr lang="en-US" altLang="en-US"/>
              <a:t>process Q is suspended in </a:t>
            </a:r>
            <a:r>
              <a:rPr lang="en-US" altLang="en-US" sz="2000" b="1">
                <a:solidFill>
                  <a:srgbClr val="000000"/>
                </a:solidFill>
                <a:latin typeface="Courier New" panose="02070309020205020404" pitchFamily="49" charset="0"/>
                <a:cs typeface="Courier New" panose="02070309020205020404" pitchFamily="49" charset="0"/>
              </a:rPr>
              <a:t>x.wait()</a:t>
            </a:r>
            <a:r>
              <a:rPr lang="en-US" altLang="en-US"/>
              <a:t>, what should happen next?</a:t>
            </a:r>
          </a:p>
          <a:p>
            <a:pPr lvl="1"/>
            <a:r>
              <a:rPr lang="en-US" altLang="en-US"/>
              <a:t>Both Q and P cannot execute in paralel. If Q is resumed, then P must wait</a:t>
            </a:r>
          </a:p>
          <a:p>
            <a:r>
              <a:rPr lang="en-US" altLang="en-US"/>
              <a:t>Options include</a:t>
            </a:r>
          </a:p>
          <a:p>
            <a:pPr lvl="1"/>
            <a:r>
              <a:rPr lang="en-US" altLang="en-US" b="1"/>
              <a:t>Signal and wait </a:t>
            </a:r>
            <a:r>
              <a:rPr lang="en-US" altLang="en-US"/>
              <a:t>– P waits until Q either leaves the monitor or it waits for another condition</a:t>
            </a:r>
          </a:p>
          <a:p>
            <a:pPr lvl="1"/>
            <a:r>
              <a:rPr lang="en-US" altLang="en-US" b="1"/>
              <a:t>Signal and continue </a:t>
            </a:r>
            <a:r>
              <a:rPr lang="en-US" altLang="en-US"/>
              <a:t>– Q waits until P either leaves the monitor or it  waits for another condition</a:t>
            </a:r>
          </a:p>
          <a:p>
            <a:pPr lvl="1"/>
            <a:r>
              <a:rPr lang="en-US" altLang="en-US"/>
              <a:t>Both have pros and cons – language implementer can decide</a:t>
            </a:r>
          </a:p>
          <a:p>
            <a:pPr lvl="1"/>
            <a:r>
              <a:rPr lang="en-US" altLang="en-US"/>
              <a:t>Monitors implemented in Concurrent Pascal compromise</a:t>
            </a:r>
          </a:p>
          <a:p>
            <a:pPr lvl="2"/>
            <a:r>
              <a:rPr lang="en-US" altLang="en-US"/>
              <a:t>P executing </a:t>
            </a:r>
            <a:r>
              <a:rPr lang="en-US" altLang="en-US" sz="2000"/>
              <a:t>signal</a:t>
            </a:r>
            <a:r>
              <a:rPr lang="en-US" altLang="en-US"/>
              <a:t> immediately leaves the monitor, Q is resumed</a:t>
            </a:r>
          </a:p>
          <a:p>
            <a:pPr lvl="1"/>
            <a:r>
              <a:rPr lang="en-US" altLang="en-US"/>
              <a:t>Implemented in other languages including Mesa, C#, Java</a:t>
            </a:r>
          </a:p>
          <a:p>
            <a:endParaRPr lang="en-US" alt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a:extLst>
              <a:ext uri="{FF2B5EF4-FFF2-40B4-BE49-F238E27FC236}">
                <a16:creationId xmlns:a16="http://schemas.microsoft.com/office/drawing/2014/main" id="{794C4347-0010-82C8-3722-DDC61092A616}"/>
              </a:ext>
            </a:extLst>
          </p:cNvPr>
          <p:cNvSpPr>
            <a:spLocks noGrp="1" noChangeArrowheads="1"/>
          </p:cNvSpPr>
          <p:nvPr>
            <p:ph type="title"/>
          </p:nvPr>
        </p:nvSpPr>
        <p:spPr>
          <a:xfrm>
            <a:off x="944563" y="90488"/>
            <a:ext cx="8077200" cy="609600"/>
          </a:xfrm>
        </p:spPr>
        <p:txBody>
          <a:bodyPr/>
          <a:lstStyle/>
          <a:p>
            <a:pPr eaLnBrk="1" hangingPunct="1"/>
            <a:r>
              <a:rPr lang="en-US" altLang="en-US" sz="2800"/>
              <a:t>Monitor Solution to Dining Philosophers</a:t>
            </a:r>
          </a:p>
        </p:txBody>
      </p:sp>
      <p:sp>
        <p:nvSpPr>
          <p:cNvPr id="97283" name="Rectangle 3">
            <a:extLst>
              <a:ext uri="{FF2B5EF4-FFF2-40B4-BE49-F238E27FC236}">
                <a16:creationId xmlns:a16="http://schemas.microsoft.com/office/drawing/2014/main" id="{D77F4079-5BEA-7D31-55E3-C2CF108F0DE9}"/>
              </a:ext>
            </a:extLst>
          </p:cNvPr>
          <p:cNvSpPr>
            <a:spLocks noGrp="1" noChangeArrowheads="1"/>
          </p:cNvSpPr>
          <p:nvPr>
            <p:ph idx="1"/>
          </p:nvPr>
        </p:nvSpPr>
        <p:spPr>
          <a:xfrm>
            <a:off x="1146175" y="979488"/>
            <a:ext cx="7345363" cy="5384800"/>
          </a:xfrm>
        </p:spPr>
        <p:txBody>
          <a:bodyPr/>
          <a:lstStyle/>
          <a:p>
            <a:pPr>
              <a:lnSpc>
                <a:spcPct val="80000"/>
              </a:lnSpc>
              <a:buFont typeface="Monotype Sorts" pitchFamily="-84" charset="2"/>
              <a:buNone/>
            </a:pPr>
            <a:r>
              <a:rPr lang="en-US" altLang="en-US" sz="1600">
                <a:solidFill>
                  <a:srgbClr val="000000"/>
                </a:solidFill>
                <a:latin typeface="Courier New" panose="02070309020205020404" pitchFamily="49" charset="0"/>
                <a:cs typeface="Courier New" panose="02070309020205020404" pitchFamily="49" charset="0"/>
              </a:rPr>
              <a:t>monitor DiningPhilosophers</a:t>
            </a:r>
          </a:p>
          <a:p>
            <a:pPr>
              <a:lnSpc>
                <a:spcPct val="80000"/>
              </a:lnSpc>
              <a:buFont typeface="Monotype Sorts" pitchFamily="-84" charset="2"/>
              <a:buNone/>
            </a:pPr>
            <a:r>
              <a:rPr lang="en-US" altLang="en-US" sz="1600">
                <a:solidFill>
                  <a:srgbClr val="000000"/>
                </a:solidFill>
                <a:latin typeface="Courier New" panose="02070309020205020404" pitchFamily="49" charset="0"/>
                <a:cs typeface="Courier New" panose="02070309020205020404" pitchFamily="49" charset="0"/>
              </a:rPr>
              <a:t>{ </a:t>
            </a:r>
          </a:p>
          <a:p>
            <a:pPr>
              <a:lnSpc>
                <a:spcPct val="80000"/>
              </a:lnSpc>
              <a:buFont typeface="Monotype Sorts" pitchFamily="-84" charset="2"/>
              <a:buNone/>
            </a:pPr>
            <a:r>
              <a:rPr lang="en-US" altLang="en-US" sz="1600">
                <a:solidFill>
                  <a:srgbClr val="000000"/>
                </a:solidFill>
                <a:latin typeface="Courier New" panose="02070309020205020404" pitchFamily="49" charset="0"/>
                <a:cs typeface="Courier New" panose="02070309020205020404" pitchFamily="49" charset="0"/>
              </a:rPr>
              <a:t>	enum { THINKING; HUNGRY, EATING) state [5] ;</a:t>
            </a:r>
          </a:p>
          <a:p>
            <a:pPr>
              <a:lnSpc>
                <a:spcPct val="80000"/>
              </a:lnSpc>
              <a:buFont typeface="Monotype Sorts" pitchFamily="-84" charset="2"/>
              <a:buNone/>
            </a:pPr>
            <a:r>
              <a:rPr lang="en-US" altLang="en-US" sz="1600">
                <a:solidFill>
                  <a:srgbClr val="000000"/>
                </a:solidFill>
                <a:latin typeface="Courier New" panose="02070309020205020404" pitchFamily="49" charset="0"/>
                <a:cs typeface="Courier New" panose="02070309020205020404" pitchFamily="49" charset="0"/>
              </a:rPr>
              <a:t>	condition self [5];</a:t>
            </a:r>
          </a:p>
          <a:p>
            <a:pPr>
              <a:lnSpc>
                <a:spcPct val="80000"/>
              </a:lnSpc>
              <a:buFont typeface="Monotype Sorts" pitchFamily="-84" charset="2"/>
              <a:buNone/>
            </a:pPr>
            <a:endParaRPr lang="en-US" altLang="en-US" sz="1600">
              <a:solidFill>
                <a:srgbClr val="000000"/>
              </a:solidFill>
              <a:latin typeface="Courier New" panose="02070309020205020404" pitchFamily="49" charset="0"/>
              <a:cs typeface="Courier New" panose="02070309020205020404" pitchFamily="49" charset="0"/>
            </a:endParaRPr>
          </a:p>
          <a:p>
            <a:pPr>
              <a:lnSpc>
                <a:spcPct val="80000"/>
              </a:lnSpc>
              <a:buFont typeface="Monotype Sorts" pitchFamily="-84" charset="2"/>
              <a:buNone/>
            </a:pPr>
            <a:r>
              <a:rPr lang="en-US" altLang="en-US" sz="1600">
                <a:solidFill>
                  <a:srgbClr val="000000"/>
                </a:solidFill>
                <a:latin typeface="Courier New" panose="02070309020205020404" pitchFamily="49" charset="0"/>
                <a:cs typeface="Courier New" panose="02070309020205020404" pitchFamily="49" charset="0"/>
              </a:rPr>
              <a:t>	void pickup (int i) { </a:t>
            </a:r>
          </a:p>
          <a:p>
            <a:pPr>
              <a:lnSpc>
                <a:spcPct val="80000"/>
              </a:lnSpc>
              <a:buFont typeface="Monotype Sorts" pitchFamily="-84" charset="2"/>
              <a:buNone/>
            </a:pPr>
            <a:r>
              <a:rPr lang="en-US" altLang="en-US" sz="1600">
                <a:solidFill>
                  <a:srgbClr val="000000"/>
                </a:solidFill>
                <a:latin typeface="Courier New" panose="02070309020205020404" pitchFamily="49" charset="0"/>
                <a:cs typeface="Courier New" panose="02070309020205020404" pitchFamily="49" charset="0"/>
              </a:rPr>
              <a:t>	       state[i] = HUNGRY;</a:t>
            </a:r>
          </a:p>
          <a:p>
            <a:pPr>
              <a:lnSpc>
                <a:spcPct val="80000"/>
              </a:lnSpc>
              <a:buFont typeface="Monotype Sorts" pitchFamily="-84" charset="2"/>
              <a:buNone/>
            </a:pPr>
            <a:r>
              <a:rPr lang="en-US" altLang="en-US" sz="1600">
                <a:solidFill>
                  <a:srgbClr val="000000"/>
                </a:solidFill>
                <a:latin typeface="Courier New" panose="02070309020205020404" pitchFamily="49" charset="0"/>
                <a:cs typeface="Courier New" panose="02070309020205020404" pitchFamily="49" charset="0"/>
              </a:rPr>
              <a:t>	       test(i);</a:t>
            </a:r>
          </a:p>
          <a:p>
            <a:pPr>
              <a:lnSpc>
                <a:spcPct val="80000"/>
              </a:lnSpc>
              <a:buFont typeface="Monotype Sorts" pitchFamily="-84" charset="2"/>
              <a:buNone/>
            </a:pPr>
            <a:r>
              <a:rPr lang="en-US" altLang="en-US" sz="1600">
                <a:solidFill>
                  <a:srgbClr val="000000"/>
                </a:solidFill>
                <a:latin typeface="Courier New" panose="02070309020205020404" pitchFamily="49" charset="0"/>
                <a:cs typeface="Courier New" panose="02070309020205020404" pitchFamily="49" charset="0"/>
              </a:rPr>
              <a:t>	       if (state[i] != EATING) self[i].wait;</a:t>
            </a:r>
          </a:p>
          <a:p>
            <a:pPr>
              <a:lnSpc>
                <a:spcPct val="80000"/>
              </a:lnSpc>
              <a:buFont typeface="Monotype Sorts" pitchFamily="-84" charset="2"/>
              <a:buNone/>
            </a:pPr>
            <a:r>
              <a:rPr lang="en-US" altLang="en-US" sz="1600">
                <a:solidFill>
                  <a:srgbClr val="000000"/>
                </a:solidFill>
                <a:latin typeface="Courier New" panose="02070309020205020404" pitchFamily="49" charset="0"/>
                <a:cs typeface="Courier New" panose="02070309020205020404" pitchFamily="49" charset="0"/>
              </a:rPr>
              <a:t>}</a:t>
            </a:r>
          </a:p>
          <a:p>
            <a:pPr>
              <a:lnSpc>
                <a:spcPct val="80000"/>
              </a:lnSpc>
              <a:buFont typeface="Monotype Sorts" pitchFamily="-84" charset="2"/>
              <a:buNone/>
            </a:pPr>
            <a:r>
              <a:rPr lang="en-US" altLang="en-US" sz="1600">
                <a:solidFill>
                  <a:srgbClr val="000000"/>
                </a:solidFill>
                <a:latin typeface="Courier New" panose="02070309020205020404" pitchFamily="49" charset="0"/>
                <a:cs typeface="Courier New" panose="02070309020205020404" pitchFamily="49" charset="0"/>
              </a:rPr>
              <a:t>	</a:t>
            </a:r>
          </a:p>
          <a:p>
            <a:pPr>
              <a:lnSpc>
                <a:spcPct val="80000"/>
              </a:lnSpc>
              <a:buFont typeface="Monotype Sorts" pitchFamily="-84" charset="2"/>
              <a:buNone/>
            </a:pPr>
            <a:r>
              <a:rPr lang="en-US" altLang="en-US" sz="1600">
                <a:solidFill>
                  <a:srgbClr val="000000"/>
                </a:solidFill>
                <a:latin typeface="Courier New" panose="02070309020205020404" pitchFamily="49" charset="0"/>
                <a:cs typeface="Courier New" panose="02070309020205020404" pitchFamily="49" charset="0"/>
              </a:rPr>
              <a:t>   void putdown (int i) { </a:t>
            </a:r>
          </a:p>
          <a:p>
            <a:pPr>
              <a:lnSpc>
                <a:spcPct val="80000"/>
              </a:lnSpc>
              <a:buFont typeface="Monotype Sorts" pitchFamily="-84" charset="2"/>
              <a:buNone/>
            </a:pPr>
            <a:r>
              <a:rPr lang="en-US" altLang="en-US" sz="1600">
                <a:solidFill>
                  <a:srgbClr val="000000"/>
                </a:solidFill>
                <a:latin typeface="Courier New" panose="02070309020205020404" pitchFamily="49" charset="0"/>
                <a:cs typeface="Courier New" panose="02070309020205020404" pitchFamily="49" charset="0"/>
              </a:rPr>
              <a:t>	       state[i] = THINKING;</a:t>
            </a:r>
          </a:p>
          <a:p>
            <a:pPr>
              <a:lnSpc>
                <a:spcPct val="80000"/>
              </a:lnSpc>
              <a:buFont typeface="Monotype Sorts" pitchFamily="-84" charset="2"/>
              <a:buNone/>
            </a:pPr>
            <a:r>
              <a:rPr lang="en-US" altLang="en-US" sz="1600">
                <a:solidFill>
                  <a:srgbClr val="000000"/>
                </a:solidFill>
                <a:latin typeface="Courier New" panose="02070309020205020404" pitchFamily="49" charset="0"/>
                <a:cs typeface="Courier New" panose="02070309020205020404" pitchFamily="49" charset="0"/>
              </a:rPr>
              <a:t>                   // test left and right neighbors</a:t>
            </a:r>
          </a:p>
          <a:p>
            <a:pPr>
              <a:lnSpc>
                <a:spcPct val="80000"/>
              </a:lnSpc>
              <a:buFont typeface="Monotype Sorts" pitchFamily="-84" charset="2"/>
              <a:buNone/>
            </a:pPr>
            <a:r>
              <a:rPr lang="en-US" altLang="en-US" sz="1600">
                <a:solidFill>
                  <a:srgbClr val="000000"/>
                </a:solidFill>
                <a:latin typeface="Courier New" panose="02070309020205020404" pitchFamily="49" charset="0"/>
                <a:cs typeface="Courier New" panose="02070309020205020404" pitchFamily="49" charset="0"/>
              </a:rPr>
              <a:t>	        test((i + 4) % 5);</a:t>
            </a:r>
          </a:p>
          <a:p>
            <a:pPr>
              <a:lnSpc>
                <a:spcPct val="80000"/>
              </a:lnSpc>
              <a:buFont typeface="Monotype Sorts" pitchFamily="-84" charset="2"/>
              <a:buNone/>
            </a:pPr>
            <a:r>
              <a:rPr lang="en-US" altLang="en-US" sz="1600">
                <a:solidFill>
                  <a:srgbClr val="000000"/>
                </a:solidFill>
                <a:latin typeface="Courier New" panose="02070309020205020404" pitchFamily="49" charset="0"/>
                <a:cs typeface="Courier New" panose="02070309020205020404" pitchFamily="49" charset="0"/>
              </a:rPr>
              <a:t>	        test((i + 1) % 5);</a:t>
            </a:r>
          </a:p>
          <a:p>
            <a:pPr>
              <a:lnSpc>
                <a:spcPct val="80000"/>
              </a:lnSpc>
              <a:buFont typeface="Monotype Sorts" pitchFamily="-84" charset="2"/>
              <a:buNone/>
            </a:pPr>
            <a:r>
              <a:rPr lang="en-US" altLang="en-US" sz="1600">
                <a:solidFill>
                  <a:srgbClr val="000000"/>
                </a:solidFill>
                <a:latin typeface="Courier New" panose="02070309020205020404" pitchFamily="49" charset="0"/>
                <a:cs typeface="Courier New" panose="02070309020205020404" pitchFamily="49" charset="0"/>
              </a:rPr>
              <a:t>}</a:t>
            </a:r>
          </a:p>
          <a:p>
            <a:pPr>
              <a:lnSpc>
                <a:spcPct val="80000"/>
              </a:lnSpc>
              <a:buFont typeface="Monotype Sorts" pitchFamily="-84" charset="2"/>
              <a:buNone/>
            </a:pPr>
            <a:r>
              <a:rPr lang="en-US" altLang="en-US" sz="1600">
                <a:solidFill>
                  <a:srgbClr val="0000FF"/>
                </a:solidFill>
              </a:rPr>
              <a:t>	</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a:extLst>
              <a:ext uri="{FF2B5EF4-FFF2-40B4-BE49-F238E27FC236}">
                <a16:creationId xmlns:a16="http://schemas.microsoft.com/office/drawing/2014/main" id="{F533813F-48CD-DAE2-F099-719CEA366662}"/>
              </a:ext>
            </a:extLst>
          </p:cNvPr>
          <p:cNvSpPr>
            <a:spLocks noGrp="1" noChangeArrowheads="1"/>
          </p:cNvSpPr>
          <p:nvPr>
            <p:ph type="title"/>
          </p:nvPr>
        </p:nvSpPr>
        <p:spPr>
          <a:xfrm>
            <a:off x="1281113" y="123825"/>
            <a:ext cx="7916862" cy="638175"/>
          </a:xfrm>
        </p:spPr>
        <p:txBody>
          <a:bodyPr/>
          <a:lstStyle/>
          <a:p>
            <a:pPr eaLnBrk="1" hangingPunct="1"/>
            <a:r>
              <a:rPr lang="en-US" altLang="en-US"/>
              <a:t>Solution to Dining Philosophers (Cont.)</a:t>
            </a:r>
          </a:p>
        </p:txBody>
      </p:sp>
      <p:sp>
        <p:nvSpPr>
          <p:cNvPr id="99331" name="Rectangle 3">
            <a:extLst>
              <a:ext uri="{FF2B5EF4-FFF2-40B4-BE49-F238E27FC236}">
                <a16:creationId xmlns:a16="http://schemas.microsoft.com/office/drawing/2014/main" id="{ADD7FAEB-24BA-6EF8-58FB-08B769CA1959}"/>
              </a:ext>
            </a:extLst>
          </p:cNvPr>
          <p:cNvSpPr>
            <a:spLocks noGrp="1" noChangeArrowheads="1"/>
          </p:cNvSpPr>
          <p:nvPr>
            <p:ph idx="1"/>
          </p:nvPr>
        </p:nvSpPr>
        <p:spPr>
          <a:xfrm>
            <a:off x="1160463" y="944563"/>
            <a:ext cx="6908800" cy="5268912"/>
          </a:xfrm>
        </p:spPr>
        <p:txBody>
          <a:bodyPr/>
          <a:lstStyle/>
          <a:p>
            <a:pPr>
              <a:lnSpc>
                <a:spcPct val="80000"/>
              </a:lnSpc>
              <a:buFont typeface="Monotype Sorts" pitchFamily="-84" charset="2"/>
              <a:buNone/>
            </a:pPr>
            <a:endParaRPr lang="en-US" altLang="en-US" sz="1600">
              <a:solidFill>
                <a:srgbClr val="000000"/>
              </a:solidFill>
              <a:latin typeface="Courier New" panose="02070309020205020404" pitchFamily="49" charset="0"/>
              <a:cs typeface="Courier New" panose="02070309020205020404" pitchFamily="49" charset="0"/>
            </a:endParaRPr>
          </a:p>
          <a:p>
            <a:pPr>
              <a:lnSpc>
                <a:spcPct val="80000"/>
              </a:lnSpc>
              <a:buFont typeface="Monotype Sorts" pitchFamily="-84" charset="2"/>
              <a:buNone/>
            </a:pPr>
            <a:r>
              <a:rPr lang="en-US" altLang="en-US" sz="1600">
                <a:solidFill>
                  <a:srgbClr val="000000"/>
                </a:solidFill>
                <a:latin typeface="Courier New" panose="02070309020205020404" pitchFamily="49" charset="0"/>
                <a:cs typeface="Courier New" panose="02070309020205020404" pitchFamily="49" charset="0"/>
              </a:rPr>
              <a:t>	void test (int i) { </a:t>
            </a:r>
          </a:p>
          <a:p>
            <a:pPr>
              <a:lnSpc>
                <a:spcPct val="80000"/>
              </a:lnSpc>
              <a:buFont typeface="Monotype Sorts" pitchFamily="-84" charset="2"/>
              <a:buNone/>
            </a:pPr>
            <a:r>
              <a:rPr lang="en-US" altLang="en-US" sz="1600">
                <a:solidFill>
                  <a:srgbClr val="000000"/>
                </a:solidFill>
                <a:latin typeface="Courier New" panose="02070309020205020404" pitchFamily="49" charset="0"/>
                <a:cs typeface="Courier New" panose="02070309020205020404" pitchFamily="49" charset="0"/>
              </a:rPr>
              <a:t>	        if ((state[(i + 4) % 5] != EATING) &amp;&amp;</a:t>
            </a:r>
          </a:p>
          <a:p>
            <a:pPr>
              <a:lnSpc>
                <a:spcPct val="80000"/>
              </a:lnSpc>
              <a:buFont typeface="Monotype Sorts" pitchFamily="-84" charset="2"/>
              <a:buNone/>
            </a:pPr>
            <a:r>
              <a:rPr lang="en-US" altLang="en-US" sz="1600">
                <a:solidFill>
                  <a:srgbClr val="000000"/>
                </a:solidFill>
                <a:latin typeface="Courier New" panose="02070309020205020404" pitchFamily="49" charset="0"/>
                <a:cs typeface="Courier New" panose="02070309020205020404" pitchFamily="49" charset="0"/>
              </a:rPr>
              <a:t>	        (state[i] == HUNGRY) &amp;&amp;</a:t>
            </a:r>
          </a:p>
          <a:p>
            <a:pPr>
              <a:lnSpc>
                <a:spcPct val="80000"/>
              </a:lnSpc>
              <a:buFont typeface="Monotype Sorts" pitchFamily="-84" charset="2"/>
              <a:buNone/>
            </a:pPr>
            <a:r>
              <a:rPr lang="en-US" altLang="en-US" sz="1600">
                <a:solidFill>
                  <a:srgbClr val="000000"/>
                </a:solidFill>
                <a:latin typeface="Courier New" panose="02070309020205020404" pitchFamily="49" charset="0"/>
                <a:cs typeface="Courier New" panose="02070309020205020404" pitchFamily="49" charset="0"/>
              </a:rPr>
              <a:t>	        (state[(i + 1) % 5] != EATING) ) { </a:t>
            </a:r>
          </a:p>
          <a:p>
            <a:pPr>
              <a:lnSpc>
                <a:spcPct val="80000"/>
              </a:lnSpc>
              <a:buFont typeface="Monotype Sorts" pitchFamily="-84" charset="2"/>
              <a:buNone/>
            </a:pPr>
            <a:r>
              <a:rPr lang="en-US" altLang="en-US" sz="1600">
                <a:solidFill>
                  <a:srgbClr val="000000"/>
                </a:solidFill>
                <a:latin typeface="Courier New" panose="02070309020205020404" pitchFamily="49" charset="0"/>
                <a:cs typeface="Courier New" panose="02070309020205020404" pitchFamily="49" charset="0"/>
              </a:rPr>
              <a:t>	             state[i] = EATING ;</a:t>
            </a:r>
          </a:p>
          <a:p>
            <a:pPr>
              <a:lnSpc>
                <a:spcPct val="80000"/>
              </a:lnSpc>
              <a:buFont typeface="Monotype Sorts" pitchFamily="-84" charset="2"/>
              <a:buNone/>
            </a:pPr>
            <a:r>
              <a:rPr lang="en-US" altLang="en-US" sz="1600">
                <a:solidFill>
                  <a:srgbClr val="000000"/>
                </a:solidFill>
                <a:latin typeface="Courier New" panose="02070309020205020404" pitchFamily="49" charset="0"/>
                <a:cs typeface="Courier New" panose="02070309020205020404" pitchFamily="49" charset="0"/>
              </a:rPr>
              <a:t>		    self[i].signal () ;</a:t>
            </a:r>
          </a:p>
          <a:p>
            <a:pPr>
              <a:lnSpc>
                <a:spcPct val="80000"/>
              </a:lnSpc>
              <a:buFont typeface="Monotype Sorts" pitchFamily="-84" charset="2"/>
              <a:buNone/>
            </a:pPr>
            <a:r>
              <a:rPr lang="en-US" altLang="en-US" sz="1600">
                <a:solidFill>
                  <a:srgbClr val="000000"/>
                </a:solidFill>
                <a:latin typeface="Courier New" panose="02070309020205020404" pitchFamily="49" charset="0"/>
                <a:cs typeface="Courier New" panose="02070309020205020404" pitchFamily="49" charset="0"/>
              </a:rPr>
              <a:t>	        }</a:t>
            </a:r>
          </a:p>
          <a:p>
            <a:pPr>
              <a:lnSpc>
                <a:spcPct val="80000"/>
              </a:lnSpc>
              <a:buFont typeface="Monotype Sorts" pitchFamily="-84" charset="2"/>
              <a:buNone/>
            </a:pPr>
            <a:r>
              <a:rPr lang="en-US" altLang="en-US" sz="1600">
                <a:solidFill>
                  <a:srgbClr val="000000"/>
                </a:solidFill>
                <a:latin typeface="Courier New" panose="02070309020205020404" pitchFamily="49" charset="0"/>
                <a:cs typeface="Courier New" panose="02070309020205020404" pitchFamily="49" charset="0"/>
              </a:rPr>
              <a:t>   }</a:t>
            </a:r>
          </a:p>
          <a:p>
            <a:pPr>
              <a:lnSpc>
                <a:spcPct val="80000"/>
              </a:lnSpc>
              <a:buFont typeface="Monotype Sorts" pitchFamily="-84" charset="2"/>
              <a:buNone/>
            </a:pPr>
            <a:endParaRPr lang="en-US" altLang="en-US" sz="1600">
              <a:solidFill>
                <a:srgbClr val="000000"/>
              </a:solidFill>
              <a:latin typeface="Courier New" panose="02070309020205020404" pitchFamily="49" charset="0"/>
              <a:cs typeface="Courier New" panose="02070309020205020404" pitchFamily="49" charset="0"/>
            </a:endParaRPr>
          </a:p>
          <a:p>
            <a:pPr>
              <a:lnSpc>
                <a:spcPct val="80000"/>
              </a:lnSpc>
              <a:buFont typeface="Monotype Sorts" pitchFamily="-84" charset="2"/>
              <a:buNone/>
            </a:pPr>
            <a:r>
              <a:rPr lang="en-US" altLang="en-US" sz="1600">
                <a:solidFill>
                  <a:srgbClr val="000000"/>
                </a:solidFill>
                <a:latin typeface="Courier New" panose="02070309020205020404" pitchFamily="49" charset="0"/>
                <a:cs typeface="Courier New" panose="02070309020205020404" pitchFamily="49" charset="0"/>
              </a:rPr>
              <a:t>       initialization_code() { </a:t>
            </a:r>
          </a:p>
          <a:p>
            <a:pPr>
              <a:lnSpc>
                <a:spcPct val="80000"/>
              </a:lnSpc>
              <a:buFont typeface="Monotype Sorts" pitchFamily="-84" charset="2"/>
              <a:buNone/>
            </a:pPr>
            <a:r>
              <a:rPr lang="en-US" altLang="en-US" sz="1600">
                <a:solidFill>
                  <a:srgbClr val="000000"/>
                </a:solidFill>
                <a:latin typeface="Courier New" panose="02070309020205020404" pitchFamily="49" charset="0"/>
                <a:cs typeface="Courier New" panose="02070309020205020404" pitchFamily="49" charset="0"/>
              </a:rPr>
              <a:t>	       for (int i = 0; i &lt; 5; i++)</a:t>
            </a:r>
          </a:p>
          <a:p>
            <a:pPr>
              <a:lnSpc>
                <a:spcPct val="80000"/>
              </a:lnSpc>
              <a:buFont typeface="Monotype Sorts" pitchFamily="-84" charset="2"/>
              <a:buNone/>
            </a:pPr>
            <a:r>
              <a:rPr lang="en-US" altLang="en-US" sz="1600">
                <a:solidFill>
                  <a:srgbClr val="000000"/>
                </a:solidFill>
                <a:latin typeface="Courier New" panose="02070309020205020404" pitchFamily="49" charset="0"/>
                <a:cs typeface="Courier New" panose="02070309020205020404" pitchFamily="49" charset="0"/>
              </a:rPr>
              <a:t>	       state[i] = THINKING;</a:t>
            </a:r>
          </a:p>
          <a:p>
            <a:pPr>
              <a:lnSpc>
                <a:spcPct val="80000"/>
              </a:lnSpc>
              <a:buFont typeface="Monotype Sorts" pitchFamily="-84" charset="2"/>
              <a:buNone/>
            </a:pPr>
            <a:r>
              <a:rPr lang="en-US" altLang="en-US" sz="1600">
                <a:solidFill>
                  <a:srgbClr val="000000"/>
                </a:solidFill>
                <a:latin typeface="Courier New" panose="02070309020205020404" pitchFamily="49" charset="0"/>
                <a:cs typeface="Courier New" panose="02070309020205020404" pitchFamily="49" charset="0"/>
              </a:rPr>
              <a:t>	     }</a:t>
            </a:r>
          </a:p>
          <a:p>
            <a:pPr>
              <a:lnSpc>
                <a:spcPct val="80000"/>
              </a:lnSpc>
              <a:buFont typeface="Monotype Sorts" pitchFamily="-84" charset="2"/>
              <a:buNone/>
            </a:pPr>
            <a:r>
              <a:rPr lang="en-US" altLang="en-US" sz="1600">
                <a:solidFill>
                  <a:srgbClr val="000000"/>
                </a:solidFill>
                <a:latin typeface="Courier New" panose="02070309020205020404" pitchFamily="49" charset="0"/>
                <a:cs typeface="Courier New" panose="02070309020205020404" pitchFamily="49" charset="0"/>
              </a:rPr>
              <a:t>}</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3">
            <a:extLst>
              <a:ext uri="{FF2B5EF4-FFF2-40B4-BE49-F238E27FC236}">
                <a16:creationId xmlns:a16="http://schemas.microsoft.com/office/drawing/2014/main" id="{4CC58B41-18A7-6BDE-C2C6-3833DD118B1C}"/>
              </a:ext>
            </a:extLst>
          </p:cNvPr>
          <p:cNvSpPr>
            <a:spLocks noGrp="1" noChangeArrowheads="1"/>
          </p:cNvSpPr>
          <p:nvPr>
            <p:ph idx="1"/>
          </p:nvPr>
        </p:nvSpPr>
        <p:spPr>
          <a:xfrm>
            <a:off x="914400" y="1090613"/>
            <a:ext cx="7445375" cy="5268912"/>
          </a:xfrm>
        </p:spPr>
        <p:txBody>
          <a:bodyPr/>
          <a:lstStyle/>
          <a:p>
            <a:pPr>
              <a:lnSpc>
                <a:spcPct val="80000"/>
              </a:lnSpc>
              <a:buFont typeface="Monotype Sorts" pitchFamily="-84" charset="2"/>
              <a:buNone/>
            </a:pPr>
            <a:endParaRPr lang="en-US" altLang="en-US" sz="1600">
              <a:solidFill>
                <a:srgbClr val="0000FF"/>
              </a:solidFill>
            </a:endParaRPr>
          </a:p>
          <a:p>
            <a:pPr>
              <a:lnSpc>
                <a:spcPct val="80000"/>
              </a:lnSpc>
            </a:pPr>
            <a:r>
              <a:rPr lang="en-US" altLang="en-US"/>
              <a:t>Each philosopher </a:t>
            </a:r>
            <a:r>
              <a:rPr lang="en-US" altLang="en-US" i="1"/>
              <a:t>i </a:t>
            </a:r>
            <a:r>
              <a:rPr lang="en-US" altLang="en-US"/>
              <a:t>invokes the</a:t>
            </a:r>
            <a:r>
              <a:rPr lang="en-US" altLang="en-US" i="1"/>
              <a:t> </a:t>
            </a:r>
            <a:r>
              <a:rPr lang="en-US" altLang="en-US"/>
              <a:t>operations </a:t>
            </a:r>
            <a:r>
              <a:rPr lang="en-US" altLang="en-US" sz="2000" b="1">
                <a:solidFill>
                  <a:srgbClr val="000000"/>
                </a:solidFill>
                <a:latin typeface="Courier New" panose="02070309020205020404" pitchFamily="49" charset="0"/>
                <a:cs typeface="Courier New" panose="02070309020205020404" pitchFamily="49" charset="0"/>
              </a:rPr>
              <a:t>pickup()</a:t>
            </a:r>
            <a:r>
              <a:rPr lang="en-US" altLang="en-US" sz="2000" i="1"/>
              <a:t> </a:t>
            </a:r>
            <a:r>
              <a:rPr lang="en-US" altLang="en-US"/>
              <a:t>and </a:t>
            </a:r>
            <a:r>
              <a:rPr lang="en-US" altLang="en-US" sz="2000" b="1">
                <a:solidFill>
                  <a:srgbClr val="000000"/>
                </a:solidFill>
                <a:latin typeface="Courier New" panose="02070309020205020404" pitchFamily="49" charset="0"/>
                <a:cs typeface="Courier New" panose="02070309020205020404" pitchFamily="49" charset="0"/>
              </a:rPr>
              <a:t>putdown()</a:t>
            </a:r>
            <a:r>
              <a:rPr lang="en-US" altLang="en-US" sz="2000"/>
              <a:t> </a:t>
            </a:r>
            <a:r>
              <a:rPr lang="en-US" altLang="en-US"/>
              <a:t>in the following sequence:</a:t>
            </a:r>
          </a:p>
          <a:p>
            <a:pPr>
              <a:lnSpc>
                <a:spcPct val="80000"/>
              </a:lnSpc>
              <a:buFont typeface="Monotype Sorts" pitchFamily="-84" charset="2"/>
              <a:buNone/>
            </a:pPr>
            <a:endParaRPr lang="en-US" altLang="en-US" b="1">
              <a:solidFill>
                <a:srgbClr val="000000"/>
              </a:solidFill>
              <a:latin typeface="Courier New" panose="02070309020205020404" pitchFamily="49" charset="0"/>
              <a:cs typeface="Courier New" panose="02070309020205020404" pitchFamily="49" charset="0"/>
            </a:endParaRPr>
          </a:p>
          <a:p>
            <a:pPr>
              <a:lnSpc>
                <a:spcPct val="80000"/>
              </a:lnSpc>
              <a:buFont typeface="Monotype Sorts" pitchFamily="-84" charset="2"/>
              <a:buNone/>
            </a:pPr>
            <a:r>
              <a:rPr lang="en-US" altLang="en-US" b="1">
                <a:solidFill>
                  <a:srgbClr val="000000"/>
                </a:solidFill>
                <a:latin typeface="Courier New" panose="02070309020205020404" pitchFamily="49" charset="0"/>
                <a:cs typeface="Courier New" panose="02070309020205020404" pitchFamily="49" charset="0"/>
              </a:rPr>
              <a:t>              </a:t>
            </a:r>
            <a:r>
              <a:rPr lang="en-US" altLang="en-US" sz="2000" b="1">
                <a:solidFill>
                  <a:srgbClr val="000000"/>
                </a:solidFill>
                <a:latin typeface="Courier New" panose="02070309020205020404" pitchFamily="49" charset="0"/>
                <a:cs typeface="Courier New" panose="02070309020205020404" pitchFamily="49" charset="0"/>
              </a:rPr>
              <a:t>DiningPhilosophers.pickup(i)</a:t>
            </a:r>
            <a:r>
              <a:rPr lang="en-US" altLang="en-US" b="1">
                <a:solidFill>
                  <a:srgbClr val="000000"/>
                </a:solidFill>
                <a:latin typeface="Courier New" panose="02070309020205020404" pitchFamily="49" charset="0"/>
                <a:cs typeface="Courier New" panose="02070309020205020404" pitchFamily="49" charset="0"/>
              </a:rPr>
              <a:t>;</a:t>
            </a:r>
          </a:p>
          <a:p>
            <a:pPr>
              <a:lnSpc>
                <a:spcPct val="80000"/>
              </a:lnSpc>
              <a:buFont typeface="Monotype Sorts" pitchFamily="-84" charset="2"/>
              <a:buNone/>
            </a:pPr>
            <a:endParaRPr lang="en-US" altLang="en-US" b="1">
              <a:solidFill>
                <a:srgbClr val="000000"/>
              </a:solidFill>
              <a:latin typeface="Courier New" panose="02070309020205020404" pitchFamily="49" charset="0"/>
              <a:cs typeface="Courier New" panose="02070309020205020404" pitchFamily="49" charset="0"/>
            </a:endParaRPr>
          </a:p>
          <a:p>
            <a:pPr>
              <a:lnSpc>
                <a:spcPct val="80000"/>
              </a:lnSpc>
              <a:buFont typeface="Monotype Sorts" pitchFamily="-84" charset="2"/>
              <a:buNone/>
            </a:pPr>
            <a:r>
              <a:rPr lang="en-US" altLang="en-US" b="1">
                <a:solidFill>
                  <a:srgbClr val="000000"/>
                </a:solidFill>
                <a:latin typeface="Courier New" panose="02070309020205020404" pitchFamily="49" charset="0"/>
                <a:cs typeface="Courier New" panose="02070309020205020404" pitchFamily="49" charset="0"/>
              </a:rPr>
              <a:t>                   EAT</a:t>
            </a:r>
          </a:p>
          <a:p>
            <a:pPr>
              <a:lnSpc>
                <a:spcPct val="80000"/>
              </a:lnSpc>
              <a:buFont typeface="Monotype Sorts" pitchFamily="-84" charset="2"/>
              <a:buNone/>
            </a:pPr>
            <a:endParaRPr lang="en-US" altLang="en-US" b="1">
              <a:solidFill>
                <a:srgbClr val="000000"/>
              </a:solidFill>
              <a:latin typeface="Courier New" panose="02070309020205020404" pitchFamily="49" charset="0"/>
              <a:cs typeface="Courier New" panose="02070309020205020404" pitchFamily="49" charset="0"/>
            </a:endParaRPr>
          </a:p>
          <a:p>
            <a:pPr>
              <a:lnSpc>
                <a:spcPct val="80000"/>
              </a:lnSpc>
              <a:buFont typeface="Monotype Sorts" pitchFamily="-84" charset="2"/>
              <a:buNone/>
            </a:pPr>
            <a:r>
              <a:rPr lang="en-US" altLang="en-US" b="1">
                <a:solidFill>
                  <a:srgbClr val="000000"/>
                </a:solidFill>
                <a:latin typeface="Courier New" panose="02070309020205020404" pitchFamily="49" charset="0"/>
                <a:cs typeface="Courier New" panose="02070309020205020404" pitchFamily="49" charset="0"/>
              </a:rPr>
              <a:t>              </a:t>
            </a:r>
            <a:r>
              <a:rPr lang="en-US" altLang="en-US" sz="2000" b="1">
                <a:solidFill>
                  <a:srgbClr val="000000"/>
                </a:solidFill>
                <a:latin typeface="Courier New" panose="02070309020205020404" pitchFamily="49" charset="0"/>
                <a:cs typeface="Courier New" panose="02070309020205020404" pitchFamily="49" charset="0"/>
              </a:rPr>
              <a:t>DiningPhilosophers.putdown(i)</a:t>
            </a:r>
            <a:r>
              <a:rPr lang="en-US" altLang="en-US" b="1">
                <a:solidFill>
                  <a:srgbClr val="000000"/>
                </a:solidFill>
                <a:latin typeface="Courier New" panose="02070309020205020404" pitchFamily="49" charset="0"/>
                <a:cs typeface="Courier New" panose="02070309020205020404" pitchFamily="49" charset="0"/>
              </a:rPr>
              <a:t>;</a:t>
            </a:r>
          </a:p>
          <a:p>
            <a:pPr>
              <a:lnSpc>
                <a:spcPct val="80000"/>
              </a:lnSpc>
              <a:buFont typeface="Monotype Sorts" pitchFamily="-84" charset="2"/>
              <a:buNone/>
            </a:pPr>
            <a:endParaRPr lang="en-US" altLang="en-US">
              <a:solidFill>
                <a:srgbClr val="0000FF"/>
              </a:solidFill>
            </a:endParaRPr>
          </a:p>
          <a:p>
            <a:pPr>
              <a:lnSpc>
                <a:spcPct val="80000"/>
              </a:lnSpc>
            </a:pPr>
            <a:r>
              <a:rPr lang="en-US" altLang="en-US"/>
              <a:t>No deadlock, but starvation is possible</a:t>
            </a:r>
          </a:p>
          <a:p>
            <a:pPr>
              <a:lnSpc>
                <a:spcPct val="80000"/>
              </a:lnSpc>
              <a:buFont typeface="Monotype Sorts" pitchFamily="-84" charset="2"/>
              <a:buNone/>
            </a:pPr>
            <a:endParaRPr lang="en-US" altLang="en-US">
              <a:solidFill>
                <a:srgbClr val="0000FF"/>
              </a:solidFill>
            </a:endParaRPr>
          </a:p>
          <a:p>
            <a:pPr>
              <a:lnSpc>
                <a:spcPct val="80000"/>
              </a:lnSpc>
              <a:buFont typeface="Monotype Sorts" pitchFamily="-84" charset="2"/>
              <a:buNone/>
            </a:pPr>
            <a:endParaRPr lang="en-US" altLang="en-US">
              <a:solidFill>
                <a:srgbClr val="0000FF"/>
              </a:solidFill>
            </a:endParaRPr>
          </a:p>
          <a:p>
            <a:pPr>
              <a:lnSpc>
                <a:spcPct val="80000"/>
              </a:lnSpc>
              <a:buFont typeface="Monotype Sorts" pitchFamily="-84" charset="2"/>
              <a:buNone/>
            </a:pPr>
            <a:r>
              <a:rPr lang="en-US" altLang="en-US" i="1">
                <a:solidFill>
                  <a:srgbClr val="0000FF"/>
                </a:solidFill>
              </a:rPr>
              <a:t>       </a:t>
            </a:r>
          </a:p>
        </p:txBody>
      </p:sp>
      <p:sp>
        <p:nvSpPr>
          <p:cNvPr id="101379" name="Rectangle 2">
            <a:extLst>
              <a:ext uri="{FF2B5EF4-FFF2-40B4-BE49-F238E27FC236}">
                <a16:creationId xmlns:a16="http://schemas.microsoft.com/office/drawing/2014/main" id="{3984E9EC-FA45-2CEE-318D-4F9F716E57DC}"/>
              </a:ext>
            </a:extLst>
          </p:cNvPr>
          <p:cNvSpPr>
            <a:spLocks noChangeArrowheads="1"/>
          </p:cNvSpPr>
          <p:nvPr/>
        </p:nvSpPr>
        <p:spPr bwMode="auto">
          <a:xfrm>
            <a:off x="1238250" y="95250"/>
            <a:ext cx="7916863"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6" tIns="45714" rIns="91426" bIns="45714" anchor="b"/>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r>
              <a:rPr lang="en-US" altLang="en-US" sz="3200" b="1">
                <a:solidFill>
                  <a:srgbClr val="006699"/>
                </a:solidFill>
                <a:latin typeface="Arial" panose="020B0604020202020204" pitchFamily="34" charset="0"/>
              </a:rPr>
              <a:t>Solution to Dining Philosophers (Cont.)</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a:extLst>
              <a:ext uri="{FF2B5EF4-FFF2-40B4-BE49-F238E27FC236}">
                <a16:creationId xmlns:a16="http://schemas.microsoft.com/office/drawing/2014/main" id="{E5C27A44-0E66-D8FB-A1B0-1273E1521BE4}"/>
              </a:ext>
            </a:extLst>
          </p:cNvPr>
          <p:cNvSpPr>
            <a:spLocks noGrp="1" noChangeArrowheads="1"/>
          </p:cNvSpPr>
          <p:nvPr>
            <p:ph type="title"/>
          </p:nvPr>
        </p:nvSpPr>
        <p:spPr>
          <a:xfrm>
            <a:off x="1284288" y="-111125"/>
            <a:ext cx="7715250" cy="844550"/>
          </a:xfrm>
        </p:spPr>
        <p:txBody>
          <a:bodyPr/>
          <a:lstStyle/>
          <a:p>
            <a:pPr eaLnBrk="1" hangingPunct="1"/>
            <a:r>
              <a:rPr lang="en-US" altLang="en-US" sz="2800"/>
              <a:t>Monitor Implementation Using Semaphores</a:t>
            </a:r>
          </a:p>
        </p:txBody>
      </p:sp>
      <p:sp>
        <p:nvSpPr>
          <p:cNvPr id="103427" name="Rectangle 3">
            <a:extLst>
              <a:ext uri="{FF2B5EF4-FFF2-40B4-BE49-F238E27FC236}">
                <a16:creationId xmlns:a16="http://schemas.microsoft.com/office/drawing/2014/main" id="{26290401-8D18-CFC8-2FB2-E155F00BCCB6}"/>
              </a:ext>
            </a:extLst>
          </p:cNvPr>
          <p:cNvSpPr>
            <a:spLocks noGrp="1" noChangeArrowheads="1"/>
          </p:cNvSpPr>
          <p:nvPr>
            <p:ph idx="1"/>
          </p:nvPr>
        </p:nvSpPr>
        <p:spPr>
          <a:xfrm>
            <a:off x="1052513" y="1133475"/>
            <a:ext cx="7043737" cy="4719638"/>
          </a:xfrm>
        </p:spPr>
        <p:txBody>
          <a:bodyPr/>
          <a:lstStyle/>
          <a:p>
            <a:pPr>
              <a:lnSpc>
                <a:spcPct val="80000"/>
              </a:lnSpc>
              <a:tabLst>
                <a:tab pos="1887538" algn="l"/>
                <a:tab pos="2335213" algn="l"/>
                <a:tab pos="2506663" algn="l"/>
              </a:tabLst>
            </a:pPr>
            <a:r>
              <a:rPr lang="en-US" altLang="en-US"/>
              <a:t>Variables </a:t>
            </a:r>
          </a:p>
          <a:p>
            <a:pPr>
              <a:lnSpc>
                <a:spcPct val="80000"/>
              </a:lnSpc>
              <a:buFont typeface="Monotype Sorts" pitchFamily="-84" charset="2"/>
              <a:buNone/>
              <a:tabLst>
                <a:tab pos="1887538" algn="l"/>
                <a:tab pos="2335213" algn="l"/>
                <a:tab pos="2506663" algn="l"/>
              </a:tabLst>
            </a:pPr>
            <a:endParaRPr lang="en-US" altLang="en-US"/>
          </a:p>
          <a:p>
            <a:pPr>
              <a:lnSpc>
                <a:spcPct val="80000"/>
              </a:lnSpc>
              <a:spcBef>
                <a:spcPct val="15000"/>
              </a:spcBef>
              <a:buFont typeface="Monotype Sorts" pitchFamily="-84" charset="2"/>
              <a:buNone/>
              <a:tabLst>
                <a:tab pos="1887538" algn="l"/>
                <a:tab pos="2335213" algn="l"/>
                <a:tab pos="2506663" algn="l"/>
              </a:tabLst>
            </a:pPr>
            <a:r>
              <a:rPr lang="en-US" altLang="en-US" b="1">
                <a:solidFill>
                  <a:srgbClr val="000000"/>
                </a:solidFill>
                <a:latin typeface="Courier New" panose="02070309020205020404" pitchFamily="49" charset="0"/>
                <a:cs typeface="Courier New" panose="02070309020205020404" pitchFamily="49" charset="0"/>
              </a:rPr>
              <a:t>	 semaphore mutex;  // (initially  = 1)</a:t>
            </a:r>
          </a:p>
          <a:p>
            <a:pPr>
              <a:lnSpc>
                <a:spcPct val="80000"/>
              </a:lnSpc>
              <a:spcBef>
                <a:spcPct val="15000"/>
              </a:spcBef>
              <a:buFont typeface="Monotype Sorts" pitchFamily="-84" charset="2"/>
              <a:buNone/>
              <a:tabLst>
                <a:tab pos="1887538" algn="l"/>
                <a:tab pos="2335213" algn="l"/>
                <a:tab pos="2506663" algn="l"/>
              </a:tabLst>
            </a:pPr>
            <a:r>
              <a:rPr lang="en-US" altLang="en-US" b="1">
                <a:solidFill>
                  <a:srgbClr val="000000"/>
                </a:solidFill>
                <a:latin typeface="Courier New" panose="02070309020205020404" pitchFamily="49" charset="0"/>
                <a:cs typeface="Courier New" panose="02070309020205020404" pitchFamily="49" charset="0"/>
              </a:rPr>
              <a:t>	 semaphore next;   // (initially  = 0)</a:t>
            </a:r>
          </a:p>
          <a:p>
            <a:pPr>
              <a:lnSpc>
                <a:spcPct val="80000"/>
              </a:lnSpc>
              <a:spcBef>
                <a:spcPct val="15000"/>
              </a:spcBef>
              <a:buFont typeface="Monotype Sorts" pitchFamily="-84" charset="2"/>
              <a:buNone/>
              <a:tabLst>
                <a:tab pos="1887538" algn="l"/>
                <a:tab pos="2335213" algn="l"/>
                <a:tab pos="2506663" algn="l"/>
              </a:tabLst>
            </a:pPr>
            <a:r>
              <a:rPr lang="en-US" altLang="en-US" b="1">
                <a:solidFill>
                  <a:srgbClr val="000000"/>
                </a:solidFill>
                <a:latin typeface="Courier New" panose="02070309020205020404" pitchFamily="49" charset="0"/>
                <a:cs typeface="Courier New" panose="02070309020205020404" pitchFamily="49" charset="0"/>
              </a:rPr>
              <a:t>	 int next_count = 0;</a:t>
            </a:r>
            <a:br>
              <a:rPr lang="en-US" altLang="en-US" b="1">
                <a:solidFill>
                  <a:srgbClr val="000000"/>
                </a:solidFill>
                <a:latin typeface="Courier New" panose="02070309020205020404" pitchFamily="49" charset="0"/>
                <a:cs typeface="Courier New" panose="02070309020205020404" pitchFamily="49" charset="0"/>
              </a:rPr>
            </a:br>
            <a:endParaRPr lang="en-US" altLang="en-US" b="1">
              <a:solidFill>
                <a:srgbClr val="000000"/>
              </a:solidFill>
              <a:latin typeface="Courier New" panose="02070309020205020404" pitchFamily="49" charset="0"/>
              <a:cs typeface="Courier New" panose="02070309020205020404" pitchFamily="49" charset="0"/>
            </a:endParaRPr>
          </a:p>
          <a:p>
            <a:pPr>
              <a:lnSpc>
                <a:spcPct val="80000"/>
              </a:lnSpc>
              <a:tabLst>
                <a:tab pos="1887538" algn="l"/>
                <a:tab pos="2335213" algn="l"/>
                <a:tab pos="2506663" algn="l"/>
              </a:tabLst>
            </a:pPr>
            <a:r>
              <a:rPr lang="en-US" altLang="en-US"/>
              <a:t>Each procedure </a:t>
            </a:r>
            <a:r>
              <a:rPr lang="en-US" altLang="en-US" b="1" i="1"/>
              <a:t>F</a:t>
            </a:r>
            <a:r>
              <a:rPr lang="en-US" altLang="en-US"/>
              <a:t>  will be replaced by</a:t>
            </a:r>
          </a:p>
          <a:p>
            <a:pPr>
              <a:lnSpc>
                <a:spcPct val="80000"/>
              </a:lnSpc>
              <a:tabLst>
                <a:tab pos="1887538" algn="l"/>
                <a:tab pos="2335213" algn="l"/>
                <a:tab pos="2506663" algn="l"/>
              </a:tabLst>
            </a:pPr>
            <a:endParaRPr lang="en-US" altLang="en-US" sz="1600"/>
          </a:p>
          <a:p>
            <a:pPr>
              <a:lnSpc>
                <a:spcPct val="80000"/>
              </a:lnSpc>
              <a:spcBef>
                <a:spcPct val="15000"/>
              </a:spcBef>
              <a:buFont typeface="Monotype Sorts" pitchFamily="-84" charset="2"/>
              <a:buNone/>
              <a:tabLst>
                <a:tab pos="1887538" algn="l"/>
                <a:tab pos="2335213" algn="l"/>
                <a:tab pos="2506663" algn="l"/>
              </a:tabLst>
            </a:pPr>
            <a:r>
              <a:rPr lang="en-US" altLang="en-US" b="1">
                <a:solidFill>
                  <a:srgbClr val="000000"/>
                </a:solidFill>
                <a:latin typeface="Courier New" panose="02070309020205020404" pitchFamily="49" charset="0"/>
                <a:cs typeface="Courier New" panose="02070309020205020404" pitchFamily="49" charset="0"/>
              </a:rPr>
              <a:t>			wait(mutex);</a:t>
            </a:r>
          </a:p>
          <a:p>
            <a:pPr>
              <a:lnSpc>
                <a:spcPct val="80000"/>
              </a:lnSpc>
              <a:spcBef>
                <a:spcPct val="15000"/>
              </a:spcBef>
              <a:buFont typeface="Monotype Sorts" pitchFamily="-84" charset="2"/>
              <a:buNone/>
              <a:tabLst>
                <a:tab pos="1887538" algn="l"/>
                <a:tab pos="2335213" algn="l"/>
                <a:tab pos="2506663" algn="l"/>
              </a:tabLst>
            </a:pPr>
            <a:r>
              <a:rPr lang="en-US" altLang="en-US" b="1">
                <a:solidFill>
                  <a:srgbClr val="000000"/>
                </a:solidFill>
                <a:latin typeface="Courier New" panose="02070309020205020404" pitchFamily="49" charset="0"/>
                <a:cs typeface="Courier New" panose="02070309020205020404" pitchFamily="49" charset="0"/>
              </a:rPr>
              <a:t>			     …			 </a:t>
            </a:r>
          </a:p>
          <a:p>
            <a:pPr>
              <a:lnSpc>
                <a:spcPct val="80000"/>
              </a:lnSpc>
              <a:spcBef>
                <a:spcPct val="15000"/>
              </a:spcBef>
              <a:buFont typeface="Monotype Sorts" pitchFamily="-84" charset="2"/>
              <a:buNone/>
              <a:tabLst>
                <a:tab pos="1887538" algn="l"/>
                <a:tab pos="2335213" algn="l"/>
                <a:tab pos="2506663" algn="l"/>
              </a:tabLst>
            </a:pPr>
            <a:r>
              <a:rPr lang="en-US" altLang="en-US" b="1">
                <a:solidFill>
                  <a:srgbClr val="000000"/>
                </a:solidFill>
                <a:latin typeface="Courier New" panose="02070309020205020404" pitchFamily="49" charset="0"/>
                <a:cs typeface="Courier New" panose="02070309020205020404" pitchFamily="49" charset="0"/>
              </a:rPr>
              <a:t>                    body of F;</a:t>
            </a:r>
          </a:p>
          <a:p>
            <a:pPr>
              <a:lnSpc>
                <a:spcPct val="80000"/>
              </a:lnSpc>
              <a:spcBef>
                <a:spcPct val="15000"/>
              </a:spcBef>
              <a:buFont typeface="Monotype Sorts" pitchFamily="-84" charset="2"/>
              <a:buNone/>
              <a:tabLst>
                <a:tab pos="1887538" algn="l"/>
                <a:tab pos="2335213" algn="l"/>
                <a:tab pos="2506663" algn="l"/>
              </a:tabLst>
            </a:pPr>
            <a:r>
              <a:rPr lang="en-US" altLang="en-US" b="1">
                <a:solidFill>
                  <a:srgbClr val="000000"/>
                </a:solidFill>
                <a:latin typeface="Courier New" panose="02070309020205020404" pitchFamily="49" charset="0"/>
                <a:cs typeface="Courier New" panose="02070309020205020404" pitchFamily="49" charset="0"/>
              </a:rPr>
              <a:t>			     …</a:t>
            </a:r>
          </a:p>
          <a:p>
            <a:pPr>
              <a:lnSpc>
                <a:spcPct val="80000"/>
              </a:lnSpc>
              <a:spcBef>
                <a:spcPct val="15000"/>
              </a:spcBef>
              <a:buFont typeface="Monotype Sorts" pitchFamily="-84" charset="2"/>
              <a:buNone/>
              <a:tabLst>
                <a:tab pos="1887538" algn="l"/>
                <a:tab pos="2335213" algn="l"/>
                <a:tab pos="2506663" algn="l"/>
              </a:tabLst>
            </a:pPr>
            <a:r>
              <a:rPr lang="en-US" altLang="en-US" b="1">
                <a:solidFill>
                  <a:srgbClr val="000000"/>
                </a:solidFill>
                <a:latin typeface="Courier New" panose="02070309020205020404" pitchFamily="49" charset="0"/>
                <a:cs typeface="Courier New" panose="02070309020205020404" pitchFamily="49" charset="0"/>
              </a:rPr>
              <a:t>			if (next_count &gt; 0)</a:t>
            </a:r>
          </a:p>
          <a:p>
            <a:pPr>
              <a:lnSpc>
                <a:spcPct val="80000"/>
              </a:lnSpc>
              <a:spcBef>
                <a:spcPct val="15000"/>
              </a:spcBef>
              <a:buFont typeface="Monotype Sorts" pitchFamily="-84" charset="2"/>
              <a:buNone/>
              <a:tabLst>
                <a:tab pos="1887538" algn="l"/>
                <a:tab pos="2335213" algn="l"/>
                <a:tab pos="2506663" algn="l"/>
              </a:tabLst>
            </a:pPr>
            <a:r>
              <a:rPr lang="en-US" altLang="en-US" b="1">
                <a:solidFill>
                  <a:srgbClr val="000000"/>
                </a:solidFill>
                <a:latin typeface="Courier New" panose="02070309020205020404" pitchFamily="49" charset="0"/>
                <a:cs typeface="Courier New" panose="02070309020205020404" pitchFamily="49" charset="0"/>
              </a:rPr>
              <a:t>				signal(next)</a:t>
            </a:r>
          </a:p>
          <a:p>
            <a:pPr>
              <a:lnSpc>
                <a:spcPct val="80000"/>
              </a:lnSpc>
              <a:spcBef>
                <a:spcPct val="15000"/>
              </a:spcBef>
              <a:buFont typeface="Monotype Sorts" pitchFamily="-84" charset="2"/>
              <a:buNone/>
              <a:tabLst>
                <a:tab pos="1887538" algn="l"/>
                <a:tab pos="2335213" algn="l"/>
                <a:tab pos="2506663" algn="l"/>
              </a:tabLst>
            </a:pPr>
            <a:r>
              <a:rPr lang="en-US" altLang="en-US" b="1">
                <a:solidFill>
                  <a:srgbClr val="000000"/>
                </a:solidFill>
                <a:latin typeface="Courier New" panose="02070309020205020404" pitchFamily="49" charset="0"/>
                <a:cs typeface="Courier New" panose="02070309020205020404" pitchFamily="49" charset="0"/>
              </a:rPr>
              <a:t>			else </a:t>
            </a:r>
          </a:p>
          <a:p>
            <a:pPr>
              <a:lnSpc>
                <a:spcPct val="80000"/>
              </a:lnSpc>
              <a:spcBef>
                <a:spcPct val="15000"/>
              </a:spcBef>
              <a:buFont typeface="Monotype Sorts" pitchFamily="-84" charset="2"/>
              <a:buNone/>
              <a:tabLst>
                <a:tab pos="1887538" algn="l"/>
                <a:tab pos="2335213" algn="l"/>
                <a:tab pos="2506663" algn="l"/>
              </a:tabLst>
            </a:pPr>
            <a:r>
              <a:rPr lang="en-US" altLang="en-US" b="1">
                <a:solidFill>
                  <a:srgbClr val="000000"/>
                </a:solidFill>
                <a:latin typeface="Courier New" panose="02070309020205020404" pitchFamily="49" charset="0"/>
                <a:cs typeface="Courier New" panose="02070309020205020404" pitchFamily="49" charset="0"/>
              </a:rPr>
              <a:t>				signal(mutex);</a:t>
            </a:r>
            <a:br>
              <a:rPr lang="en-US" altLang="en-US" b="1">
                <a:solidFill>
                  <a:srgbClr val="000000"/>
                </a:solidFill>
                <a:latin typeface="Courier New" panose="02070309020205020404" pitchFamily="49" charset="0"/>
                <a:cs typeface="Courier New" panose="02070309020205020404" pitchFamily="49" charset="0"/>
              </a:rPr>
            </a:br>
            <a:endParaRPr lang="en-US" altLang="en-US" b="1">
              <a:solidFill>
                <a:srgbClr val="000000"/>
              </a:solidFill>
              <a:latin typeface="Courier New" panose="02070309020205020404" pitchFamily="49" charset="0"/>
              <a:cs typeface="Courier New" panose="02070309020205020404" pitchFamily="49" charset="0"/>
            </a:endParaRPr>
          </a:p>
          <a:p>
            <a:pPr>
              <a:lnSpc>
                <a:spcPct val="80000"/>
              </a:lnSpc>
              <a:tabLst>
                <a:tab pos="1887538" algn="l"/>
                <a:tab pos="2335213" algn="l"/>
                <a:tab pos="2506663" algn="l"/>
              </a:tabLst>
            </a:pPr>
            <a:r>
              <a:rPr lang="en-US" altLang="en-US"/>
              <a:t>Mutual exclusion within a monitor is ensured</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a:extLst>
              <a:ext uri="{FF2B5EF4-FFF2-40B4-BE49-F238E27FC236}">
                <a16:creationId xmlns:a16="http://schemas.microsoft.com/office/drawing/2014/main" id="{937C97B1-5131-C076-3073-1216946147DA}"/>
              </a:ext>
            </a:extLst>
          </p:cNvPr>
          <p:cNvSpPr>
            <a:spLocks noGrp="1" noChangeArrowheads="1"/>
          </p:cNvSpPr>
          <p:nvPr>
            <p:ph type="title"/>
          </p:nvPr>
        </p:nvSpPr>
        <p:spPr>
          <a:xfrm>
            <a:off x="1089025" y="158750"/>
            <a:ext cx="8229600" cy="576263"/>
          </a:xfrm>
        </p:spPr>
        <p:txBody>
          <a:bodyPr/>
          <a:lstStyle/>
          <a:p>
            <a:pPr eaLnBrk="1" hangingPunct="1"/>
            <a:r>
              <a:rPr lang="en-US" altLang="en-US" sz="2600"/>
              <a:t>Monitor Implementation – Condition Variables</a:t>
            </a:r>
          </a:p>
        </p:txBody>
      </p:sp>
      <p:sp>
        <p:nvSpPr>
          <p:cNvPr id="105475" name="Rectangle 3">
            <a:extLst>
              <a:ext uri="{FF2B5EF4-FFF2-40B4-BE49-F238E27FC236}">
                <a16:creationId xmlns:a16="http://schemas.microsoft.com/office/drawing/2014/main" id="{0378E20B-824A-0A2B-FB32-0BC6BE92DFC7}"/>
              </a:ext>
            </a:extLst>
          </p:cNvPr>
          <p:cNvSpPr>
            <a:spLocks noGrp="1" noChangeArrowheads="1"/>
          </p:cNvSpPr>
          <p:nvPr>
            <p:ph idx="1"/>
          </p:nvPr>
        </p:nvSpPr>
        <p:spPr>
          <a:xfrm>
            <a:off x="893763" y="1190625"/>
            <a:ext cx="7843837" cy="4530725"/>
          </a:xfrm>
        </p:spPr>
        <p:txBody>
          <a:bodyPr/>
          <a:lstStyle/>
          <a:p>
            <a:pPr>
              <a:lnSpc>
                <a:spcPct val="90000"/>
              </a:lnSpc>
              <a:spcBef>
                <a:spcPct val="15000"/>
              </a:spcBef>
              <a:tabLst>
                <a:tab pos="1828800" algn="l"/>
                <a:tab pos="2217738" algn="l"/>
              </a:tabLst>
            </a:pPr>
            <a:r>
              <a:rPr lang="en-US" altLang="en-US"/>
              <a:t>For each condition variable </a:t>
            </a:r>
            <a:r>
              <a:rPr lang="en-US" altLang="en-US" b="1" i="1"/>
              <a:t>x</a:t>
            </a:r>
            <a:r>
              <a:rPr lang="en-US" altLang="en-US"/>
              <a:t>, we  have</a:t>
            </a:r>
            <a:r>
              <a:rPr lang="en-US" altLang="en-US" sz="1600"/>
              <a:t>:</a:t>
            </a:r>
          </a:p>
          <a:p>
            <a:pPr>
              <a:lnSpc>
                <a:spcPct val="90000"/>
              </a:lnSpc>
              <a:spcBef>
                <a:spcPct val="15000"/>
              </a:spcBef>
              <a:buFont typeface="Monotype Sorts" pitchFamily="-84" charset="2"/>
              <a:buNone/>
              <a:tabLst>
                <a:tab pos="1828800" algn="l"/>
                <a:tab pos="2217738" algn="l"/>
              </a:tabLst>
            </a:pPr>
            <a:endParaRPr lang="en-US" altLang="en-US" sz="1600"/>
          </a:p>
          <a:p>
            <a:pPr>
              <a:lnSpc>
                <a:spcPct val="90000"/>
              </a:lnSpc>
              <a:spcBef>
                <a:spcPct val="15000"/>
              </a:spcBef>
              <a:buFont typeface="Monotype Sorts" pitchFamily="-84" charset="2"/>
              <a:buNone/>
              <a:tabLst>
                <a:tab pos="1828800" algn="l"/>
                <a:tab pos="2217738" algn="l"/>
              </a:tabLst>
            </a:pPr>
            <a:r>
              <a:rPr lang="en-US" altLang="en-US" b="1">
                <a:solidFill>
                  <a:srgbClr val="000000"/>
                </a:solidFill>
                <a:latin typeface="Courier New" panose="02070309020205020404" pitchFamily="49" charset="0"/>
                <a:cs typeface="Courier New" panose="02070309020205020404" pitchFamily="49" charset="0"/>
              </a:rPr>
              <a:t>		semaphore x_sem; // (initially  = 0)</a:t>
            </a:r>
          </a:p>
          <a:p>
            <a:pPr>
              <a:lnSpc>
                <a:spcPct val="90000"/>
              </a:lnSpc>
              <a:spcBef>
                <a:spcPct val="15000"/>
              </a:spcBef>
              <a:buFont typeface="Monotype Sorts" pitchFamily="-84" charset="2"/>
              <a:buNone/>
              <a:tabLst>
                <a:tab pos="1828800" algn="l"/>
                <a:tab pos="2217738" algn="l"/>
              </a:tabLst>
            </a:pPr>
            <a:r>
              <a:rPr lang="en-US" altLang="en-US" b="1">
                <a:solidFill>
                  <a:srgbClr val="000000"/>
                </a:solidFill>
                <a:latin typeface="Courier New" panose="02070309020205020404" pitchFamily="49" charset="0"/>
                <a:cs typeface="Courier New" panose="02070309020205020404" pitchFamily="49" charset="0"/>
              </a:rPr>
              <a:t>		int x_count = 0;</a:t>
            </a:r>
            <a:br>
              <a:rPr lang="en-US" altLang="en-US" b="1">
                <a:solidFill>
                  <a:srgbClr val="000000"/>
                </a:solidFill>
                <a:latin typeface="Courier New" panose="02070309020205020404" pitchFamily="49" charset="0"/>
                <a:cs typeface="Courier New" panose="02070309020205020404" pitchFamily="49" charset="0"/>
              </a:rPr>
            </a:br>
            <a:endParaRPr lang="en-US" altLang="en-US" b="1">
              <a:solidFill>
                <a:srgbClr val="000000"/>
              </a:solidFill>
              <a:latin typeface="Courier New" panose="02070309020205020404" pitchFamily="49" charset="0"/>
              <a:cs typeface="Courier New" panose="02070309020205020404" pitchFamily="49" charset="0"/>
            </a:endParaRPr>
          </a:p>
          <a:p>
            <a:pPr>
              <a:lnSpc>
                <a:spcPct val="90000"/>
              </a:lnSpc>
              <a:spcBef>
                <a:spcPct val="15000"/>
              </a:spcBef>
              <a:tabLst>
                <a:tab pos="1828800" algn="l"/>
                <a:tab pos="2217738" algn="l"/>
              </a:tabLst>
            </a:pPr>
            <a:r>
              <a:rPr lang="en-US" altLang="en-US"/>
              <a:t>The operation </a:t>
            </a:r>
            <a:r>
              <a:rPr lang="en-US" altLang="en-US">
                <a:solidFill>
                  <a:srgbClr val="0000FF"/>
                </a:solidFill>
              </a:rPr>
              <a:t>x.wait</a:t>
            </a:r>
            <a:r>
              <a:rPr lang="en-US" altLang="en-US" b="1"/>
              <a:t> </a:t>
            </a:r>
            <a:r>
              <a:rPr lang="en-US" altLang="en-US"/>
              <a:t>can be implemented as</a:t>
            </a:r>
            <a:r>
              <a:rPr lang="en-US" altLang="en-US" sz="1600"/>
              <a:t>:</a:t>
            </a:r>
          </a:p>
          <a:p>
            <a:pPr>
              <a:lnSpc>
                <a:spcPct val="90000"/>
              </a:lnSpc>
              <a:spcBef>
                <a:spcPct val="15000"/>
              </a:spcBef>
              <a:buFont typeface="Monotype Sorts" pitchFamily="-84" charset="2"/>
              <a:buNone/>
              <a:tabLst>
                <a:tab pos="1828800" algn="l"/>
                <a:tab pos="2217738" algn="l"/>
              </a:tabLst>
            </a:pPr>
            <a:r>
              <a:rPr lang="en-US" altLang="en-US" sz="1600"/>
              <a:t>		</a:t>
            </a:r>
          </a:p>
          <a:p>
            <a:pPr>
              <a:lnSpc>
                <a:spcPct val="90000"/>
              </a:lnSpc>
              <a:spcBef>
                <a:spcPct val="15000"/>
              </a:spcBef>
              <a:buFont typeface="Monotype Sorts" pitchFamily="-84" charset="2"/>
              <a:buNone/>
              <a:tabLst>
                <a:tab pos="1828800" algn="l"/>
                <a:tab pos="2217738" algn="l"/>
              </a:tabLst>
            </a:pPr>
            <a:r>
              <a:rPr lang="en-US" altLang="en-US" b="1">
                <a:solidFill>
                  <a:srgbClr val="000000"/>
                </a:solidFill>
                <a:latin typeface="Courier New" panose="02070309020205020404" pitchFamily="49" charset="0"/>
                <a:cs typeface="Courier New" panose="02070309020205020404" pitchFamily="49" charset="0"/>
              </a:rPr>
              <a:t>		x_count++;</a:t>
            </a:r>
          </a:p>
          <a:p>
            <a:pPr>
              <a:lnSpc>
                <a:spcPct val="90000"/>
              </a:lnSpc>
              <a:spcBef>
                <a:spcPct val="15000"/>
              </a:spcBef>
              <a:buFont typeface="Monotype Sorts" pitchFamily="-84" charset="2"/>
              <a:buNone/>
              <a:tabLst>
                <a:tab pos="1828800" algn="l"/>
                <a:tab pos="2217738" algn="l"/>
              </a:tabLst>
            </a:pPr>
            <a:r>
              <a:rPr lang="en-US" altLang="en-US" b="1">
                <a:solidFill>
                  <a:srgbClr val="000000"/>
                </a:solidFill>
                <a:latin typeface="Courier New" panose="02070309020205020404" pitchFamily="49" charset="0"/>
                <a:cs typeface="Courier New" panose="02070309020205020404" pitchFamily="49" charset="0"/>
              </a:rPr>
              <a:t>		if (next_count &gt; 0)</a:t>
            </a:r>
          </a:p>
          <a:p>
            <a:pPr>
              <a:lnSpc>
                <a:spcPct val="90000"/>
              </a:lnSpc>
              <a:spcBef>
                <a:spcPct val="15000"/>
              </a:spcBef>
              <a:buFont typeface="Monotype Sorts" pitchFamily="-84" charset="2"/>
              <a:buNone/>
              <a:tabLst>
                <a:tab pos="1828800" algn="l"/>
                <a:tab pos="2217738" algn="l"/>
              </a:tabLst>
            </a:pPr>
            <a:r>
              <a:rPr lang="en-US" altLang="en-US" b="1">
                <a:solidFill>
                  <a:srgbClr val="000000"/>
                </a:solidFill>
                <a:latin typeface="Courier New" panose="02070309020205020404" pitchFamily="49" charset="0"/>
                <a:cs typeface="Courier New" panose="02070309020205020404" pitchFamily="49" charset="0"/>
              </a:rPr>
              <a:t>			signal(next);</a:t>
            </a:r>
          </a:p>
          <a:p>
            <a:pPr>
              <a:lnSpc>
                <a:spcPct val="90000"/>
              </a:lnSpc>
              <a:spcBef>
                <a:spcPct val="15000"/>
              </a:spcBef>
              <a:buFont typeface="Monotype Sorts" pitchFamily="-84" charset="2"/>
              <a:buNone/>
              <a:tabLst>
                <a:tab pos="1828800" algn="l"/>
                <a:tab pos="2217738" algn="l"/>
              </a:tabLst>
            </a:pPr>
            <a:r>
              <a:rPr lang="en-US" altLang="en-US" b="1">
                <a:solidFill>
                  <a:srgbClr val="000000"/>
                </a:solidFill>
                <a:latin typeface="Courier New" panose="02070309020205020404" pitchFamily="49" charset="0"/>
                <a:cs typeface="Courier New" panose="02070309020205020404" pitchFamily="49" charset="0"/>
              </a:rPr>
              <a:t>		else</a:t>
            </a:r>
          </a:p>
          <a:p>
            <a:pPr>
              <a:lnSpc>
                <a:spcPct val="90000"/>
              </a:lnSpc>
              <a:spcBef>
                <a:spcPct val="15000"/>
              </a:spcBef>
              <a:buFont typeface="Monotype Sorts" pitchFamily="-84" charset="2"/>
              <a:buNone/>
              <a:tabLst>
                <a:tab pos="1828800" algn="l"/>
                <a:tab pos="2217738" algn="l"/>
              </a:tabLst>
            </a:pPr>
            <a:r>
              <a:rPr lang="en-US" altLang="en-US" b="1">
                <a:solidFill>
                  <a:srgbClr val="000000"/>
                </a:solidFill>
                <a:latin typeface="Courier New" panose="02070309020205020404" pitchFamily="49" charset="0"/>
                <a:cs typeface="Courier New" panose="02070309020205020404" pitchFamily="49" charset="0"/>
              </a:rPr>
              <a:t>			signal(mutex);</a:t>
            </a:r>
          </a:p>
          <a:p>
            <a:pPr>
              <a:lnSpc>
                <a:spcPct val="90000"/>
              </a:lnSpc>
              <a:spcBef>
                <a:spcPct val="15000"/>
              </a:spcBef>
              <a:buFont typeface="Monotype Sorts" pitchFamily="-84" charset="2"/>
              <a:buNone/>
              <a:tabLst>
                <a:tab pos="1828800" algn="l"/>
                <a:tab pos="2217738" algn="l"/>
              </a:tabLst>
            </a:pPr>
            <a:r>
              <a:rPr lang="en-US" altLang="en-US" b="1">
                <a:solidFill>
                  <a:srgbClr val="000000"/>
                </a:solidFill>
                <a:latin typeface="Courier New" panose="02070309020205020404" pitchFamily="49" charset="0"/>
                <a:cs typeface="Courier New" panose="02070309020205020404" pitchFamily="49" charset="0"/>
              </a:rPr>
              <a:t>		wait(x_sem);</a:t>
            </a:r>
          </a:p>
          <a:p>
            <a:pPr>
              <a:lnSpc>
                <a:spcPct val="90000"/>
              </a:lnSpc>
              <a:spcBef>
                <a:spcPct val="15000"/>
              </a:spcBef>
              <a:buFont typeface="Monotype Sorts" pitchFamily="-84" charset="2"/>
              <a:buNone/>
              <a:tabLst>
                <a:tab pos="1828800" algn="l"/>
                <a:tab pos="2217738" algn="l"/>
              </a:tabLst>
            </a:pPr>
            <a:r>
              <a:rPr lang="en-US" altLang="en-US" b="1">
                <a:solidFill>
                  <a:srgbClr val="000000"/>
                </a:solidFill>
                <a:latin typeface="Courier New" panose="02070309020205020404" pitchFamily="49" charset="0"/>
                <a:cs typeface="Courier New" panose="02070309020205020404" pitchFamily="49" charset="0"/>
              </a:rPr>
              <a:t>		x_count--;</a:t>
            </a:r>
          </a:p>
          <a:p>
            <a:pPr>
              <a:lnSpc>
                <a:spcPct val="90000"/>
              </a:lnSpc>
              <a:spcBef>
                <a:spcPct val="15000"/>
              </a:spcBef>
              <a:buFont typeface="Monotype Sorts" pitchFamily="-84" charset="2"/>
              <a:buNone/>
              <a:tabLst>
                <a:tab pos="1828800" algn="l"/>
                <a:tab pos="2217738" algn="l"/>
              </a:tabLst>
            </a:pPr>
            <a:r>
              <a:rPr lang="en-US" altLang="en-US" sz="1600" b="1"/>
              <a:t>		</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a:extLst>
              <a:ext uri="{FF2B5EF4-FFF2-40B4-BE49-F238E27FC236}">
                <a16:creationId xmlns:a16="http://schemas.microsoft.com/office/drawing/2014/main" id="{D5DFE8FD-890D-9634-3CCA-3C04CB5747B4}"/>
              </a:ext>
            </a:extLst>
          </p:cNvPr>
          <p:cNvSpPr>
            <a:spLocks noGrp="1" noChangeArrowheads="1"/>
          </p:cNvSpPr>
          <p:nvPr>
            <p:ph type="title"/>
          </p:nvPr>
        </p:nvSpPr>
        <p:spPr>
          <a:xfrm>
            <a:off x="933450" y="146050"/>
            <a:ext cx="7753350" cy="576263"/>
          </a:xfrm>
        </p:spPr>
        <p:txBody>
          <a:bodyPr/>
          <a:lstStyle/>
          <a:p>
            <a:pPr eaLnBrk="1" hangingPunct="1"/>
            <a:r>
              <a:rPr lang="en-US" altLang="en-US"/>
              <a:t>Monitor Implementation (Cont.)</a:t>
            </a:r>
          </a:p>
        </p:txBody>
      </p:sp>
      <p:sp>
        <p:nvSpPr>
          <p:cNvPr id="107523" name="Rectangle 3">
            <a:extLst>
              <a:ext uri="{FF2B5EF4-FFF2-40B4-BE49-F238E27FC236}">
                <a16:creationId xmlns:a16="http://schemas.microsoft.com/office/drawing/2014/main" id="{EA70FE18-AB80-0797-36C4-15F01F5E48B1}"/>
              </a:ext>
            </a:extLst>
          </p:cNvPr>
          <p:cNvSpPr>
            <a:spLocks noGrp="1" noChangeArrowheads="1"/>
          </p:cNvSpPr>
          <p:nvPr>
            <p:ph idx="1"/>
          </p:nvPr>
        </p:nvSpPr>
        <p:spPr/>
        <p:txBody>
          <a:bodyPr/>
          <a:lstStyle/>
          <a:p>
            <a:pPr>
              <a:tabLst>
                <a:tab pos="1368425" algn="l"/>
                <a:tab pos="1712913" algn="l"/>
                <a:tab pos="2335213" algn="l"/>
              </a:tabLst>
            </a:pPr>
            <a:r>
              <a:rPr lang="en-US" altLang="en-US"/>
              <a:t>The operation </a:t>
            </a:r>
            <a:r>
              <a:rPr lang="en-US" altLang="en-US" b="1">
                <a:solidFill>
                  <a:srgbClr val="000000"/>
                </a:solidFill>
                <a:latin typeface="Courier New" panose="02070309020205020404" pitchFamily="49" charset="0"/>
                <a:cs typeface="Courier New" panose="02070309020205020404" pitchFamily="49" charset="0"/>
              </a:rPr>
              <a:t>x.signal </a:t>
            </a:r>
            <a:r>
              <a:rPr lang="en-US" altLang="en-US"/>
              <a:t>can be implemented as:</a:t>
            </a:r>
            <a:br>
              <a:rPr lang="en-US" altLang="en-US"/>
            </a:br>
            <a:endParaRPr lang="en-US" altLang="en-US"/>
          </a:p>
          <a:p>
            <a:pPr>
              <a:spcBef>
                <a:spcPct val="15000"/>
              </a:spcBef>
              <a:buFont typeface="Monotype Sorts" pitchFamily="-84" charset="2"/>
              <a:buNone/>
              <a:tabLst>
                <a:tab pos="1368425" algn="l"/>
                <a:tab pos="1712913" algn="l"/>
                <a:tab pos="2335213" algn="l"/>
              </a:tabLst>
            </a:pPr>
            <a:r>
              <a:rPr lang="en-US" altLang="en-US" b="1">
                <a:solidFill>
                  <a:srgbClr val="000000"/>
                </a:solidFill>
                <a:latin typeface="Courier New" panose="02070309020205020404" pitchFamily="49" charset="0"/>
                <a:cs typeface="Courier New" panose="02070309020205020404" pitchFamily="49" charset="0"/>
              </a:rPr>
              <a:t>		if (x_count &gt; 0) {</a:t>
            </a:r>
          </a:p>
          <a:p>
            <a:pPr>
              <a:spcBef>
                <a:spcPct val="15000"/>
              </a:spcBef>
              <a:buFont typeface="Monotype Sorts" pitchFamily="-84" charset="2"/>
              <a:buNone/>
              <a:tabLst>
                <a:tab pos="1368425" algn="l"/>
                <a:tab pos="1712913" algn="l"/>
                <a:tab pos="2335213" algn="l"/>
              </a:tabLst>
            </a:pPr>
            <a:r>
              <a:rPr lang="en-US" altLang="en-US" b="1">
                <a:solidFill>
                  <a:srgbClr val="000000"/>
                </a:solidFill>
                <a:latin typeface="Courier New" panose="02070309020205020404" pitchFamily="49" charset="0"/>
                <a:cs typeface="Courier New" panose="02070309020205020404" pitchFamily="49" charset="0"/>
              </a:rPr>
              <a:t>			next_count++;</a:t>
            </a:r>
          </a:p>
          <a:p>
            <a:pPr>
              <a:spcBef>
                <a:spcPct val="15000"/>
              </a:spcBef>
              <a:buFont typeface="Monotype Sorts" pitchFamily="-84" charset="2"/>
              <a:buNone/>
              <a:tabLst>
                <a:tab pos="1368425" algn="l"/>
                <a:tab pos="1712913" algn="l"/>
                <a:tab pos="2335213" algn="l"/>
              </a:tabLst>
            </a:pPr>
            <a:r>
              <a:rPr lang="en-US" altLang="en-US" b="1">
                <a:solidFill>
                  <a:srgbClr val="000000"/>
                </a:solidFill>
                <a:latin typeface="Courier New" panose="02070309020205020404" pitchFamily="49" charset="0"/>
                <a:cs typeface="Courier New" panose="02070309020205020404" pitchFamily="49" charset="0"/>
              </a:rPr>
              <a:t>			signal(x_sem);</a:t>
            </a:r>
          </a:p>
          <a:p>
            <a:pPr>
              <a:spcBef>
                <a:spcPct val="15000"/>
              </a:spcBef>
              <a:buFont typeface="Monotype Sorts" pitchFamily="-84" charset="2"/>
              <a:buNone/>
              <a:tabLst>
                <a:tab pos="1368425" algn="l"/>
                <a:tab pos="1712913" algn="l"/>
                <a:tab pos="2335213" algn="l"/>
              </a:tabLst>
            </a:pPr>
            <a:r>
              <a:rPr lang="en-US" altLang="en-US" b="1">
                <a:solidFill>
                  <a:srgbClr val="000000"/>
                </a:solidFill>
                <a:latin typeface="Courier New" panose="02070309020205020404" pitchFamily="49" charset="0"/>
                <a:cs typeface="Courier New" panose="02070309020205020404" pitchFamily="49" charset="0"/>
              </a:rPr>
              <a:t>			wait(next);</a:t>
            </a:r>
          </a:p>
          <a:p>
            <a:pPr>
              <a:spcBef>
                <a:spcPct val="15000"/>
              </a:spcBef>
              <a:buFont typeface="Monotype Sorts" pitchFamily="-84" charset="2"/>
              <a:buNone/>
              <a:tabLst>
                <a:tab pos="1368425" algn="l"/>
                <a:tab pos="1712913" algn="l"/>
                <a:tab pos="2335213" algn="l"/>
              </a:tabLst>
            </a:pPr>
            <a:r>
              <a:rPr lang="en-US" altLang="en-US" b="1">
                <a:solidFill>
                  <a:srgbClr val="000000"/>
                </a:solidFill>
                <a:latin typeface="Courier New" panose="02070309020205020404" pitchFamily="49" charset="0"/>
                <a:cs typeface="Courier New" panose="02070309020205020404" pitchFamily="49" charset="0"/>
              </a:rPr>
              <a:t>			next_count--;</a:t>
            </a:r>
          </a:p>
          <a:p>
            <a:pPr>
              <a:spcBef>
                <a:spcPct val="15000"/>
              </a:spcBef>
              <a:buFont typeface="Monotype Sorts" pitchFamily="-84" charset="2"/>
              <a:buNone/>
              <a:tabLst>
                <a:tab pos="1368425" algn="l"/>
                <a:tab pos="1712913" algn="l"/>
                <a:tab pos="2335213" algn="l"/>
              </a:tabLst>
            </a:pPr>
            <a:r>
              <a:rPr lang="en-US" altLang="en-US" b="1">
                <a:solidFill>
                  <a:srgbClr val="000000"/>
                </a:solidFill>
                <a:latin typeface="Courier New" panose="02070309020205020404" pitchFamily="49" charset="0"/>
                <a:cs typeface="Courier New" panose="02070309020205020404" pitchFamily="49" charset="0"/>
              </a:rPr>
              <a:t>		}</a:t>
            </a:r>
          </a:p>
          <a:p>
            <a:pPr>
              <a:spcBef>
                <a:spcPct val="15000"/>
              </a:spcBef>
              <a:buFont typeface="Monotype Sorts" pitchFamily="-84" charset="2"/>
              <a:buNone/>
              <a:tabLst>
                <a:tab pos="1368425" algn="l"/>
                <a:tab pos="1712913" algn="l"/>
                <a:tab pos="2335213" algn="l"/>
              </a:tabLst>
            </a:pPr>
            <a:r>
              <a:rPr lang="en-US" altLang="en-US" b="1"/>
              <a:t>		</a:t>
            </a:r>
            <a:r>
              <a:rPr lang="en-US" altLang="en-US"/>
              <a:t>	</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Title 1">
            <a:extLst>
              <a:ext uri="{FF2B5EF4-FFF2-40B4-BE49-F238E27FC236}">
                <a16:creationId xmlns:a16="http://schemas.microsoft.com/office/drawing/2014/main" id="{57067B91-0534-08DC-6F9C-F220A206B245}"/>
              </a:ext>
            </a:extLst>
          </p:cNvPr>
          <p:cNvSpPr>
            <a:spLocks noGrp="1" noChangeArrowheads="1"/>
          </p:cNvSpPr>
          <p:nvPr>
            <p:ph type="title"/>
          </p:nvPr>
        </p:nvSpPr>
        <p:spPr>
          <a:xfrm>
            <a:off x="1049338" y="147638"/>
            <a:ext cx="8229600" cy="576262"/>
          </a:xfrm>
        </p:spPr>
        <p:txBody>
          <a:bodyPr/>
          <a:lstStyle/>
          <a:p>
            <a:r>
              <a:rPr lang="en-US" altLang="en-US"/>
              <a:t>Resuming Processes within a Monitor</a:t>
            </a:r>
          </a:p>
        </p:txBody>
      </p:sp>
      <p:sp>
        <p:nvSpPr>
          <p:cNvPr id="109571" name="Content Placeholder 2">
            <a:extLst>
              <a:ext uri="{FF2B5EF4-FFF2-40B4-BE49-F238E27FC236}">
                <a16:creationId xmlns:a16="http://schemas.microsoft.com/office/drawing/2014/main" id="{E011B405-F6BD-678C-1341-D28A27B441DA}"/>
              </a:ext>
            </a:extLst>
          </p:cNvPr>
          <p:cNvSpPr>
            <a:spLocks noGrp="1" noChangeArrowheads="1"/>
          </p:cNvSpPr>
          <p:nvPr>
            <p:ph idx="1"/>
          </p:nvPr>
        </p:nvSpPr>
        <p:spPr>
          <a:xfrm>
            <a:off x="806450" y="1233488"/>
            <a:ext cx="6699250" cy="4530725"/>
          </a:xfrm>
        </p:spPr>
        <p:txBody>
          <a:bodyPr/>
          <a:lstStyle/>
          <a:p>
            <a:r>
              <a:rPr lang="en-US" altLang="en-US"/>
              <a:t>If several processes queued on condition x, and x.signal() executed, which should be resumed?</a:t>
            </a:r>
          </a:p>
          <a:p>
            <a:r>
              <a:rPr lang="en-US" altLang="en-US"/>
              <a:t>FCFS frequently not adequate </a:t>
            </a:r>
          </a:p>
          <a:p>
            <a:r>
              <a:rPr lang="en-US" altLang="en-US" b="1">
                <a:solidFill>
                  <a:srgbClr val="0000FF"/>
                </a:solidFill>
              </a:rPr>
              <a:t>conditional-wait </a:t>
            </a:r>
            <a:r>
              <a:rPr lang="en-US" altLang="en-US"/>
              <a:t>construct of the form x.wait(c)</a:t>
            </a:r>
          </a:p>
          <a:p>
            <a:pPr lvl="1"/>
            <a:r>
              <a:rPr lang="en-US" altLang="en-US"/>
              <a:t>Where c is </a:t>
            </a:r>
            <a:r>
              <a:rPr lang="en-US" altLang="en-US" b="1">
                <a:solidFill>
                  <a:srgbClr val="0000FF"/>
                </a:solidFill>
              </a:rPr>
              <a:t>priority number</a:t>
            </a:r>
          </a:p>
          <a:p>
            <a:pPr lvl="1"/>
            <a:r>
              <a:rPr lang="en-US" altLang="en-US"/>
              <a:t>Process with lowest number (highest priority) is scheduled next</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3">
            <a:extLst>
              <a:ext uri="{FF2B5EF4-FFF2-40B4-BE49-F238E27FC236}">
                <a16:creationId xmlns:a16="http://schemas.microsoft.com/office/drawing/2014/main" id="{B598A6BC-02B5-E713-3632-6301B07B475C}"/>
              </a:ext>
            </a:extLst>
          </p:cNvPr>
          <p:cNvSpPr>
            <a:spLocks noGrp="1" noChangeArrowheads="1"/>
          </p:cNvSpPr>
          <p:nvPr>
            <p:ph idx="1"/>
          </p:nvPr>
        </p:nvSpPr>
        <p:spPr>
          <a:xfrm>
            <a:off x="928688" y="771525"/>
            <a:ext cx="7021512" cy="5268913"/>
          </a:xfrm>
        </p:spPr>
        <p:txBody>
          <a:bodyPr/>
          <a:lstStyle/>
          <a:p>
            <a:pPr>
              <a:lnSpc>
                <a:spcPct val="80000"/>
              </a:lnSpc>
              <a:buFont typeface="Monotype Sorts" pitchFamily="-84" charset="2"/>
              <a:buNone/>
            </a:pPr>
            <a:endParaRPr lang="en-US" altLang="en-US" sz="1600">
              <a:solidFill>
                <a:srgbClr val="0000FF"/>
              </a:solidFill>
            </a:endParaRPr>
          </a:p>
          <a:p>
            <a:pPr>
              <a:lnSpc>
                <a:spcPct val="80000"/>
              </a:lnSpc>
            </a:pPr>
            <a:r>
              <a:rPr lang="en-US" altLang="en-US"/>
              <a:t>Allocate a single resource among competing processes using priority numbers that specify the maximum time a process  plans to use the resource</a:t>
            </a:r>
          </a:p>
          <a:p>
            <a:pPr>
              <a:lnSpc>
                <a:spcPct val="80000"/>
              </a:lnSpc>
              <a:buFont typeface="Monotype Sorts" pitchFamily="-84" charset="2"/>
              <a:buNone/>
            </a:pPr>
            <a:endParaRPr lang="en-US" altLang="en-US" b="1">
              <a:solidFill>
                <a:srgbClr val="000000"/>
              </a:solidFill>
              <a:latin typeface="Courier New" panose="02070309020205020404" pitchFamily="49" charset="0"/>
              <a:cs typeface="Courier New" panose="02070309020205020404" pitchFamily="49" charset="0"/>
            </a:endParaRPr>
          </a:p>
          <a:p>
            <a:pPr>
              <a:lnSpc>
                <a:spcPct val="80000"/>
              </a:lnSpc>
              <a:buFont typeface="Monotype Sorts" pitchFamily="-84" charset="2"/>
              <a:buNone/>
            </a:pPr>
            <a:r>
              <a:rPr lang="en-US" altLang="en-US" b="1">
                <a:solidFill>
                  <a:srgbClr val="000000"/>
                </a:solidFill>
                <a:latin typeface="Courier New" panose="02070309020205020404" pitchFamily="49" charset="0"/>
                <a:cs typeface="Courier New" panose="02070309020205020404" pitchFamily="49" charset="0"/>
              </a:rPr>
              <a:t>              </a:t>
            </a:r>
            <a:r>
              <a:rPr lang="en-US" altLang="en-US" sz="2000" b="1">
                <a:solidFill>
                  <a:srgbClr val="000000"/>
                </a:solidFill>
                <a:latin typeface="Courier New" panose="02070309020205020404" pitchFamily="49" charset="0"/>
                <a:cs typeface="Courier New" panose="02070309020205020404" pitchFamily="49" charset="0"/>
              </a:rPr>
              <a:t>R.acquire(t)</a:t>
            </a:r>
            <a:r>
              <a:rPr lang="en-US" altLang="en-US" b="1">
                <a:solidFill>
                  <a:srgbClr val="000000"/>
                </a:solidFill>
                <a:latin typeface="Courier New" panose="02070309020205020404" pitchFamily="49" charset="0"/>
                <a:cs typeface="Courier New" panose="02070309020205020404" pitchFamily="49" charset="0"/>
              </a:rPr>
              <a:t>;</a:t>
            </a:r>
          </a:p>
          <a:p>
            <a:pPr>
              <a:lnSpc>
                <a:spcPct val="80000"/>
              </a:lnSpc>
              <a:buFont typeface="Monotype Sorts" pitchFamily="-84" charset="2"/>
              <a:buNone/>
            </a:pPr>
            <a:r>
              <a:rPr lang="en-US" altLang="en-US" b="1">
                <a:solidFill>
                  <a:srgbClr val="000000"/>
                </a:solidFill>
                <a:latin typeface="Courier New" panose="02070309020205020404" pitchFamily="49" charset="0"/>
                <a:cs typeface="Courier New" panose="02070309020205020404" pitchFamily="49" charset="0"/>
              </a:rPr>
              <a:t>                   ...</a:t>
            </a:r>
          </a:p>
          <a:p>
            <a:pPr>
              <a:lnSpc>
                <a:spcPct val="80000"/>
              </a:lnSpc>
              <a:buFont typeface="Monotype Sorts" pitchFamily="-84" charset="2"/>
              <a:buNone/>
            </a:pPr>
            <a:r>
              <a:rPr lang="en-US" altLang="en-US" b="1">
                <a:solidFill>
                  <a:srgbClr val="000000"/>
                </a:solidFill>
                <a:latin typeface="Courier New" panose="02070309020205020404" pitchFamily="49" charset="0"/>
                <a:cs typeface="Courier New" panose="02070309020205020404" pitchFamily="49" charset="0"/>
              </a:rPr>
              <a:t>                access the resurce;</a:t>
            </a:r>
          </a:p>
          <a:p>
            <a:pPr>
              <a:lnSpc>
                <a:spcPct val="80000"/>
              </a:lnSpc>
              <a:buFont typeface="Monotype Sorts" pitchFamily="-84" charset="2"/>
              <a:buNone/>
            </a:pPr>
            <a:r>
              <a:rPr lang="en-US" altLang="en-US" b="1">
                <a:solidFill>
                  <a:srgbClr val="000000"/>
                </a:solidFill>
                <a:latin typeface="Courier New" panose="02070309020205020404" pitchFamily="49" charset="0"/>
                <a:cs typeface="Courier New" panose="02070309020205020404" pitchFamily="49" charset="0"/>
              </a:rPr>
              <a:t>                   ...</a:t>
            </a:r>
          </a:p>
          <a:p>
            <a:pPr>
              <a:lnSpc>
                <a:spcPct val="80000"/>
              </a:lnSpc>
              <a:buFont typeface="Monotype Sorts" pitchFamily="-84" charset="2"/>
              <a:buNone/>
            </a:pPr>
            <a:endParaRPr lang="en-US" altLang="en-US" b="1">
              <a:solidFill>
                <a:srgbClr val="000000"/>
              </a:solidFill>
              <a:latin typeface="Courier New" panose="02070309020205020404" pitchFamily="49" charset="0"/>
              <a:cs typeface="Courier New" panose="02070309020205020404" pitchFamily="49" charset="0"/>
            </a:endParaRPr>
          </a:p>
          <a:p>
            <a:pPr>
              <a:lnSpc>
                <a:spcPct val="80000"/>
              </a:lnSpc>
              <a:buFont typeface="Monotype Sorts" pitchFamily="-84" charset="2"/>
              <a:buNone/>
            </a:pPr>
            <a:r>
              <a:rPr lang="en-US" altLang="en-US" b="1">
                <a:solidFill>
                  <a:srgbClr val="000000"/>
                </a:solidFill>
                <a:latin typeface="Courier New" panose="02070309020205020404" pitchFamily="49" charset="0"/>
                <a:cs typeface="Courier New" panose="02070309020205020404" pitchFamily="49" charset="0"/>
              </a:rPr>
              <a:t>               </a:t>
            </a:r>
            <a:r>
              <a:rPr lang="en-US" altLang="en-US" sz="2000" b="1">
                <a:solidFill>
                  <a:srgbClr val="000000"/>
                </a:solidFill>
                <a:latin typeface="Courier New" panose="02070309020205020404" pitchFamily="49" charset="0"/>
                <a:cs typeface="Courier New" panose="02070309020205020404" pitchFamily="49" charset="0"/>
              </a:rPr>
              <a:t>R.release;</a:t>
            </a:r>
          </a:p>
          <a:p>
            <a:pPr>
              <a:lnSpc>
                <a:spcPct val="80000"/>
              </a:lnSpc>
              <a:buFont typeface="Monotype Sorts" pitchFamily="-84" charset="2"/>
              <a:buNone/>
            </a:pPr>
            <a:endParaRPr lang="en-US" altLang="en-US">
              <a:solidFill>
                <a:srgbClr val="0000FF"/>
              </a:solidFill>
            </a:endParaRPr>
          </a:p>
          <a:p>
            <a:pPr>
              <a:lnSpc>
                <a:spcPct val="80000"/>
              </a:lnSpc>
            </a:pPr>
            <a:r>
              <a:rPr lang="en-US" altLang="en-US"/>
              <a:t>Where R is an instance of  type </a:t>
            </a:r>
            <a:r>
              <a:rPr lang="en-US" altLang="en-US" sz="2000" b="1">
                <a:solidFill>
                  <a:srgbClr val="000000"/>
                </a:solidFill>
                <a:latin typeface="Courier New" panose="02070309020205020404" pitchFamily="49" charset="0"/>
                <a:cs typeface="Courier New" panose="02070309020205020404" pitchFamily="49" charset="0"/>
              </a:rPr>
              <a:t>ResourceAllocator</a:t>
            </a:r>
          </a:p>
          <a:p>
            <a:pPr>
              <a:lnSpc>
                <a:spcPct val="80000"/>
              </a:lnSpc>
              <a:buFont typeface="Monotype Sorts" pitchFamily="-84" charset="2"/>
              <a:buNone/>
            </a:pPr>
            <a:endParaRPr lang="en-US" altLang="en-US">
              <a:solidFill>
                <a:srgbClr val="0000FF"/>
              </a:solidFill>
            </a:endParaRPr>
          </a:p>
          <a:p>
            <a:pPr>
              <a:lnSpc>
                <a:spcPct val="80000"/>
              </a:lnSpc>
              <a:buFont typeface="Monotype Sorts" pitchFamily="-84" charset="2"/>
              <a:buNone/>
            </a:pPr>
            <a:endParaRPr lang="en-US" altLang="en-US">
              <a:solidFill>
                <a:srgbClr val="0000FF"/>
              </a:solidFill>
            </a:endParaRPr>
          </a:p>
          <a:p>
            <a:pPr>
              <a:lnSpc>
                <a:spcPct val="80000"/>
              </a:lnSpc>
              <a:buFont typeface="Monotype Sorts" pitchFamily="-84" charset="2"/>
              <a:buNone/>
            </a:pPr>
            <a:r>
              <a:rPr lang="en-US" altLang="en-US" i="1">
                <a:solidFill>
                  <a:srgbClr val="0000FF"/>
                </a:solidFill>
              </a:rPr>
              <a:t>       </a:t>
            </a:r>
          </a:p>
        </p:txBody>
      </p:sp>
      <p:sp>
        <p:nvSpPr>
          <p:cNvPr id="110595" name="Rectangle 2">
            <a:extLst>
              <a:ext uri="{FF2B5EF4-FFF2-40B4-BE49-F238E27FC236}">
                <a16:creationId xmlns:a16="http://schemas.microsoft.com/office/drawing/2014/main" id="{9BF7A2F5-4749-AA23-EE1E-3D3621282BD9}"/>
              </a:ext>
            </a:extLst>
          </p:cNvPr>
          <p:cNvSpPr>
            <a:spLocks noChangeArrowheads="1"/>
          </p:cNvSpPr>
          <p:nvPr/>
        </p:nvSpPr>
        <p:spPr bwMode="auto">
          <a:xfrm>
            <a:off x="1238250" y="95250"/>
            <a:ext cx="7916863"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6" tIns="45714" rIns="91426" bIns="45714" anchor="b"/>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r>
              <a:rPr lang="en-US" altLang="en-US" sz="3200" b="1">
                <a:solidFill>
                  <a:srgbClr val="006699"/>
                </a:solidFill>
                <a:latin typeface="Arial" panose="020B0604020202020204" pitchFamily="34" charset="0"/>
              </a:rPr>
              <a:t>Single Resource allocation </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a:extLst>
              <a:ext uri="{FF2B5EF4-FFF2-40B4-BE49-F238E27FC236}">
                <a16:creationId xmlns:a16="http://schemas.microsoft.com/office/drawing/2014/main" id="{5B38A6BB-2A9E-DB8B-690E-6CC92B8FFF2B}"/>
              </a:ext>
            </a:extLst>
          </p:cNvPr>
          <p:cNvSpPr>
            <a:spLocks noGrp="1" noChangeArrowheads="1"/>
          </p:cNvSpPr>
          <p:nvPr>
            <p:ph type="title"/>
          </p:nvPr>
        </p:nvSpPr>
        <p:spPr>
          <a:xfrm>
            <a:off x="1274763" y="204788"/>
            <a:ext cx="7688262" cy="576262"/>
          </a:xfrm>
        </p:spPr>
        <p:txBody>
          <a:bodyPr/>
          <a:lstStyle/>
          <a:p>
            <a:pPr eaLnBrk="1" hangingPunct="1"/>
            <a:r>
              <a:rPr lang="en-US" altLang="en-US"/>
              <a:t>A Monitor to Allocate Single Resource</a:t>
            </a:r>
          </a:p>
        </p:txBody>
      </p:sp>
      <p:sp>
        <p:nvSpPr>
          <p:cNvPr id="112643" name="Rectangle 3">
            <a:extLst>
              <a:ext uri="{FF2B5EF4-FFF2-40B4-BE49-F238E27FC236}">
                <a16:creationId xmlns:a16="http://schemas.microsoft.com/office/drawing/2014/main" id="{0FB33E15-E56A-5364-9912-B9473FB60162}"/>
              </a:ext>
            </a:extLst>
          </p:cNvPr>
          <p:cNvSpPr>
            <a:spLocks noGrp="1" noChangeArrowheads="1"/>
          </p:cNvSpPr>
          <p:nvPr>
            <p:ph idx="1"/>
          </p:nvPr>
        </p:nvSpPr>
        <p:spPr>
          <a:xfrm>
            <a:off x="1646238" y="766763"/>
            <a:ext cx="6235700" cy="5024437"/>
          </a:xfrm>
        </p:spPr>
        <p:txBody>
          <a:bodyPr/>
          <a:lstStyle/>
          <a:p>
            <a:pPr>
              <a:buFont typeface="Monotype Sorts" pitchFamily="-84" charset="2"/>
              <a:buNone/>
              <a:tabLst>
                <a:tab pos="1368425" algn="l"/>
                <a:tab pos="1712913" algn="l"/>
                <a:tab pos="2335213" algn="l"/>
              </a:tabLst>
            </a:pPr>
            <a:endParaRPr lang="en-US" altLang="en-US" sz="1400"/>
          </a:p>
          <a:p>
            <a:pPr>
              <a:spcBef>
                <a:spcPct val="15000"/>
              </a:spcBef>
              <a:buFont typeface="Monotype Sorts" pitchFamily="-84" charset="2"/>
              <a:buNone/>
              <a:tabLst>
                <a:tab pos="1368425" algn="l"/>
                <a:tab pos="1712913" algn="l"/>
                <a:tab pos="2335213" algn="l"/>
              </a:tabLst>
            </a:pPr>
            <a:r>
              <a:rPr lang="en-US" altLang="en-US" sz="1600">
                <a:solidFill>
                  <a:srgbClr val="000000"/>
                </a:solidFill>
                <a:latin typeface="Courier New" panose="02070309020205020404" pitchFamily="49" charset="0"/>
                <a:cs typeface="Courier New" panose="02070309020205020404" pitchFamily="49" charset="0"/>
              </a:rPr>
              <a:t>monitor ResourceAllocator </a:t>
            </a:r>
          </a:p>
          <a:p>
            <a:pPr>
              <a:spcBef>
                <a:spcPct val="15000"/>
              </a:spcBef>
              <a:buFont typeface="Monotype Sorts" pitchFamily="-84" charset="2"/>
              <a:buNone/>
              <a:tabLst>
                <a:tab pos="1368425" algn="l"/>
                <a:tab pos="1712913" algn="l"/>
                <a:tab pos="2335213" algn="l"/>
              </a:tabLst>
            </a:pPr>
            <a:r>
              <a:rPr lang="en-US" altLang="en-US" sz="1600">
                <a:solidFill>
                  <a:srgbClr val="000000"/>
                </a:solidFill>
                <a:latin typeface="Courier New" panose="02070309020205020404" pitchFamily="49" charset="0"/>
                <a:cs typeface="Courier New" panose="02070309020205020404" pitchFamily="49" charset="0"/>
              </a:rPr>
              <a:t>{ </a:t>
            </a:r>
          </a:p>
          <a:p>
            <a:pPr>
              <a:spcBef>
                <a:spcPct val="15000"/>
              </a:spcBef>
              <a:buFont typeface="Monotype Sorts" pitchFamily="-84" charset="2"/>
              <a:buNone/>
              <a:tabLst>
                <a:tab pos="1368425" algn="l"/>
                <a:tab pos="1712913" algn="l"/>
                <a:tab pos="2335213" algn="l"/>
              </a:tabLst>
            </a:pPr>
            <a:r>
              <a:rPr lang="en-US" altLang="en-US" sz="1600">
                <a:solidFill>
                  <a:srgbClr val="000000"/>
                </a:solidFill>
                <a:latin typeface="Courier New" panose="02070309020205020404" pitchFamily="49" charset="0"/>
                <a:cs typeface="Courier New" panose="02070309020205020404" pitchFamily="49" charset="0"/>
              </a:rPr>
              <a:t>	boolean busy; </a:t>
            </a:r>
          </a:p>
          <a:p>
            <a:pPr>
              <a:spcBef>
                <a:spcPct val="15000"/>
              </a:spcBef>
              <a:buFont typeface="Monotype Sorts" pitchFamily="-84" charset="2"/>
              <a:buNone/>
              <a:tabLst>
                <a:tab pos="1368425" algn="l"/>
                <a:tab pos="1712913" algn="l"/>
                <a:tab pos="2335213" algn="l"/>
              </a:tabLst>
            </a:pPr>
            <a:r>
              <a:rPr lang="en-US" altLang="en-US" sz="1600">
                <a:solidFill>
                  <a:srgbClr val="000000"/>
                </a:solidFill>
                <a:latin typeface="Courier New" panose="02070309020205020404" pitchFamily="49" charset="0"/>
                <a:cs typeface="Courier New" panose="02070309020205020404" pitchFamily="49" charset="0"/>
              </a:rPr>
              <a:t>	condition x; </a:t>
            </a:r>
          </a:p>
          <a:p>
            <a:pPr>
              <a:spcBef>
                <a:spcPct val="15000"/>
              </a:spcBef>
              <a:buFont typeface="Monotype Sorts" pitchFamily="-84" charset="2"/>
              <a:buNone/>
              <a:tabLst>
                <a:tab pos="1368425" algn="l"/>
                <a:tab pos="1712913" algn="l"/>
                <a:tab pos="2335213" algn="l"/>
              </a:tabLst>
            </a:pPr>
            <a:r>
              <a:rPr lang="en-US" altLang="en-US" sz="1600">
                <a:solidFill>
                  <a:srgbClr val="000000"/>
                </a:solidFill>
                <a:latin typeface="Courier New" panose="02070309020205020404" pitchFamily="49" charset="0"/>
                <a:cs typeface="Courier New" panose="02070309020205020404" pitchFamily="49" charset="0"/>
              </a:rPr>
              <a:t>	void acquire(int time) { </a:t>
            </a:r>
          </a:p>
          <a:p>
            <a:pPr>
              <a:spcBef>
                <a:spcPct val="15000"/>
              </a:spcBef>
              <a:buFont typeface="Monotype Sorts" pitchFamily="-84" charset="2"/>
              <a:buNone/>
              <a:tabLst>
                <a:tab pos="1368425" algn="l"/>
                <a:tab pos="1712913" algn="l"/>
                <a:tab pos="2335213" algn="l"/>
              </a:tabLst>
            </a:pPr>
            <a:r>
              <a:rPr lang="en-US" altLang="en-US" sz="1600">
                <a:solidFill>
                  <a:srgbClr val="000000"/>
                </a:solidFill>
                <a:latin typeface="Courier New" panose="02070309020205020404" pitchFamily="49" charset="0"/>
                <a:cs typeface="Courier New" panose="02070309020205020404" pitchFamily="49" charset="0"/>
              </a:rPr>
              <a:t>		if (busy) </a:t>
            </a:r>
          </a:p>
          <a:p>
            <a:pPr>
              <a:spcBef>
                <a:spcPct val="15000"/>
              </a:spcBef>
              <a:buFont typeface="Monotype Sorts" pitchFamily="-84" charset="2"/>
              <a:buNone/>
              <a:tabLst>
                <a:tab pos="1368425" algn="l"/>
                <a:tab pos="1712913" algn="l"/>
                <a:tab pos="2335213" algn="l"/>
              </a:tabLst>
            </a:pPr>
            <a:r>
              <a:rPr lang="en-US" altLang="en-US" sz="1600">
                <a:solidFill>
                  <a:srgbClr val="000000"/>
                </a:solidFill>
                <a:latin typeface="Courier New" panose="02070309020205020404" pitchFamily="49" charset="0"/>
                <a:cs typeface="Courier New" panose="02070309020205020404" pitchFamily="49" charset="0"/>
              </a:rPr>
              <a:t>			x.wait(time); </a:t>
            </a:r>
          </a:p>
          <a:p>
            <a:pPr>
              <a:spcBef>
                <a:spcPct val="15000"/>
              </a:spcBef>
              <a:buFont typeface="Monotype Sorts" pitchFamily="-84" charset="2"/>
              <a:buNone/>
              <a:tabLst>
                <a:tab pos="1368425" algn="l"/>
                <a:tab pos="1712913" algn="l"/>
                <a:tab pos="2335213" algn="l"/>
              </a:tabLst>
            </a:pPr>
            <a:r>
              <a:rPr lang="en-US" altLang="en-US" sz="1600">
                <a:solidFill>
                  <a:srgbClr val="000000"/>
                </a:solidFill>
                <a:latin typeface="Courier New" panose="02070309020205020404" pitchFamily="49" charset="0"/>
                <a:cs typeface="Courier New" panose="02070309020205020404" pitchFamily="49" charset="0"/>
              </a:rPr>
              <a:t>		busy = TRUE; </a:t>
            </a:r>
          </a:p>
          <a:p>
            <a:pPr>
              <a:spcBef>
                <a:spcPct val="15000"/>
              </a:spcBef>
              <a:buFont typeface="Monotype Sorts" pitchFamily="-84" charset="2"/>
              <a:buNone/>
              <a:tabLst>
                <a:tab pos="1368425" algn="l"/>
                <a:tab pos="1712913" algn="l"/>
                <a:tab pos="2335213" algn="l"/>
              </a:tabLst>
            </a:pPr>
            <a:r>
              <a:rPr lang="en-US" altLang="en-US" sz="1600">
                <a:solidFill>
                  <a:srgbClr val="000000"/>
                </a:solidFill>
                <a:latin typeface="Courier New" panose="02070309020205020404" pitchFamily="49" charset="0"/>
                <a:cs typeface="Courier New" panose="02070309020205020404" pitchFamily="49" charset="0"/>
              </a:rPr>
              <a:t>	} </a:t>
            </a:r>
          </a:p>
          <a:p>
            <a:pPr>
              <a:spcBef>
                <a:spcPct val="15000"/>
              </a:spcBef>
              <a:buFont typeface="Monotype Sorts" pitchFamily="-84" charset="2"/>
              <a:buNone/>
              <a:tabLst>
                <a:tab pos="1368425" algn="l"/>
                <a:tab pos="1712913" algn="l"/>
                <a:tab pos="2335213" algn="l"/>
              </a:tabLst>
            </a:pPr>
            <a:r>
              <a:rPr lang="en-US" altLang="en-US" sz="1600">
                <a:solidFill>
                  <a:srgbClr val="000000"/>
                </a:solidFill>
                <a:latin typeface="Courier New" panose="02070309020205020404" pitchFamily="49" charset="0"/>
                <a:cs typeface="Courier New" panose="02070309020205020404" pitchFamily="49" charset="0"/>
              </a:rPr>
              <a:t>	void release() { </a:t>
            </a:r>
          </a:p>
          <a:p>
            <a:pPr>
              <a:spcBef>
                <a:spcPct val="15000"/>
              </a:spcBef>
              <a:buFont typeface="Monotype Sorts" pitchFamily="-84" charset="2"/>
              <a:buNone/>
              <a:tabLst>
                <a:tab pos="1368425" algn="l"/>
                <a:tab pos="1712913" algn="l"/>
                <a:tab pos="2335213" algn="l"/>
              </a:tabLst>
            </a:pPr>
            <a:r>
              <a:rPr lang="en-US" altLang="en-US" sz="1600">
                <a:solidFill>
                  <a:srgbClr val="000000"/>
                </a:solidFill>
                <a:latin typeface="Courier New" panose="02070309020205020404" pitchFamily="49" charset="0"/>
                <a:cs typeface="Courier New" panose="02070309020205020404" pitchFamily="49" charset="0"/>
              </a:rPr>
              <a:t>		busy = FALSE; </a:t>
            </a:r>
          </a:p>
          <a:p>
            <a:pPr>
              <a:spcBef>
                <a:spcPct val="15000"/>
              </a:spcBef>
              <a:buFont typeface="Monotype Sorts" pitchFamily="-84" charset="2"/>
              <a:buNone/>
              <a:tabLst>
                <a:tab pos="1368425" algn="l"/>
                <a:tab pos="1712913" algn="l"/>
                <a:tab pos="2335213" algn="l"/>
              </a:tabLst>
            </a:pPr>
            <a:r>
              <a:rPr lang="en-US" altLang="en-US" sz="1600">
                <a:solidFill>
                  <a:srgbClr val="000000"/>
                </a:solidFill>
                <a:latin typeface="Courier New" panose="02070309020205020404" pitchFamily="49" charset="0"/>
                <a:cs typeface="Courier New" panose="02070309020205020404" pitchFamily="49" charset="0"/>
              </a:rPr>
              <a:t>		x.signal(); </a:t>
            </a:r>
          </a:p>
          <a:p>
            <a:pPr>
              <a:spcBef>
                <a:spcPct val="15000"/>
              </a:spcBef>
              <a:buFont typeface="Monotype Sorts" pitchFamily="-84" charset="2"/>
              <a:buNone/>
              <a:tabLst>
                <a:tab pos="1368425" algn="l"/>
                <a:tab pos="1712913" algn="l"/>
                <a:tab pos="2335213" algn="l"/>
              </a:tabLst>
            </a:pPr>
            <a:r>
              <a:rPr lang="en-US" altLang="en-US" sz="1600">
                <a:solidFill>
                  <a:srgbClr val="000000"/>
                </a:solidFill>
                <a:latin typeface="Courier New" panose="02070309020205020404" pitchFamily="49" charset="0"/>
                <a:cs typeface="Courier New" panose="02070309020205020404" pitchFamily="49" charset="0"/>
              </a:rPr>
              <a:t>	} </a:t>
            </a:r>
          </a:p>
          <a:p>
            <a:pPr>
              <a:spcBef>
                <a:spcPct val="15000"/>
              </a:spcBef>
              <a:buFont typeface="Monotype Sorts" pitchFamily="-84" charset="2"/>
              <a:buNone/>
              <a:tabLst>
                <a:tab pos="1368425" algn="l"/>
                <a:tab pos="1712913" algn="l"/>
                <a:tab pos="2335213" algn="l"/>
              </a:tabLst>
            </a:pPr>
            <a:r>
              <a:rPr lang="en-US" altLang="en-US" sz="1600">
                <a:solidFill>
                  <a:srgbClr val="000000"/>
                </a:solidFill>
                <a:latin typeface="Courier New" panose="02070309020205020404" pitchFamily="49" charset="0"/>
                <a:cs typeface="Courier New" panose="02070309020205020404" pitchFamily="49" charset="0"/>
              </a:rPr>
              <a:t>initialization code() {</a:t>
            </a:r>
          </a:p>
          <a:p>
            <a:pPr>
              <a:spcBef>
                <a:spcPct val="15000"/>
              </a:spcBef>
              <a:buFont typeface="Monotype Sorts" pitchFamily="-84" charset="2"/>
              <a:buNone/>
              <a:tabLst>
                <a:tab pos="1368425" algn="l"/>
                <a:tab pos="1712913" algn="l"/>
                <a:tab pos="2335213" algn="l"/>
              </a:tabLst>
            </a:pPr>
            <a:r>
              <a:rPr lang="en-US" altLang="en-US" sz="1600">
                <a:solidFill>
                  <a:srgbClr val="000000"/>
                </a:solidFill>
                <a:latin typeface="Courier New" panose="02070309020205020404" pitchFamily="49" charset="0"/>
                <a:cs typeface="Courier New" panose="02070309020205020404" pitchFamily="49" charset="0"/>
              </a:rPr>
              <a:t>	 busy = FALSE; </a:t>
            </a:r>
          </a:p>
          <a:p>
            <a:pPr>
              <a:spcBef>
                <a:spcPct val="15000"/>
              </a:spcBef>
              <a:buFont typeface="Monotype Sorts" pitchFamily="-84" charset="2"/>
              <a:buNone/>
              <a:tabLst>
                <a:tab pos="1368425" algn="l"/>
                <a:tab pos="1712913" algn="l"/>
                <a:tab pos="2335213" algn="l"/>
              </a:tabLst>
            </a:pPr>
            <a:r>
              <a:rPr lang="en-US" altLang="en-US" sz="1600">
                <a:solidFill>
                  <a:srgbClr val="000000"/>
                </a:solidFill>
                <a:latin typeface="Courier New" panose="02070309020205020404" pitchFamily="49" charset="0"/>
                <a:cs typeface="Courier New" panose="02070309020205020404" pitchFamily="49" charset="0"/>
              </a:rPr>
              <a:t>	}</a:t>
            </a:r>
          </a:p>
          <a:p>
            <a:pPr>
              <a:spcBef>
                <a:spcPct val="15000"/>
              </a:spcBef>
              <a:buFont typeface="Monotype Sorts" pitchFamily="-84" charset="2"/>
              <a:buNone/>
              <a:tabLst>
                <a:tab pos="1368425" algn="l"/>
                <a:tab pos="1712913" algn="l"/>
                <a:tab pos="2335213" algn="l"/>
              </a:tabLst>
            </a:pPr>
            <a:r>
              <a:rPr lang="en-US" altLang="en-US" sz="1600">
                <a:solidFill>
                  <a:srgbClr val="000000"/>
                </a:solidFill>
                <a:latin typeface="Courier New" panose="02070309020205020404" pitchFamily="49" charset="0"/>
                <a:cs typeface="Courier New" panose="02070309020205020404" pitchFamily="49" charset="0"/>
              </a:rPr>
              <a:t>}</a:t>
            </a:r>
            <a:r>
              <a:rPr lang="en-US" altLang="en-US" sz="1600" b="1"/>
              <a:t>	</a:t>
            </a:r>
            <a:r>
              <a:rPr lang="en-US" altLang="en-US" sz="1400" b="1"/>
              <a:t>	</a:t>
            </a:r>
            <a:r>
              <a:rPr lang="en-US" altLang="en-US" sz="1400"/>
              <a:t>	</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a:extLst>
              <a:ext uri="{FF2B5EF4-FFF2-40B4-BE49-F238E27FC236}">
                <a16:creationId xmlns:a16="http://schemas.microsoft.com/office/drawing/2014/main" id="{7E56066F-6F5E-4CA3-B345-3829F18099E1}"/>
              </a:ext>
            </a:extLst>
          </p:cNvPr>
          <p:cNvSpPr>
            <a:spLocks noGrp="1" noChangeArrowheads="1"/>
          </p:cNvSpPr>
          <p:nvPr>
            <p:ph type="title"/>
          </p:nvPr>
        </p:nvSpPr>
        <p:spPr>
          <a:xfrm>
            <a:off x="1157288" y="188913"/>
            <a:ext cx="7529512" cy="576262"/>
          </a:xfrm>
        </p:spPr>
        <p:txBody>
          <a:bodyPr/>
          <a:lstStyle/>
          <a:p>
            <a:pPr eaLnBrk="1" hangingPunct="1"/>
            <a:r>
              <a:rPr lang="en-US" altLang="en-US"/>
              <a:t>Synchronization Examples</a:t>
            </a:r>
          </a:p>
        </p:txBody>
      </p:sp>
      <p:sp>
        <p:nvSpPr>
          <p:cNvPr id="114691" name="Rectangle 3">
            <a:extLst>
              <a:ext uri="{FF2B5EF4-FFF2-40B4-BE49-F238E27FC236}">
                <a16:creationId xmlns:a16="http://schemas.microsoft.com/office/drawing/2014/main" id="{15F5ACE7-C736-269F-BAA5-876B3715732F}"/>
              </a:ext>
            </a:extLst>
          </p:cNvPr>
          <p:cNvSpPr>
            <a:spLocks noGrp="1" noChangeArrowheads="1"/>
          </p:cNvSpPr>
          <p:nvPr>
            <p:ph idx="1"/>
          </p:nvPr>
        </p:nvSpPr>
        <p:spPr/>
        <p:txBody>
          <a:bodyPr/>
          <a:lstStyle/>
          <a:p>
            <a:r>
              <a:rPr lang="en-US" altLang="en-US"/>
              <a:t>Solaris</a:t>
            </a:r>
          </a:p>
          <a:p>
            <a:r>
              <a:rPr lang="en-US" altLang="en-US"/>
              <a:t>Windows</a:t>
            </a:r>
          </a:p>
          <a:p>
            <a:r>
              <a:rPr lang="en-US" altLang="en-US"/>
              <a:t>Linux</a:t>
            </a:r>
          </a:p>
          <a:p>
            <a:r>
              <a:rPr lang="en-US" altLang="en-US"/>
              <a:t>Pthreads</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a:extLst>
              <a:ext uri="{FF2B5EF4-FFF2-40B4-BE49-F238E27FC236}">
                <a16:creationId xmlns:a16="http://schemas.microsoft.com/office/drawing/2014/main" id="{F0687DF2-D35B-F259-116D-63FD6E5B259A}"/>
              </a:ext>
            </a:extLst>
          </p:cNvPr>
          <p:cNvSpPr>
            <a:spLocks noGrp="1" noChangeArrowheads="1"/>
          </p:cNvSpPr>
          <p:nvPr>
            <p:ph type="title"/>
          </p:nvPr>
        </p:nvSpPr>
        <p:spPr>
          <a:xfrm>
            <a:off x="1111250" y="161925"/>
            <a:ext cx="7575550" cy="576263"/>
          </a:xfrm>
        </p:spPr>
        <p:txBody>
          <a:bodyPr/>
          <a:lstStyle/>
          <a:p>
            <a:pPr eaLnBrk="1" hangingPunct="1"/>
            <a:r>
              <a:rPr lang="en-US" altLang="en-US"/>
              <a:t>Solaris Synchronization</a:t>
            </a:r>
          </a:p>
        </p:txBody>
      </p:sp>
      <p:sp>
        <p:nvSpPr>
          <p:cNvPr id="116739" name="Rectangle 3">
            <a:extLst>
              <a:ext uri="{FF2B5EF4-FFF2-40B4-BE49-F238E27FC236}">
                <a16:creationId xmlns:a16="http://schemas.microsoft.com/office/drawing/2014/main" id="{190EE650-E39D-D443-C479-B5F4A8632088}"/>
              </a:ext>
            </a:extLst>
          </p:cNvPr>
          <p:cNvSpPr>
            <a:spLocks noGrp="1" noChangeArrowheads="1"/>
          </p:cNvSpPr>
          <p:nvPr>
            <p:ph idx="1"/>
          </p:nvPr>
        </p:nvSpPr>
        <p:spPr>
          <a:xfrm>
            <a:off x="820738" y="1058863"/>
            <a:ext cx="7678737" cy="5153025"/>
          </a:xfrm>
        </p:spPr>
        <p:txBody>
          <a:bodyPr/>
          <a:lstStyle/>
          <a:p>
            <a:r>
              <a:rPr lang="en-US" altLang="en-US"/>
              <a:t>Implements a variety of locks to support multitasking, multithreading (including real-time threads), and multiprocessing</a:t>
            </a:r>
          </a:p>
          <a:p>
            <a:r>
              <a:rPr lang="en-US" altLang="en-US"/>
              <a:t>Uses </a:t>
            </a:r>
            <a:r>
              <a:rPr lang="en-US" altLang="en-US" b="1">
                <a:solidFill>
                  <a:srgbClr val="3366FF"/>
                </a:solidFill>
              </a:rPr>
              <a:t>adaptive mutexes</a:t>
            </a:r>
            <a:r>
              <a:rPr lang="en-US" altLang="en-US">
                <a:solidFill>
                  <a:srgbClr val="3366FF"/>
                </a:solidFill>
              </a:rPr>
              <a:t> </a:t>
            </a:r>
            <a:r>
              <a:rPr lang="en-US" altLang="en-US"/>
              <a:t>for efficiency when protecting data from short code segments</a:t>
            </a:r>
          </a:p>
          <a:p>
            <a:pPr lvl="1"/>
            <a:r>
              <a:rPr lang="en-US" altLang="en-US" sz="1600"/>
              <a:t>Starts as a standard semaphore spin-lock</a:t>
            </a:r>
          </a:p>
          <a:p>
            <a:pPr lvl="1"/>
            <a:r>
              <a:rPr lang="en-US" altLang="en-US" sz="1600"/>
              <a:t>If lock held, and by a thread running on another CPU, spins</a:t>
            </a:r>
          </a:p>
          <a:p>
            <a:pPr lvl="1"/>
            <a:r>
              <a:rPr lang="en-US" altLang="en-US" sz="1600"/>
              <a:t>If lock held by non-run-state thread, block and sleep waiting for signal of lock being released</a:t>
            </a:r>
          </a:p>
          <a:p>
            <a:r>
              <a:rPr lang="en-US" altLang="en-US"/>
              <a:t>Uses </a:t>
            </a:r>
            <a:r>
              <a:rPr lang="en-US" altLang="en-US" b="1">
                <a:solidFill>
                  <a:srgbClr val="3366FF"/>
                </a:solidFill>
              </a:rPr>
              <a:t>condition variables</a:t>
            </a:r>
            <a:r>
              <a:rPr lang="en-US" altLang="en-US">
                <a:solidFill>
                  <a:srgbClr val="3366FF"/>
                </a:solidFill>
              </a:rPr>
              <a:t> </a:t>
            </a:r>
            <a:endParaRPr lang="en-US" altLang="en-US"/>
          </a:p>
          <a:p>
            <a:r>
              <a:rPr lang="en-US" altLang="en-US"/>
              <a:t>Uses </a:t>
            </a:r>
            <a:r>
              <a:rPr lang="en-US" altLang="en-US" b="1">
                <a:solidFill>
                  <a:srgbClr val="3366FF"/>
                </a:solidFill>
              </a:rPr>
              <a:t>readers-writers</a:t>
            </a:r>
            <a:r>
              <a:rPr lang="en-US" altLang="en-US">
                <a:solidFill>
                  <a:srgbClr val="3366FF"/>
                </a:solidFill>
              </a:rPr>
              <a:t> </a:t>
            </a:r>
            <a:r>
              <a:rPr lang="en-US" altLang="en-US"/>
              <a:t>locks when longer sections of code need access to data</a:t>
            </a:r>
          </a:p>
          <a:p>
            <a:r>
              <a:rPr lang="en-US" altLang="en-US"/>
              <a:t>Uses </a:t>
            </a:r>
            <a:r>
              <a:rPr lang="en-US" altLang="en-US" b="1">
                <a:solidFill>
                  <a:srgbClr val="3366FF"/>
                </a:solidFill>
              </a:rPr>
              <a:t>turnstiles</a:t>
            </a:r>
            <a:r>
              <a:rPr lang="en-US" altLang="en-US"/>
              <a:t> to order the list of threads waiting to acquire either an adaptive mutex or reader-writer lock</a:t>
            </a:r>
          </a:p>
          <a:p>
            <a:pPr lvl="1"/>
            <a:r>
              <a:rPr lang="en-US" altLang="en-US" sz="1600"/>
              <a:t>Turnstiles are per-lock-holding-thread, not per-object</a:t>
            </a:r>
          </a:p>
          <a:p>
            <a:r>
              <a:rPr lang="en-US" altLang="en-US"/>
              <a:t>Priority-inheritance per-turnstile gives the running thread the highest of the priorities of the threads in its turnstile</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a:extLst>
              <a:ext uri="{FF2B5EF4-FFF2-40B4-BE49-F238E27FC236}">
                <a16:creationId xmlns:a16="http://schemas.microsoft.com/office/drawing/2014/main" id="{8F0C557F-4834-3A00-3F44-EAAF24124202}"/>
              </a:ext>
            </a:extLst>
          </p:cNvPr>
          <p:cNvSpPr>
            <a:spLocks noGrp="1" noChangeArrowheads="1"/>
          </p:cNvSpPr>
          <p:nvPr>
            <p:ph type="title"/>
          </p:nvPr>
        </p:nvSpPr>
        <p:spPr>
          <a:xfrm>
            <a:off x="1082675" y="190500"/>
            <a:ext cx="7604125" cy="576263"/>
          </a:xfrm>
        </p:spPr>
        <p:txBody>
          <a:bodyPr/>
          <a:lstStyle/>
          <a:p>
            <a:pPr eaLnBrk="1" hangingPunct="1"/>
            <a:r>
              <a:rPr lang="en-US" altLang="en-US"/>
              <a:t>Windows Synchronization</a:t>
            </a:r>
          </a:p>
        </p:txBody>
      </p:sp>
      <p:sp>
        <p:nvSpPr>
          <p:cNvPr id="118787" name="Rectangle 3">
            <a:extLst>
              <a:ext uri="{FF2B5EF4-FFF2-40B4-BE49-F238E27FC236}">
                <a16:creationId xmlns:a16="http://schemas.microsoft.com/office/drawing/2014/main" id="{B7F32A48-D1D5-B2D7-64CD-564AAF42A1A3}"/>
              </a:ext>
            </a:extLst>
          </p:cNvPr>
          <p:cNvSpPr>
            <a:spLocks noGrp="1" noChangeArrowheads="1"/>
          </p:cNvSpPr>
          <p:nvPr>
            <p:ph idx="1"/>
          </p:nvPr>
        </p:nvSpPr>
        <p:spPr>
          <a:xfrm>
            <a:off x="806450" y="1233488"/>
            <a:ext cx="6943725" cy="4530725"/>
          </a:xfrm>
        </p:spPr>
        <p:txBody>
          <a:bodyPr/>
          <a:lstStyle/>
          <a:p>
            <a:r>
              <a:rPr lang="en-US" altLang="en-US"/>
              <a:t>Uses interrupt masks to protect access to global resources on uniprocessor systems</a:t>
            </a:r>
          </a:p>
          <a:p>
            <a:r>
              <a:rPr lang="en-US" altLang="en-US"/>
              <a:t>Uses </a:t>
            </a:r>
            <a:r>
              <a:rPr lang="en-US" altLang="en-US" b="1">
                <a:solidFill>
                  <a:srgbClr val="3366FF"/>
                </a:solidFill>
              </a:rPr>
              <a:t>spinlocks </a:t>
            </a:r>
            <a:r>
              <a:rPr lang="en-US" altLang="en-US"/>
              <a:t>on multiprocessor systems</a:t>
            </a:r>
          </a:p>
          <a:p>
            <a:pPr lvl="1"/>
            <a:r>
              <a:rPr lang="en-US" altLang="en-US"/>
              <a:t>Spinlocking-thread will never be preempted</a:t>
            </a:r>
          </a:p>
          <a:p>
            <a:r>
              <a:rPr lang="en-US" altLang="en-US"/>
              <a:t>Also provides </a:t>
            </a:r>
            <a:r>
              <a:rPr lang="en-US" altLang="en-US" b="1">
                <a:solidFill>
                  <a:srgbClr val="3366FF"/>
                </a:solidFill>
              </a:rPr>
              <a:t>dispatcher objects </a:t>
            </a:r>
            <a:r>
              <a:rPr lang="en-US" altLang="en-US">
                <a:solidFill>
                  <a:srgbClr val="000000"/>
                </a:solidFill>
              </a:rPr>
              <a:t>user-land </a:t>
            </a:r>
            <a:r>
              <a:rPr lang="en-US" altLang="en-US"/>
              <a:t>which may act mutexes, semaphores, events, and timers</a:t>
            </a:r>
          </a:p>
          <a:p>
            <a:pPr lvl="1"/>
            <a:r>
              <a:rPr lang="en-US" altLang="en-US" b="1">
                <a:solidFill>
                  <a:srgbClr val="3366FF"/>
                </a:solidFill>
              </a:rPr>
              <a:t>Events</a:t>
            </a:r>
          </a:p>
          <a:p>
            <a:pPr lvl="2"/>
            <a:r>
              <a:rPr lang="en-US" altLang="en-US"/>
              <a:t>An event acts much like a condition variable</a:t>
            </a:r>
          </a:p>
          <a:p>
            <a:pPr lvl="1"/>
            <a:r>
              <a:rPr lang="en-US" altLang="en-US"/>
              <a:t>Timers notify one or more thread when time expired</a:t>
            </a:r>
          </a:p>
          <a:p>
            <a:pPr lvl="1"/>
            <a:r>
              <a:rPr lang="en-US" altLang="en-US"/>
              <a:t>Dispatcher objects either </a:t>
            </a:r>
            <a:r>
              <a:rPr lang="en-US" altLang="en-US" b="1">
                <a:solidFill>
                  <a:srgbClr val="3366FF"/>
                </a:solidFill>
              </a:rPr>
              <a:t>signaled-state </a:t>
            </a:r>
            <a:r>
              <a:rPr lang="en-US" altLang="en-US"/>
              <a:t>(object available) or </a:t>
            </a:r>
            <a:r>
              <a:rPr lang="en-US" altLang="en-US" b="1">
                <a:solidFill>
                  <a:srgbClr val="3366FF"/>
                </a:solidFill>
              </a:rPr>
              <a:t>non-signaled state </a:t>
            </a:r>
            <a:r>
              <a:rPr lang="en-US" altLang="en-US"/>
              <a:t>(thread will block)</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a:extLst>
              <a:ext uri="{FF2B5EF4-FFF2-40B4-BE49-F238E27FC236}">
                <a16:creationId xmlns:a16="http://schemas.microsoft.com/office/drawing/2014/main" id="{8385CECA-EE1C-B659-E9F1-33EE893A1684}"/>
              </a:ext>
            </a:extLst>
          </p:cNvPr>
          <p:cNvSpPr>
            <a:spLocks noGrp="1" noChangeArrowheads="1"/>
          </p:cNvSpPr>
          <p:nvPr>
            <p:ph type="title"/>
          </p:nvPr>
        </p:nvSpPr>
        <p:spPr>
          <a:xfrm>
            <a:off x="998538" y="190500"/>
            <a:ext cx="7688262" cy="576263"/>
          </a:xfrm>
        </p:spPr>
        <p:txBody>
          <a:bodyPr/>
          <a:lstStyle/>
          <a:p>
            <a:pPr eaLnBrk="1" hangingPunct="1"/>
            <a:r>
              <a:rPr lang="en-US" altLang="en-US"/>
              <a:t>Linux Synchronization</a:t>
            </a:r>
          </a:p>
        </p:txBody>
      </p:sp>
      <p:sp>
        <p:nvSpPr>
          <p:cNvPr id="120835" name="Rectangle 3">
            <a:extLst>
              <a:ext uri="{FF2B5EF4-FFF2-40B4-BE49-F238E27FC236}">
                <a16:creationId xmlns:a16="http://schemas.microsoft.com/office/drawing/2014/main" id="{52813588-DA69-9C92-77D6-D0C8AF381895}"/>
              </a:ext>
            </a:extLst>
          </p:cNvPr>
          <p:cNvSpPr>
            <a:spLocks noGrp="1" noChangeArrowheads="1"/>
          </p:cNvSpPr>
          <p:nvPr>
            <p:ph idx="1"/>
          </p:nvPr>
        </p:nvSpPr>
        <p:spPr>
          <a:xfrm>
            <a:off x="849313" y="1117600"/>
            <a:ext cx="6711950" cy="4530725"/>
          </a:xfrm>
        </p:spPr>
        <p:txBody>
          <a:bodyPr/>
          <a:lstStyle/>
          <a:p>
            <a:r>
              <a:rPr lang="en-US" altLang="en-US"/>
              <a:t>Linux:</a:t>
            </a:r>
          </a:p>
          <a:p>
            <a:pPr lvl="1"/>
            <a:r>
              <a:rPr lang="en-US" altLang="en-US"/>
              <a:t>Prior to kernel Version 2.6, disables interrupts to implement short critical sections</a:t>
            </a:r>
          </a:p>
          <a:p>
            <a:pPr lvl="1"/>
            <a:r>
              <a:rPr lang="en-US" altLang="en-US"/>
              <a:t>Version 2.6 and later, fully preemptive</a:t>
            </a:r>
          </a:p>
          <a:p>
            <a:r>
              <a:rPr lang="en-US" altLang="en-US"/>
              <a:t>Linux provides:</a:t>
            </a:r>
          </a:p>
          <a:p>
            <a:pPr lvl="1"/>
            <a:r>
              <a:rPr lang="en-US" altLang="en-US"/>
              <a:t>Semaphores</a:t>
            </a:r>
          </a:p>
          <a:p>
            <a:pPr lvl="1"/>
            <a:r>
              <a:rPr lang="en-US" altLang="en-US"/>
              <a:t>atomic integers</a:t>
            </a:r>
          </a:p>
          <a:p>
            <a:pPr lvl="1"/>
            <a:r>
              <a:rPr lang="en-US" altLang="en-US"/>
              <a:t>spinlocks</a:t>
            </a:r>
          </a:p>
          <a:p>
            <a:pPr lvl="1"/>
            <a:r>
              <a:rPr lang="en-US" altLang="en-US"/>
              <a:t>reader-writer versions of both</a:t>
            </a:r>
          </a:p>
          <a:p>
            <a:r>
              <a:rPr lang="en-US" altLang="en-US"/>
              <a:t>On single-cpu system, spinlocks replaced by enabling and disabling kernel preemption</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a:extLst>
              <a:ext uri="{FF2B5EF4-FFF2-40B4-BE49-F238E27FC236}">
                <a16:creationId xmlns:a16="http://schemas.microsoft.com/office/drawing/2014/main" id="{C2017B49-ECCA-7C0F-C5BF-56D9C2FF4D3C}"/>
              </a:ext>
            </a:extLst>
          </p:cNvPr>
          <p:cNvSpPr>
            <a:spLocks noGrp="1" noChangeArrowheads="1"/>
          </p:cNvSpPr>
          <p:nvPr>
            <p:ph type="title"/>
          </p:nvPr>
        </p:nvSpPr>
        <p:spPr>
          <a:xfrm>
            <a:off x="1203325" y="190500"/>
            <a:ext cx="7483475" cy="576263"/>
          </a:xfrm>
        </p:spPr>
        <p:txBody>
          <a:bodyPr/>
          <a:lstStyle/>
          <a:p>
            <a:pPr eaLnBrk="1" hangingPunct="1"/>
            <a:r>
              <a:rPr lang="en-US" altLang="en-US"/>
              <a:t>Pthreads Synchronization</a:t>
            </a:r>
          </a:p>
        </p:txBody>
      </p:sp>
      <p:sp>
        <p:nvSpPr>
          <p:cNvPr id="122883" name="Rectangle 3">
            <a:extLst>
              <a:ext uri="{FF2B5EF4-FFF2-40B4-BE49-F238E27FC236}">
                <a16:creationId xmlns:a16="http://schemas.microsoft.com/office/drawing/2014/main" id="{572772CA-01EE-144A-46FE-BBDED5FDD0B2}"/>
              </a:ext>
            </a:extLst>
          </p:cNvPr>
          <p:cNvSpPr>
            <a:spLocks noGrp="1" noChangeArrowheads="1"/>
          </p:cNvSpPr>
          <p:nvPr>
            <p:ph type="body" sz="half" idx="1"/>
          </p:nvPr>
        </p:nvSpPr>
        <p:spPr>
          <a:xfrm>
            <a:off x="935038" y="1181100"/>
            <a:ext cx="7429500" cy="4613275"/>
          </a:xfrm>
        </p:spPr>
        <p:txBody>
          <a:bodyPr/>
          <a:lstStyle/>
          <a:p>
            <a:r>
              <a:rPr lang="en-US" altLang="en-US"/>
              <a:t>Pthreads API is OS-independent</a:t>
            </a:r>
          </a:p>
          <a:p>
            <a:r>
              <a:rPr lang="en-US" altLang="en-US"/>
              <a:t>It provides:</a:t>
            </a:r>
          </a:p>
          <a:p>
            <a:pPr lvl="1"/>
            <a:r>
              <a:rPr lang="en-US" altLang="en-US"/>
              <a:t>mutex locks</a:t>
            </a:r>
          </a:p>
          <a:p>
            <a:pPr lvl="1"/>
            <a:r>
              <a:rPr lang="en-US" altLang="en-US"/>
              <a:t>condition variable</a:t>
            </a:r>
          </a:p>
          <a:p>
            <a:r>
              <a:rPr lang="en-US" altLang="en-US"/>
              <a:t>Non-portable extensions include:</a:t>
            </a:r>
          </a:p>
          <a:p>
            <a:pPr lvl="1"/>
            <a:r>
              <a:rPr lang="en-US" altLang="en-US"/>
              <a:t>read-write locks</a:t>
            </a:r>
          </a:p>
          <a:p>
            <a:pPr lvl="1"/>
            <a:r>
              <a:rPr lang="en-US" altLang="en-US"/>
              <a:t>spinlocks</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a:extLst>
              <a:ext uri="{FF2B5EF4-FFF2-40B4-BE49-F238E27FC236}">
                <a16:creationId xmlns:a16="http://schemas.microsoft.com/office/drawing/2014/main" id="{D5E50243-53A3-DE8E-C98F-AF4D17CC29E8}"/>
              </a:ext>
            </a:extLst>
          </p:cNvPr>
          <p:cNvSpPr>
            <a:spLocks noGrp="1" noChangeArrowheads="1"/>
          </p:cNvSpPr>
          <p:nvPr>
            <p:ph type="title"/>
          </p:nvPr>
        </p:nvSpPr>
        <p:spPr>
          <a:xfrm>
            <a:off x="1203325" y="190500"/>
            <a:ext cx="7483475" cy="576263"/>
          </a:xfrm>
        </p:spPr>
        <p:txBody>
          <a:bodyPr/>
          <a:lstStyle/>
          <a:p>
            <a:pPr eaLnBrk="1" hangingPunct="1"/>
            <a:r>
              <a:rPr lang="en-US" altLang="en-US"/>
              <a:t>Alternative Approaches</a:t>
            </a:r>
          </a:p>
        </p:txBody>
      </p:sp>
      <p:sp>
        <p:nvSpPr>
          <p:cNvPr id="124931" name="Rectangle 3">
            <a:extLst>
              <a:ext uri="{FF2B5EF4-FFF2-40B4-BE49-F238E27FC236}">
                <a16:creationId xmlns:a16="http://schemas.microsoft.com/office/drawing/2014/main" id="{FABC9425-506F-DE67-C6A2-2F54770A5974}"/>
              </a:ext>
            </a:extLst>
          </p:cNvPr>
          <p:cNvSpPr>
            <a:spLocks noGrp="1" noChangeArrowheads="1"/>
          </p:cNvSpPr>
          <p:nvPr>
            <p:ph type="body" sz="half" idx="1"/>
          </p:nvPr>
        </p:nvSpPr>
        <p:spPr>
          <a:xfrm>
            <a:off x="935038" y="1181100"/>
            <a:ext cx="7429500" cy="4613275"/>
          </a:xfrm>
        </p:spPr>
        <p:txBody>
          <a:bodyPr/>
          <a:lstStyle/>
          <a:p>
            <a:r>
              <a:rPr lang="en-US" altLang="en-US"/>
              <a:t>Transactional Memory</a:t>
            </a:r>
            <a:br>
              <a:rPr lang="en-US" altLang="en-US"/>
            </a:br>
            <a:endParaRPr lang="en-US" altLang="en-US"/>
          </a:p>
          <a:p>
            <a:r>
              <a:rPr lang="en-US" altLang="en-US"/>
              <a:t>OpenMP</a:t>
            </a:r>
            <a:br>
              <a:rPr lang="en-US" altLang="en-US"/>
            </a:br>
            <a:endParaRPr lang="en-US" altLang="en-US"/>
          </a:p>
          <a:p>
            <a:r>
              <a:rPr lang="en-US" altLang="en-US"/>
              <a:t>Functional Programming Languages</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3">
            <a:extLst>
              <a:ext uri="{FF2B5EF4-FFF2-40B4-BE49-F238E27FC236}">
                <a16:creationId xmlns:a16="http://schemas.microsoft.com/office/drawing/2014/main" id="{8F0DB25B-13E4-6FEB-8CF5-430E78FE72AA}"/>
              </a:ext>
            </a:extLst>
          </p:cNvPr>
          <p:cNvSpPr>
            <a:spLocks noGrp="1" noChangeArrowheads="1"/>
          </p:cNvSpPr>
          <p:nvPr>
            <p:ph idx="1"/>
          </p:nvPr>
        </p:nvSpPr>
        <p:spPr>
          <a:xfrm>
            <a:off x="928688" y="771525"/>
            <a:ext cx="7021512" cy="5268913"/>
          </a:xfrm>
        </p:spPr>
        <p:txBody>
          <a:bodyPr/>
          <a:lstStyle/>
          <a:p>
            <a:pPr>
              <a:lnSpc>
                <a:spcPct val="80000"/>
              </a:lnSpc>
              <a:buFont typeface="Monotype Sorts" pitchFamily="-84" charset="2"/>
              <a:buNone/>
            </a:pPr>
            <a:endParaRPr lang="en-US" altLang="en-US" sz="1600">
              <a:solidFill>
                <a:srgbClr val="0000FF"/>
              </a:solidFill>
            </a:endParaRPr>
          </a:p>
          <a:p>
            <a:pPr>
              <a:lnSpc>
                <a:spcPct val="80000"/>
              </a:lnSpc>
            </a:pPr>
            <a:r>
              <a:rPr lang="en-US" altLang="en-US"/>
              <a:t>A </a:t>
            </a:r>
            <a:r>
              <a:rPr lang="en-US" altLang="en-US" b="1"/>
              <a:t>memory transaction </a:t>
            </a:r>
            <a:r>
              <a:rPr lang="en-US" altLang="en-US"/>
              <a:t>is a sequence of read-write operations to memory that are performed atomically.</a:t>
            </a:r>
          </a:p>
          <a:p>
            <a:pPr>
              <a:lnSpc>
                <a:spcPct val="80000"/>
              </a:lnSpc>
              <a:buFont typeface="Monotype Sorts" pitchFamily="-84" charset="2"/>
              <a:buNone/>
            </a:pPr>
            <a:endParaRPr lang="en-US" altLang="en-US" b="1">
              <a:solidFill>
                <a:srgbClr val="000000"/>
              </a:solidFill>
              <a:latin typeface="Courier New" panose="02070309020205020404" pitchFamily="49" charset="0"/>
              <a:cs typeface="Courier New" panose="02070309020205020404" pitchFamily="49" charset="0"/>
            </a:endParaRPr>
          </a:p>
          <a:p>
            <a:pPr>
              <a:lnSpc>
                <a:spcPct val="80000"/>
              </a:lnSpc>
              <a:buFont typeface="Monotype Sorts" pitchFamily="-84" charset="2"/>
              <a:buNone/>
            </a:pPr>
            <a:r>
              <a:rPr lang="en-US" altLang="en-US" b="1">
                <a:solidFill>
                  <a:srgbClr val="000000"/>
                </a:solidFill>
                <a:latin typeface="Courier New" panose="02070309020205020404" pitchFamily="49" charset="0"/>
                <a:cs typeface="Courier New" panose="02070309020205020404" pitchFamily="49" charset="0"/>
              </a:rPr>
              <a:t>              </a:t>
            </a:r>
            <a:r>
              <a:rPr lang="en-US" altLang="en-US" sz="2000" b="1">
                <a:solidFill>
                  <a:srgbClr val="000000"/>
                </a:solidFill>
                <a:latin typeface="Courier New" panose="02070309020205020404" pitchFamily="49" charset="0"/>
                <a:cs typeface="Courier New" panose="02070309020205020404" pitchFamily="49" charset="0"/>
              </a:rPr>
              <a:t>void update()</a:t>
            </a:r>
          </a:p>
          <a:p>
            <a:pPr>
              <a:lnSpc>
                <a:spcPct val="80000"/>
              </a:lnSpc>
              <a:buFont typeface="Monotype Sorts" pitchFamily="-84" charset="2"/>
              <a:buNone/>
            </a:pPr>
            <a:r>
              <a:rPr lang="en-US" altLang="en-US" sz="2000" b="1">
                <a:solidFill>
                  <a:srgbClr val="000000"/>
                </a:solidFill>
                <a:latin typeface="Courier New" panose="02070309020205020404" pitchFamily="49" charset="0"/>
                <a:cs typeface="Courier New" panose="02070309020205020404" pitchFamily="49" charset="0"/>
              </a:rPr>
              <a:t>			 {</a:t>
            </a:r>
          </a:p>
          <a:p>
            <a:pPr>
              <a:lnSpc>
                <a:spcPct val="80000"/>
              </a:lnSpc>
              <a:buFont typeface="Monotype Sorts" pitchFamily="-84" charset="2"/>
              <a:buNone/>
            </a:pPr>
            <a:r>
              <a:rPr lang="en-US" altLang="en-US" sz="2000" b="1">
                <a:solidFill>
                  <a:srgbClr val="000000"/>
                </a:solidFill>
                <a:latin typeface="Courier New" panose="02070309020205020404" pitchFamily="49" charset="0"/>
                <a:cs typeface="Courier New" panose="02070309020205020404" pitchFamily="49" charset="0"/>
              </a:rPr>
              <a:t>				/* read/write memory */</a:t>
            </a:r>
          </a:p>
          <a:p>
            <a:pPr>
              <a:lnSpc>
                <a:spcPct val="80000"/>
              </a:lnSpc>
              <a:buFont typeface="Monotype Sorts" pitchFamily="-84" charset="2"/>
              <a:buNone/>
            </a:pPr>
            <a:r>
              <a:rPr lang="en-US" altLang="en-US" sz="2000" b="1">
                <a:solidFill>
                  <a:srgbClr val="000000"/>
                </a:solidFill>
                <a:latin typeface="Courier New" panose="02070309020205020404" pitchFamily="49" charset="0"/>
                <a:cs typeface="Courier New" panose="02070309020205020404" pitchFamily="49" charset="0"/>
              </a:rPr>
              <a:t>			  }</a:t>
            </a:r>
          </a:p>
          <a:p>
            <a:pPr>
              <a:lnSpc>
                <a:spcPct val="80000"/>
              </a:lnSpc>
              <a:buFont typeface="Monotype Sorts" pitchFamily="-84" charset="2"/>
              <a:buNone/>
            </a:pPr>
            <a:endParaRPr lang="en-US" altLang="en-US">
              <a:solidFill>
                <a:srgbClr val="0000FF"/>
              </a:solidFill>
            </a:endParaRPr>
          </a:p>
          <a:p>
            <a:pPr>
              <a:lnSpc>
                <a:spcPct val="80000"/>
              </a:lnSpc>
              <a:buFont typeface="Monotype Sorts" pitchFamily="-84" charset="2"/>
              <a:buNone/>
            </a:pPr>
            <a:endParaRPr lang="en-US" altLang="en-US" i="1">
              <a:solidFill>
                <a:srgbClr val="0000FF"/>
              </a:solidFill>
            </a:endParaRPr>
          </a:p>
          <a:p>
            <a:pPr>
              <a:lnSpc>
                <a:spcPct val="80000"/>
              </a:lnSpc>
              <a:buFont typeface="Monotype Sorts" pitchFamily="-84" charset="2"/>
              <a:buNone/>
            </a:pPr>
            <a:endParaRPr lang="en-US" altLang="en-US">
              <a:solidFill>
                <a:srgbClr val="0000FF"/>
              </a:solidFill>
            </a:endParaRPr>
          </a:p>
        </p:txBody>
      </p:sp>
      <p:sp>
        <p:nvSpPr>
          <p:cNvPr id="126979" name="Rectangle 2">
            <a:extLst>
              <a:ext uri="{FF2B5EF4-FFF2-40B4-BE49-F238E27FC236}">
                <a16:creationId xmlns:a16="http://schemas.microsoft.com/office/drawing/2014/main" id="{B9698E50-ECB2-2663-C69C-95168F2C3972}"/>
              </a:ext>
            </a:extLst>
          </p:cNvPr>
          <p:cNvSpPr>
            <a:spLocks noChangeArrowheads="1"/>
          </p:cNvSpPr>
          <p:nvPr/>
        </p:nvSpPr>
        <p:spPr bwMode="auto">
          <a:xfrm>
            <a:off x="1238250" y="95250"/>
            <a:ext cx="7916863"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6" tIns="45714" rIns="91426" bIns="45714" anchor="b"/>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r>
              <a:rPr lang="en-US" altLang="en-US" sz="3200" b="1">
                <a:solidFill>
                  <a:srgbClr val="006699"/>
                </a:solidFill>
                <a:latin typeface="Arial" panose="020B0604020202020204" pitchFamily="34" charset="0"/>
              </a:rPr>
              <a:t>Transactional Memory</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3">
            <a:extLst>
              <a:ext uri="{FF2B5EF4-FFF2-40B4-BE49-F238E27FC236}">
                <a16:creationId xmlns:a16="http://schemas.microsoft.com/office/drawing/2014/main" id="{C95F7ABA-7182-690F-CBE5-7D4913712FCE}"/>
              </a:ext>
            </a:extLst>
          </p:cNvPr>
          <p:cNvSpPr>
            <a:spLocks noGrp="1" noChangeArrowheads="1"/>
          </p:cNvSpPr>
          <p:nvPr>
            <p:ph idx="1"/>
          </p:nvPr>
        </p:nvSpPr>
        <p:spPr>
          <a:xfrm>
            <a:off x="928688" y="771525"/>
            <a:ext cx="7021512" cy="5268913"/>
          </a:xfrm>
        </p:spPr>
        <p:txBody>
          <a:bodyPr/>
          <a:lstStyle/>
          <a:p>
            <a:pPr>
              <a:lnSpc>
                <a:spcPct val="80000"/>
              </a:lnSpc>
              <a:buFont typeface="Monotype Sorts" pitchFamily="-84" charset="2"/>
              <a:buNone/>
            </a:pPr>
            <a:endParaRPr lang="en-US" altLang="en-US" sz="1600">
              <a:solidFill>
                <a:srgbClr val="0000FF"/>
              </a:solidFill>
            </a:endParaRPr>
          </a:p>
          <a:p>
            <a:pPr>
              <a:lnSpc>
                <a:spcPct val="80000"/>
              </a:lnSpc>
            </a:pPr>
            <a:r>
              <a:rPr lang="en-US" altLang="en-US"/>
              <a:t>OpenMP is a set of compiler directives and API that support parallel progamming.</a:t>
            </a:r>
          </a:p>
          <a:p>
            <a:pPr>
              <a:lnSpc>
                <a:spcPct val="80000"/>
              </a:lnSpc>
              <a:buFont typeface="Monotype Sorts" pitchFamily="-84" charset="2"/>
              <a:buNone/>
            </a:pPr>
            <a:endParaRPr lang="en-US" altLang="en-US" b="1">
              <a:solidFill>
                <a:srgbClr val="000000"/>
              </a:solidFill>
              <a:latin typeface="Courier New" panose="02070309020205020404" pitchFamily="49" charset="0"/>
              <a:cs typeface="Courier New" panose="02070309020205020404" pitchFamily="49" charset="0"/>
            </a:endParaRPr>
          </a:p>
          <a:p>
            <a:pPr>
              <a:lnSpc>
                <a:spcPct val="80000"/>
              </a:lnSpc>
              <a:buFont typeface="Monotype Sorts" pitchFamily="-84" charset="2"/>
              <a:buNone/>
            </a:pPr>
            <a:r>
              <a:rPr lang="en-US" altLang="en-US" b="1">
                <a:solidFill>
                  <a:srgbClr val="000000"/>
                </a:solidFill>
                <a:latin typeface="Courier New" panose="02070309020205020404" pitchFamily="49" charset="0"/>
                <a:cs typeface="Courier New" panose="02070309020205020404" pitchFamily="49" charset="0"/>
              </a:rPr>
              <a:t>              </a:t>
            </a:r>
            <a:r>
              <a:rPr lang="en-US" altLang="en-US" sz="2000" b="1">
                <a:solidFill>
                  <a:srgbClr val="000000"/>
                </a:solidFill>
                <a:latin typeface="Courier New" panose="02070309020205020404" pitchFamily="49" charset="0"/>
                <a:cs typeface="Courier New" panose="02070309020205020404" pitchFamily="49" charset="0"/>
              </a:rPr>
              <a:t>void update(int value)</a:t>
            </a:r>
          </a:p>
          <a:p>
            <a:pPr>
              <a:lnSpc>
                <a:spcPct val="80000"/>
              </a:lnSpc>
              <a:buFont typeface="Monotype Sorts" pitchFamily="-84" charset="2"/>
              <a:buNone/>
            </a:pPr>
            <a:r>
              <a:rPr lang="en-US" altLang="en-US" sz="2000" b="1">
                <a:solidFill>
                  <a:srgbClr val="000000"/>
                </a:solidFill>
                <a:latin typeface="Courier New" panose="02070309020205020404" pitchFamily="49" charset="0"/>
                <a:cs typeface="Courier New" panose="02070309020205020404" pitchFamily="49" charset="0"/>
              </a:rPr>
              <a:t>			 {</a:t>
            </a:r>
          </a:p>
          <a:p>
            <a:pPr>
              <a:lnSpc>
                <a:spcPct val="80000"/>
              </a:lnSpc>
              <a:buFont typeface="Monotype Sorts" pitchFamily="-84" charset="2"/>
              <a:buNone/>
            </a:pPr>
            <a:r>
              <a:rPr lang="en-US" altLang="en-US" sz="2000" b="1">
                <a:solidFill>
                  <a:srgbClr val="000000"/>
                </a:solidFill>
                <a:latin typeface="Courier New" panose="02070309020205020404" pitchFamily="49" charset="0"/>
                <a:cs typeface="Courier New" panose="02070309020205020404" pitchFamily="49" charset="0"/>
              </a:rPr>
              <a:t>				#pragma omp critical</a:t>
            </a:r>
          </a:p>
          <a:p>
            <a:pPr>
              <a:lnSpc>
                <a:spcPct val="80000"/>
              </a:lnSpc>
              <a:buFont typeface="Monotype Sorts" pitchFamily="-84" charset="2"/>
              <a:buNone/>
            </a:pPr>
            <a:r>
              <a:rPr lang="en-US" altLang="en-US" sz="2000" b="1">
                <a:solidFill>
                  <a:srgbClr val="000000"/>
                </a:solidFill>
                <a:latin typeface="Courier New" panose="02070309020205020404" pitchFamily="49" charset="0"/>
                <a:cs typeface="Courier New" panose="02070309020205020404" pitchFamily="49" charset="0"/>
              </a:rPr>
              <a:t>				{</a:t>
            </a:r>
          </a:p>
          <a:p>
            <a:pPr>
              <a:lnSpc>
                <a:spcPct val="80000"/>
              </a:lnSpc>
              <a:buFont typeface="Monotype Sorts" pitchFamily="-84" charset="2"/>
              <a:buNone/>
            </a:pPr>
            <a:r>
              <a:rPr lang="en-US" altLang="en-US" sz="2000" b="1">
                <a:solidFill>
                  <a:srgbClr val="000000"/>
                </a:solidFill>
                <a:latin typeface="Courier New" panose="02070309020205020404" pitchFamily="49" charset="0"/>
                <a:cs typeface="Courier New" panose="02070309020205020404" pitchFamily="49" charset="0"/>
              </a:rPr>
              <a:t>					count += value</a:t>
            </a:r>
          </a:p>
          <a:p>
            <a:pPr>
              <a:lnSpc>
                <a:spcPct val="80000"/>
              </a:lnSpc>
              <a:buFont typeface="Monotype Sorts" pitchFamily="-84" charset="2"/>
              <a:buNone/>
            </a:pPr>
            <a:r>
              <a:rPr lang="en-US" altLang="en-US" sz="2000" b="1">
                <a:solidFill>
                  <a:srgbClr val="000000"/>
                </a:solidFill>
                <a:latin typeface="Courier New" panose="02070309020205020404" pitchFamily="49" charset="0"/>
                <a:cs typeface="Courier New" panose="02070309020205020404" pitchFamily="49" charset="0"/>
              </a:rPr>
              <a:t>				}</a:t>
            </a:r>
          </a:p>
          <a:p>
            <a:pPr>
              <a:lnSpc>
                <a:spcPct val="80000"/>
              </a:lnSpc>
              <a:buFont typeface="Monotype Sorts" pitchFamily="-84" charset="2"/>
              <a:buNone/>
            </a:pPr>
            <a:r>
              <a:rPr lang="en-US" altLang="en-US" sz="2000" b="1">
                <a:solidFill>
                  <a:srgbClr val="000000"/>
                </a:solidFill>
                <a:latin typeface="Courier New" panose="02070309020205020404" pitchFamily="49" charset="0"/>
                <a:cs typeface="Courier New" panose="02070309020205020404" pitchFamily="49" charset="0"/>
              </a:rPr>
              <a:t>			  }</a:t>
            </a:r>
          </a:p>
          <a:p>
            <a:pPr>
              <a:lnSpc>
                <a:spcPct val="80000"/>
              </a:lnSpc>
              <a:buFont typeface="Monotype Sorts" pitchFamily="-84" charset="2"/>
              <a:buNone/>
            </a:pPr>
            <a:endParaRPr lang="en-US" altLang="en-US">
              <a:solidFill>
                <a:srgbClr val="0000FF"/>
              </a:solidFill>
            </a:endParaRPr>
          </a:p>
          <a:p>
            <a:pPr>
              <a:lnSpc>
                <a:spcPct val="80000"/>
              </a:lnSpc>
              <a:buFont typeface="Monotype Sorts" pitchFamily="-84" charset="2"/>
              <a:buNone/>
            </a:pPr>
            <a:r>
              <a:rPr lang="en-US" altLang="en-US"/>
              <a:t>The code contained within the </a:t>
            </a:r>
            <a:r>
              <a:rPr lang="en-US" altLang="en-US" b="1">
                <a:latin typeface="Courier New" panose="02070309020205020404" pitchFamily="49" charset="0"/>
                <a:cs typeface="Courier New" panose="02070309020205020404" pitchFamily="49" charset="0"/>
              </a:rPr>
              <a:t>#pragma omp critical </a:t>
            </a:r>
            <a:r>
              <a:rPr lang="en-US" altLang="en-US"/>
              <a:t>directive is treated as a critical section and performed atomically.</a:t>
            </a:r>
          </a:p>
          <a:p>
            <a:pPr>
              <a:lnSpc>
                <a:spcPct val="80000"/>
              </a:lnSpc>
              <a:buFont typeface="Monotype Sorts" pitchFamily="-84" charset="2"/>
              <a:buNone/>
            </a:pPr>
            <a:endParaRPr lang="en-US" altLang="en-US">
              <a:solidFill>
                <a:srgbClr val="0000FF"/>
              </a:solidFill>
            </a:endParaRPr>
          </a:p>
        </p:txBody>
      </p:sp>
      <p:sp>
        <p:nvSpPr>
          <p:cNvPr id="129027" name="Rectangle 2">
            <a:extLst>
              <a:ext uri="{FF2B5EF4-FFF2-40B4-BE49-F238E27FC236}">
                <a16:creationId xmlns:a16="http://schemas.microsoft.com/office/drawing/2014/main" id="{D78119AC-BCCD-2682-F1F7-D7715DE4085F}"/>
              </a:ext>
            </a:extLst>
          </p:cNvPr>
          <p:cNvSpPr>
            <a:spLocks noChangeArrowheads="1"/>
          </p:cNvSpPr>
          <p:nvPr/>
        </p:nvSpPr>
        <p:spPr bwMode="auto">
          <a:xfrm>
            <a:off x="1238250" y="95250"/>
            <a:ext cx="7916863"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6" tIns="45714" rIns="91426" bIns="45714" anchor="b"/>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r>
              <a:rPr lang="en-US" altLang="en-US" sz="3200" b="1">
                <a:solidFill>
                  <a:srgbClr val="006699"/>
                </a:solidFill>
                <a:latin typeface="Arial" panose="020B0604020202020204" pitchFamily="34" charset="0"/>
              </a:rPr>
              <a:t>OpenMP</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3">
            <a:extLst>
              <a:ext uri="{FF2B5EF4-FFF2-40B4-BE49-F238E27FC236}">
                <a16:creationId xmlns:a16="http://schemas.microsoft.com/office/drawing/2014/main" id="{D23EEC40-2BDA-A89E-40BD-C419B6B31BF3}"/>
              </a:ext>
            </a:extLst>
          </p:cNvPr>
          <p:cNvSpPr>
            <a:spLocks noGrp="1" noChangeArrowheads="1"/>
          </p:cNvSpPr>
          <p:nvPr>
            <p:ph idx="1"/>
          </p:nvPr>
        </p:nvSpPr>
        <p:spPr>
          <a:xfrm>
            <a:off x="892175" y="914400"/>
            <a:ext cx="7021513" cy="5268913"/>
          </a:xfrm>
        </p:spPr>
        <p:txBody>
          <a:bodyPr/>
          <a:lstStyle/>
          <a:p>
            <a:pPr>
              <a:lnSpc>
                <a:spcPct val="80000"/>
              </a:lnSpc>
              <a:buFont typeface="Monotype Sorts" pitchFamily="-84" charset="2"/>
              <a:buNone/>
            </a:pPr>
            <a:endParaRPr lang="en-US" altLang="en-US" sz="1600">
              <a:solidFill>
                <a:srgbClr val="0000FF"/>
              </a:solidFill>
            </a:endParaRPr>
          </a:p>
          <a:p>
            <a:pPr>
              <a:lnSpc>
                <a:spcPct val="80000"/>
              </a:lnSpc>
            </a:pPr>
            <a:r>
              <a:rPr lang="en-US" altLang="en-US"/>
              <a:t>Functional programming languages offer a different paradigm than procedural languages in that they do not maintain state. </a:t>
            </a:r>
            <a:br>
              <a:rPr lang="en-US" altLang="en-US"/>
            </a:br>
            <a:endParaRPr lang="en-US" altLang="en-US"/>
          </a:p>
          <a:p>
            <a:pPr>
              <a:lnSpc>
                <a:spcPct val="80000"/>
              </a:lnSpc>
            </a:pPr>
            <a:r>
              <a:rPr lang="en-US" altLang="en-US"/>
              <a:t>Variables are treated as immutable and cannot change state once they have been assigned a value.</a:t>
            </a:r>
            <a:br>
              <a:rPr lang="en-US" altLang="en-US"/>
            </a:br>
            <a:endParaRPr lang="en-US" altLang="en-US"/>
          </a:p>
          <a:p>
            <a:pPr>
              <a:lnSpc>
                <a:spcPct val="80000"/>
              </a:lnSpc>
            </a:pPr>
            <a:r>
              <a:rPr lang="en-US" altLang="en-US"/>
              <a:t>There is increasing interest in functional languages such as Erlang and Scala for their approach in handling data races.</a:t>
            </a:r>
          </a:p>
          <a:p>
            <a:pPr>
              <a:lnSpc>
                <a:spcPct val="80000"/>
              </a:lnSpc>
              <a:buFont typeface="Monotype Sorts" pitchFamily="-84" charset="2"/>
              <a:buNone/>
            </a:pPr>
            <a:endParaRPr lang="en-US" altLang="en-US" b="1">
              <a:solidFill>
                <a:srgbClr val="000000"/>
              </a:solidFill>
              <a:latin typeface="Courier New" panose="02070309020205020404" pitchFamily="49" charset="0"/>
              <a:cs typeface="Courier New" panose="02070309020205020404" pitchFamily="49" charset="0"/>
            </a:endParaRPr>
          </a:p>
          <a:p>
            <a:pPr>
              <a:lnSpc>
                <a:spcPct val="80000"/>
              </a:lnSpc>
              <a:buFont typeface="Monotype Sorts" pitchFamily="-84" charset="2"/>
              <a:buNone/>
            </a:pPr>
            <a:r>
              <a:rPr lang="en-US" altLang="en-US" b="1">
                <a:solidFill>
                  <a:srgbClr val="000000"/>
                </a:solidFill>
                <a:latin typeface="Courier New" panose="02070309020205020404" pitchFamily="49" charset="0"/>
                <a:cs typeface="Courier New" panose="02070309020205020404" pitchFamily="49" charset="0"/>
              </a:rPr>
              <a:t>              </a:t>
            </a:r>
            <a:endParaRPr lang="en-US" altLang="en-US">
              <a:solidFill>
                <a:srgbClr val="0000FF"/>
              </a:solidFill>
            </a:endParaRPr>
          </a:p>
        </p:txBody>
      </p:sp>
      <p:sp>
        <p:nvSpPr>
          <p:cNvPr id="131075" name="Rectangle 2">
            <a:extLst>
              <a:ext uri="{FF2B5EF4-FFF2-40B4-BE49-F238E27FC236}">
                <a16:creationId xmlns:a16="http://schemas.microsoft.com/office/drawing/2014/main" id="{46B0D8A7-C802-A3B5-3A68-4A14A8C9BAB0}"/>
              </a:ext>
            </a:extLst>
          </p:cNvPr>
          <p:cNvSpPr>
            <a:spLocks noChangeArrowheads="1"/>
          </p:cNvSpPr>
          <p:nvPr/>
        </p:nvSpPr>
        <p:spPr bwMode="auto">
          <a:xfrm>
            <a:off x="1004888" y="-14288"/>
            <a:ext cx="8213725" cy="7397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6" tIns="45714" rIns="91426" bIns="45714" anchor="b"/>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r>
              <a:rPr lang="en-US" altLang="en-US" sz="3200" b="1">
                <a:solidFill>
                  <a:srgbClr val="006699"/>
                </a:solidFill>
                <a:latin typeface="Arial" panose="020B0604020202020204" pitchFamily="34" charset="0"/>
              </a:rPr>
              <a:t>Functional Programming Languages</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a:extLst>
              <a:ext uri="{FF2B5EF4-FFF2-40B4-BE49-F238E27FC236}">
                <a16:creationId xmlns:a16="http://schemas.microsoft.com/office/drawing/2014/main" id="{72C31AC2-594A-4550-07C2-8F2FE6A5C769}"/>
              </a:ext>
            </a:extLst>
          </p:cNvPr>
          <p:cNvSpPr>
            <a:spLocks noGrp="1" noChangeArrowheads="1"/>
          </p:cNvSpPr>
          <p:nvPr>
            <p:ph type="ctrTitle"/>
          </p:nvPr>
        </p:nvSpPr>
        <p:spPr/>
        <p:txBody>
          <a:bodyPr/>
          <a:lstStyle/>
          <a:p>
            <a:pPr eaLnBrk="1" hangingPunct="1"/>
            <a:r>
              <a:rPr lang="en-US" altLang="en-US"/>
              <a:t>End of Chapter 5</a:t>
            </a:r>
          </a:p>
        </p:txBody>
      </p:sp>
    </p:spTree>
  </p:cSld>
  <p:clrMapOvr>
    <a:masterClrMapping/>
  </p:clrMapOvr>
</p:sld>
</file>

<file path=ppt/theme/theme1.xml><?xml version="1.0" encoding="utf-8"?>
<a:theme xmlns:a="http://schemas.openxmlformats.org/drawingml/2006/main" name="os-8">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s-8">
      <a:majorFont>
        <a:latin typeface="Arial"/>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lnDef>
  </a:objectDefaults>
  <a:extraClrSchemeLst>
    <a:extraClrScheme>
      <a:clrScheme name="os-8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os-8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os-8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os-8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os-8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OS8</Template>
  <TotalTime>11330</TotalTime>
  <Words>4555</Words>
  <Application>Microsoft Office PowerPoint</Application>
  <PresentationFormat>On-screen Show (4:3)</PresentationFormat>
  <Paragraphs>705</Paragraphs>
  <Slides>66</Slides>
  <Notes>61</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66</vt:i4>
      </vt:variant>
    </vt:vector>
  </HeadingPairs>
  <TitlesOfParts>
    <vt:vector size="79" baseType="lpstr">
      <vt:lpstr>Verdana</vt:lpstr>
      <vt:lpstr>MS PGothic</vt:lpstr>
      <vt:lpstr>Arial</vt:lpstr>
      <vt:lpstr>Helvetica</vt:lpstr>
      <vt:lpstr>Monotype Sorts</vt:lpstr>
      <vt:lpstr>Webdings</vt:lpstr>
      <vt:lpstr>Times New Roman</vt:lpstr>
      <vt:lpstr>Courier</vt:lpstr>
      <vt:lpstr>Courier New</vt:lpstr>
      <vt:lpstr>Wingdings 2</vt:lpstr>
      <vt:lpstr>Symbol</vt:lpstr>
      <vt:lpstr>MT Extra</vt:lpstr>
      <vt:lpstr>os-8</vt:lpstr>
      <vt:lpstr>Chapter 5:  Process Synchronization</vt:lpstr>
      <vt:lpstr>Chapter 5: Process Synchronization</vt:lpstr>
      <vt:lpstr>Objectives</vt:lpstr>
      <vt:lpstr>Background</vt:lpstr>
      <vt:lpstr>Producer </vt:lpstr>
      <vt:lpstr>Consumer</vt:lpstr>
      <vt:lpstr>Race Condition</vt:lpstr>
      <vt:lpstr>Critical Section Problem</vt:lpstr>
      <vt:lpstr>Critical Section</vt:lpstr>
      <vt:lpstr>Algorithm for Process Pi</vt:lpstr>
      <vt:lpstr>Solution to Critical-Section Problem</vt:lpstr>
      <vt:lpstr>Critical-Section Handling in OS </vt:lpstr>
      <vt:lpstr>Peterson’s Solution</vt:lpstr>
      <vt:lpstr>Algorithm for Process Pi</vt:lpstr>
      <vt:lpstr>Peterson’s Solution (Cont.)</vt:lpstr>
      <vt:lpstr>Synchronization Hardware</vt:lpstr>
      <vt:lpstr>Solution to Critical-section Problem Using Locks</vt:lpstr>
      <vt:lpstr>test_and_set  Instruction </vt:lpstr>
      <vt:lpstr>Solution using test_and_set()</vt:lpstr>
      <vt:lpstr>compare_and_swap Instruction</vt:lpstr>
      <vt:lpstr>Solution using compare_and_swap</vt:lpstr>
      <vt:lpstr>Bounded-waiting Mutual Exclusion with test_and_set</vt:lpstr>
      <vt:lpstr>Mutex Locks</vt:lpstr>
      <vt:lpstr>acquire() and release()</vt:lpstr>
      <vt:lpstr>Semaphore</vt:lpstr>
      <vt:lpstr>Semaphore Usage</vt:lpstr>
      <vt:lpstr>Semaphore Implementation</vt:lpstr>
      <vt:lpstr>Semaphore Implementation with no Busy waiting </vt:lpstr>
      <vt:lpstr>Implementation with no Busy waiting (Cont.)</vt:lpstr>
      <vt:lpstr>Deadlock and Starvation</vt:lpstr>
      <vt:lpstr>Classical Problems of Synchronization</vt:lpstr>
      <vt:lpstr>Bounded-Buffer Problem</vt:lpstr>
      <vt:lpstr>Bounded Buffer Problem (Cont.)</vt:lpstr>
      <vt:lpstr>Bounded Buffer Problem (Cont.)</vt:lpstr>
      <vt:lpstr>Readers-Writers Problem</vt:lpstr>
      <vt:lpstr>Readers-Writers Problem (Cont.)</vt:lpstr>
      <vt:lpstr>Readers-Writers Problem (Cont.)</vt:lpstr>
      <vt:lpstr>Readers-Writers Problem Variations</vt:lpstr>
      <vt:lpstr>Dining-Philosophers Problem</vt:lpstr>
      <vt:lpstr>  Dining-Philosophers Problem Algorithm</vt:lpstr>
      <vt:lpstr>Dining-Philosophers Problem Algorithm (Cont.)</vt:lpstr>
      <vt:lpstr>Problems with Semaphores</vt:lpstr>
      <vt:lpstr>Monitors</vt:lpstr>
      <vt:lpstr>Schematic view of a Monitor</vt:lpstr>
      <vt:lpstr>Condition Variables</vt:lpstr>
      <vt:lpstr> Monitor with Condition Variables</vt:lpstr>
      <vt:lpstr>Condition Variables Choices</vt:lpstr>
      <vt:lpstr>Monitor Solution to Dining Philosophers</vt:lpstr>
      <vt:lpstr>Solution to Dining Philosophers (Cont.)</vt:lpstr>
      <vt:lpstr>PowerPoint Presentation</vt:lpstr>
      <vt:lpstr>Monitor Implementation Using Semaphores</vt:lpstr>
      <vt:lpstr>Monitor Implementation – Condition Variables</vt:lpstr>
      <vt:lpstr>Monitor Implementation (Cont.)</vt:lpstr>
      <vt:lpstr>Resuming Processes within a Monitor</vt:lpstr>
      <vt:lpstr>PowerPoint Presentation</vt:lpstr>
      <vt:lpstr>A Monitor to Allocate Single Resource</vt:lpstr>
      <vt:lpstr>Synchronization Examples</vt:lpstr>
      <vt:lpstr>Solaris Synchronization</vt:lpstr>
      <vt:lpstr>Windows Synchronization</vt:lpstr>
      <vt:lpstr>Linux Synchronization</vt:lpstr>
      <vt:lpstr>Pthreads Synchronization</vt:lpstr>
      <vt:lpstr>Alternative Approaches</vt:lpstr>
      <vt:lpstr>PowerPoint Presentation</vt:lpstr>
      <vt:lpstr>PowerPoint Presentation</vt:lpstr>
      <vt:lpstr>PowerPoint Presentation</vt:lpstr>
      <vt:lpstr>End of Chapter 5</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dc:title>
  <dc:creator>Lucent End User</dc:creator>
  <cp:lastModifiedBy>S Bhavani</cp:lastModifiedBy>
  <cp:revision>221</cp:revision>
  <cp:lastPrinted>2013-09-18T17:45:18Z</cp:lastPrinted>
  <dcterms:created xsi:type="dcterms:W3CDTF">2011-01-13T23:43:38Z</dcterms:created>
  <dcterms:modified xsi:type="dcterms:W3CDTF">2026-04-07T06:35:13Z</dcterms:modified>
</cp:coreProperties>
</file>
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4" r:id="rId1"/>
  </p:sldMasterIdLst>
  <p:notesMasterIdLst>
    <p:notesMasterId r:id="rId80"/>
  </p:notesMasterIdLst>
  <p:handoutMasterIdLst>
    <p:handoutMasterId r:id="rId81"/>
  </p:handoutMasterIdLst>
  <p:sldIdLst>
    <p:sldId id="331" r:id="rId2"/>
    <p:sldId id="332" r:id="rId3"/>
    <p:sldId id="333" r:id="rId4"/>
    <p:sldId id="334" r:id="rId5"/>
    <p:sldId id="335" r:id="rId6"/>
    <p:sldId id="407" r:id="rId7"/>
    <p:sldId id="336" r:id="rId8"/>
    <p:sldId id="337" r:id="rId9"/>
    <p:sldId id="338" r:id="rId10"/>
    <p:sldId id="339" r:id="rId11"/>
    <p:sldId id="340" r:id="rId12"/>
    <p:sldId id="341" r:id="rId13"/>
    <p:sldId id="342" r:id="rId14"/>
    <p:sldId id="343" r:id="rId15"/>
    <p:sldId id="344" r:id="rId16"/>
    <p:sldId id="345" r:id="rId17"/>
    <p:sldId id="346" r:id="rId18"/>
    <p:sldId id="347" r:id="rId19"/>
    <p:sldId id="348" r:id="rId20"/>
    <p:sldId id="349" r:id="rId21"/>
    <p:sldId id="350" r:id="rId22"/>
    <p:sldId id="351" r:id="rId23"/>
    <p:sldId id="352" r:id="rId24"/>
    <p:sldId id="353" r:id="rId25"/>
    <p:sldId id="354" r:id="rId26"/>
    <p:sldId id="355" r:id="rId27"/>
    <p:sldId id="356" r:id="rId28"/>
    <p:sldId id="357" r:id="rId29"/>
    <p:sldId id="358" r:id="rId30"/>
    <p:sldId id="359" r:id="rId31"/>
    <p:sldId id="360" r:id="rId32"/>
    <p:sldId id="361" r:id="rId33"/>
    <p:sldId id="362" r:id="rId34"/>
    <p:sldId id="363" r:id="rId35"/>
    <p:sldId id="364" r:id="rId36"/>
    <p:sldId id="365" r:id="rId37"/>
    <p:sldId id="366" r:id="rId38"/>
    <p:sldId id="367" r:id="rId39"/>
    <p:sldId id="368" r:id="rId40"/>
    <p:sldId id="369" r:id="rId41"/>
    <p:sldId id="370" r:id="rId42"/>
    <p:sldId id="371" r:id="rId43"/>
    <p:sldId id="372" r:id="rId44"/>
    <p:sldId id="373" r:id="rId45"/>
    <p:sldId id="374" r:id="rId46"/>
    <p:sldId id="375" r:id="rId47"/>
    <p:sldId id="376" r:id="rId48"/>
    <p:sldId id="377" r:id="rId49"/>
    <p:sldId id="378" r:id="rId50"/>
    <p:sldId id="379" r:id="rId51"/>
    <p:sldId id="380" r:id="rId52"/>
    <p:sldId id="381" r:id="rId53"/>
    <p:sldId id="382" r:id="rId54"/>
    <p:sldId id="383" r:id="rId55"/>
    <p:sldId id="384" r:id="rId56"/>
    <p:sldId id="385" r:id="rId57"/>
    <p:sldId id="386" r:id="rId58"/>
    <p:sldId id="387" r:id="rId59"/>
    <p:sldId id="388" r:id="rId60"/>
    <p:sldId id="389" r:id="rId61"/>
    <p:sldId id="390" r:id="rId62"/>
    <p:sldId id="391" r:id="rId63"/>
    <p:sldId id="392" r:id="rId64"/>
    <p:sldId id="393" r:id="rId65"/>
    <p:sldId id="394" r:id="rId66"/>
    <p:sldId id="395" r:id="rId67"/>
    <p:sldId id="396" r:id="rId68"/>
    <p:sldId id="408" r:id="rId69"/>
    <p:sldId id="397" r:id="rId70"/>
    <p:sldId id="398" r:id="rId71"/>
    <p:sldId id="399" r:id="rId72"/>
    <p:sldId id="400" r:id="rId73"/>
    <p:sldId id="401" r:id="rId74"/>
    <p:sldId id="402" r:id="rId75"/>
    <p:sldId id="403" r:id="rId76"/>
    <p:sldId id="404" r:id="rId77"/>
    <p:sldId id="405" r:id="rId78"/>
    <p:sldId id="406" r:id="rId79"/>
  </p:sldIdLst>
  <p:sldSz cx="9144000" cy="6858000" type="screen4x3"/>
  <p:notesSz cx="7086600" cy="93726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16">
          <p15:clr>
            <a:srgbClr val="A4A3A4"/>
          </p15:clr>
        </p15:guide>
        <p15:guide id="2" pos="4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CCECFF"/>
    <a:srgbClr val="66CCFF"/>
    <a:srgbClr val="CCFFFF"/>
    <a:srgbClr val="F8F8F8"/>
    <a:srgbClr val="EAEAEA"/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271" autoAdjust="0"/>
    <p:restoredTop sz="94660"/>
  </p:normalViewPr>
  <p:slideViewPr>
    <p:cSldViewPr snapToGrid="0">
      <p:cViewPr varScale="1">
        <p:scale>
          <a:sx n="77" d="100"/>
          <a:sy n="77" d="100"/>
        </p:scale>
        <p:origin x="1680" y="53"/>
      </p:cViewPr>
      <p:guideLst>
        <p:guide orient="horz" pos="816"/>
        <p:guide pos="44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208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theme" Target="theme/theme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notesMaster" Target="notesMasters/notesMaster1.xml"/><Relationship Id="rId85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61" Type="http://schemas.openxmlformats.org/officeDocument/2006/relationships/slide" Target="slides/slide60.xml"/><Relationship Id="rId82" Type="http://schemas.openxmlformats.org/officeDocument/2006/relationships/presProps" Target="presProps.xml"/></Relationships>
</file>

<file path=ppt/_rels/viewProps.xml.rels><?xml version="1.0" encoding="UTF-8" standalone="yes"?>
<Relationships xmlns="http://schemas.openxmlformats.org/package/2006/relationships"><Relationship Id="rId2" Type="http://schemas.openxmlformats.org/officeDocument/2006/relationships/slide" Target="slides/slide78.xml"/><Relationship Id="rId1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A06D7AB0-5F72-5D61-874C-A1626960854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06738" cy="446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9090" tIns="44546" rIns="89090" bIns="44546" numCol="1" anchor="ctr" anchorCtr="0" compatLnSpc="1">
            <a:prstTxWarp prst="textNoShape">
              <a:avLst/>
            </a:prstTxWarp>
          </a:bodyPr>
          <a:lstStyle>
            <a:lvl1pPr defTabSz="891460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EA878982-23F1-3985-1869-04E8D569A5D8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94150" y="0"/>
            <a:ext cx="3105150" cy="446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9090" tIns="44546" rIns="89090" bIns="44546" numCol="1" anchor="ctr" anchorCtr="0" compatLnSpc="1">
            <a:prstTxWarp prst="textNoShape">
              <a:avLst/>
            </a:prstTxWarp>
          </a:bodyPr>
          <a:lstStyle>
            <a:lvl1pPr algn="r" defTabSz="891460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4" name="Rectangle 4">
            <a:extLst>
              <a:ext uri="{FF2B5EF4-FFF2-40B4-BE49-F238E27FC236}">
                <a16:creationId xmlns:a16="http://schemas.microsoft.com/office/drawing/2014/main" id="{627AB64C-A5EB-D545-89A3-86F1B2CF6BDB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939213"/>
            <a:ext cx="3106738" cy="446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9090" tIns="44546" rIns="89090" bIns="44546" numCol="1" anchor="b" anchorCtr="0" compatLnSpc="1">
            <a:prstTxWarp prst="textNoShape">
              <a:avLst/>
            </a:prstTxWarp>
          </a:bodyPr>
          <a:lstStyle>
            <a:lvl1pPr defTabSz="891460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5" name="Rectangle 5">
            <a:extLst>
              <a:ext uri="{FF2B5EF4-FFF2-40B4-BE49-F238E27FC236}">
                <a16:creationId xmlns:a16="http://schemas.microsoft.com/office/drawing/2014/main" id="{2B690F21-2A0E-7B2F-D924-A6C04FCEB235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94150" y="8939213"/>
            <a:ext cx="3105150" cy="446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9090" tIns="44546" rIns="89090" bIns="44546" numCol="1" anchor="b" anchorCtr="0" compatLnSpc="1">
            <a:prstTxWarp prst="textNoShape">
              <a:avLst/>
            </a:prstTxWarp>
          </a:bodyPr>
          <a:lstStyle>
            <a:lvl1pPr algn="r" defTabSz="890588">
              <a:defRPr sz="1100">
                <a:latin typeface="Helvetica" panose="020B0604020202020204" pitchFamily="34" charset="0"/>
              </a:defRPr>
            </a:lvl1pPr>
          </a:lstStyle>
          <a:p>
            <a:fld id="{FE16D134-15E5-4BBE-894B-020D2FC47C4A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6F0B23D9-CADC-822B-59EE-24F84D9F764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0225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4035" tIns="47017" rIns="94035" bIns="47017" numCol="1" anchor="ctr" anchorCtr="0" compatLnSpc="1">
            <a:prstTxWarp prst="textNoShape">
              <a:avLst/>
            </a:prstTxWarp>
          </a:bodyPr>
          <a:lstStyle>
            <a:lvl1pPr defTabSz="939909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753A7CF4-3EA1-F319-F136-176B797F324D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016375" y="0"/>
            <a:ext cx="3070225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4035" tIns="47017" rIns="94035" bIns="47017" numCol="1" anchor="ctr" anchorCtr="0" compatLnSpc="1">
            <a:prstTxWarp prst="textNoShape">
              <a:avLst/>
            </a:prstTxWarp>
          </a:bodyPr>
          <a:lstStyle>
            <a:lvl1pPr algn="r" defTabSz="939909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2948" name="Rectangle 4">
            <a:extLst>
              <a:ext uri="{FF2B5EF4-FFF2-40B4-BE49-F238E27FC236}">
                <a16:creationId xmlns:a16="http://schemas.microsoft.com/office/drawing/2014/main" id="{B089C89C-180D-0914-E2E6-84A4208AEA51}"/>
              </a:ext>
            </a:extLst>
          </p:cNvPr>
          <p:cNvSpPr>
            <a:spLocks noChangeArrowheads="1" noTextEdit="1"/>
          </p:cNvSpPr>
          <p:nvPr>
            <p:ph type="sldImg" idx="2"/>
          </p:nvPr>
        </p:nvSpPr>
        <p:spPr bwMode="auto">
          <a:xfrm>
            <a:off x="1200150" y="704850"/>
            <a:ext cx="4687888" cy="35147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22D50224-EC73-64FB-8D76-DC3901D4BC46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4563" y="4452938"/>
            <a:ext cx="5197475" cy="4214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4035" tIns="47017" rIns="94035" bIns="4701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B0B9F44D-792C-7CAB-5876-BD56E55AD15F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905875"/>
            <a:ext cx="3070225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4035" tIns="47017" rIns="94035" bIns="47017" numCol="1" anchor="b" anchorCtr="0" compatLnSpc="1">
            <a:prstTxWarp prst="textNoShape">
              <a:avLst/>
            </a:prstTxWarp>
          </a:bodyPr>
          <a:lstStyle>
            <a:lvl1pPr defTabSz="939909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CA831E3B-F02D-5A66-8BB4-9420B56E358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4035" tIns="47017" rIns="94035" bIns="47017" numCol="1" anchor="b" anchorCtr="0" compatLnSpc="1">
            <a:prstTxWarp prst="textNoShape">
              <a:avLst/>
            </a:prstTxWarp>
          </a:bodyPr>
          <a:lstStyle>
            <a:lvl1pPr algn="r" defTabSz="939800">
              <a:defRPr sz="1200">
                <a:latin typeface="Times New Roman" panose="02020603050405020304" pitchFamily="18" charset="0"/>
              </a:defRPr>
            </a:lvl1pPr>
          </a:lstStyle>
          <a:p>
            <a:fld id="{6F7F49EC-D8AC-411B-AA59-401F975E1D1E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>
            <a:extLst>
              <a:ext uri="{FF2B5EF4-FFF2-40B4-BE49-F238E27FC236}">
                <a16:creationId xmlns:a16="http://schemas.microsoft.com/office/drawing/2014/main" id="{3C09ED39-FF0D-E5BA-3594-E13E72F5872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14A1AA7-B02E-466A-A0DE-2227C60EF7B1}" type="slidenum">
              <a:rPr lang="en-US" altLang="en-US">
                <a:latin typeface="Times New Roman" panose="02020603050405020304" pitchFamily="18" charset="0"/>
              </a:rPr>
              <a:pPr/>
              <a:t>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3971" name="Rectangle 2">
            <a:extLst>
              <a:ext uri="{FF2B5EF4-FFF2-40B4-BE49-F238E27FC236}">
                <a16:creationId xmlns:a16="http://schemas.microsoft.com/office/drawing/2014/main" id="{FE472B1B-D906-1B91-0730-A243839FAD75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2" name="Rectangle 3">
            <a:extLst>
              <a:ext uri="{FF2B5EF4-FFF2-40B4-BE49-F238E27FC236}">
                <a16:creationId xmlns:a16="http://schemas.microsoft.com/office/drawing/2014/main" id="{7A61358A-A20C-7AB8-249C-2930C02D29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>
            <a:extLst>
              <a:ext uri="{FF2B5EF4-FFF2-40B4-BE49-F238E27FC236}">
                <a16:creationId xmlns:a16="http://schemas.microsoft.com/office/drawing/2014/main" id="{0D8401A9-3D3E-ECFF-6776-0C25FFA246F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249DBFB-F029-400E-9704-961821C6F204}" type="slidenum">
              <a:rPr lang="en-US" altLang="en-US">
                <a:latin typeface="Times New Roman" panose="02020603050405020304" pitchFamily="18" charset="0"/>
              </a:rPr>
              <a:pPr/>
              <a:t>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4995" name="Rectangle 2">
            <a:extLst>
              <a:ext uri="{FF2B5EF4-FFF2-40B4-BE49-F238E27FC236}">
                <a16:creationId xmlns:a16="http://schemas.microsoft.com/office/drawing/2014/main" id="{7725DE0F-B3EC-87B3-47E0-CEA59AED2881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6" name="Rectangle 3">
            <a:extLst>
              <a:ext uri="{FF2B5EF4-FFF2-40B4-BE49-F238E27FC236}">
                <a16:creationId xmlns:a16="http://schemas.microsoft.com/office/drawing/2014/main" id="{3FE15EF4-BB36-6A70-0A14-74E042F3BD2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>
            <a:extLst>
              <a:ext uri="{FF2B5EF4-FFF2-40B4-BE49-F238E27FC236}">
                <a16:creationId xmlns:a16="http://schemas.microsoft.com/office/drawing/2014/main" id="{F55C431E-F66E-4E10-BE43-3771702A149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3EA30C9-A50D-431F-9B52-9BB434D75650}" type="slidenum">
              <a:rPr lang="en-US" altLang="en-US">
                <a:latin typeface="Times New Roman" panose="02020603050405020304" pitchFamily="18" charset="0"/>
              </a:rPr>
              <a:pPr/>
              <a:t>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6019" name="Rectangle 2">
            <a:extLst>
              <a:ext uri="{FF2B5EF4-FFF2-40B4-BE49-F238E27FC236}">
                <a16:creationId xmlns:a16="http://schemas.microsoft.com/office/drawing/2014/main" id="{62109081-FDEC-2202-80C9-046331D3E8BE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20" name="Rectangle 3">
            <a:extLst>
              <a:ext uri="{FF2B5EF4-FFF2-40B4-BE49-F238E27FC236}">
                <a16:creationId xmlns:a16="http://schemas.microsoft.com/office/drawing/2014/main" id="{AEEBC27B-B567-9879-9AC3-D63A73B2EF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>
            <a:extLst>
              <a:ext uri="{FF2B5EF4-FFF2-40B4-BE49-F238E27FC236}">
                <a16:creationId xmlns:a16="http://schemas.microsoft.com/office/drawing/2014/main" id="{89E82B4E-C50A-43DD-0A3A-D8B2DD73972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C5EF5F3-257C-4C57-AB1A-790E149B5D33}" type="slidenum">
              <a:rPr lang="en-US" altLang="en-US">
                <a:latin typeface="Times New Roman" panose="02020603050405020304" pitchFamily="18" charset="0"/>
              </a:rPr>
              <a:pPr/>
              <a:t>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7043" name="Rectangle 2">
            <a:extLst>
              <a:ext uri="{FF2B5EF4-FFF2-40B4-BE49-F238E27FC236}">
                <a16:creationId xmlns:a16="http://schemas.microsoft.com/office/drawing/2014/main" id="{4015F153-C60E-8711-D6B6-DE2FF735768B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>
            <a:extLst>
              <a:ext uri="{FF2B5EF4-FFF2-40B4-BE49-F238E27FC236}">
                <a16:creationId xmlns:a16="http://schemas.microsoft.com/office/drawing/2014/main" id="{404CD730-5B42-0C79-F04D-C03521A7FD9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>
            <a:extLst>
              <a:ext uri="{FF2B5EF4-FFF2-40B4-BE49-F238E27FC236}">
                <a16:creationId xmlns:a16="http://schemas.microsoft.com/office/drawing/2014/main" id="{D0F3E9E0-17B3-B488-9428-8FB9CEEA85D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67E5A88-8C34-48BD-8BA5-AD8D47A147E6}" type="slidenum">
              <a:rPr lang="en-US" altLang="en-US">
                <a:latin typeface="Times New Roman" panose="02020603050405020304" pitchFamily="18" charset="0"/>
              </a:rPr>
              <a:pPr/>
              <a:t>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8067" name="Rectangle 2">
            <a:extLst>
              <a:ext uri="{FF2B5EF4-FFF2-40B4-BE49-F238E27FC236}">
                <a16:creationId xmlns:a16="http://schemas.microsoft.com/office/drawing/2014/main" id="{4E355EA3-9316-C783-E064-46A23740D9A6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8" name="Rectangle 3">
            <a:extLst>
              <a:ext uri="{FF2B5EF4-FFF2-40B4-BE49-F238E27FC236}">
                <a16:creationId xmlns:a16="http://schemas.microsoft.com/office/drawing/2014/main" id="{428E5594-381B-581C-D416-4D93DA77C7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>
            <a:extLst>
              <a:ext uri="{FF2B5EF4-FFF2-40B4-BE49-F238E27FC236}">
                <a16:creationId xmlns:a16="http://schemas.microsoft.com/office/drawing/2014/main" id="{1A6F8572-F29F-4BE6-F41D-A8C97962B63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6143617-86F1-4620-988B-377BAFF75745}" type="slidenum">
              <a:rPr lang="en-US" altLang="en-US">
                <a:latin typeface="Times New Roman" panose="02020603050405020304" pitchFamily="18" charset="0"/>
              </a:rPr>
              <a:pPr/>
              <a:t>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9091" name="Rectangle 2">
            <a:extLst>
              <a:ext uri="{FF2B5EF4-FFF2-40B4-BE49-F238E27FC236}">
                <a16:creationId xmlns:a16="http://schemas.microsoft.com/office/drawing/2014/main" id="{4A05BADE-A304-526B-F681-BB2D449999C1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2" name="Rectangle 3">
            <a:extLst>
              <a:ext uri="{FF2B5EF4-FFF2-40B4-BE49-F238E27FC236}">
                <a16:creationId xmlns:a16="http://schemas.microsoft.com/office/drawing/2014/main" id="{A622E43E-A584-1E17-94FB-9CADC0F258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>
            <a:extLst>
              <a:ext uri="{FF2B5EF4-FFF2-40B4-BE49-F238E27FC236}">
                <a16:creationId xmlns:a16="http://schemas.microsoft.com/office/drawing/2014/main" id="{1289DFDD-7FD5-11AF-2D1E-8EC3FDE70FD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FD3C5E9-0BA0-4245-BDB6-266F17F55D27}" type="slidenum">
              <a:rPr lang="en-US" altLang="en-US">
                <a:latin typeface="Times New Roman" panose="02020603050405020304" pitchFamily="18" charset="0"/>
              </a:rPr>
              <a:pPr/>
              <a:t>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0115" name="Rectangle 2">
            <a:extLst>
              <a:ext uri="{FF2B5EF4-FFF2-40B4-BE49-F238E27FC236}">
                <a16:creationId xmlns:a16="http://schemas.microsoft.com/office/drawing/2014/main" id="{929296AF-3067-4937-DA48-519727A6165C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6" name="Rectangle 3">
            <a:extLst>
              <a:ext uri="{FF2B5EF4-FFF2-40B4-BE49-F238E27FC236}">
                <a16:creationId xmlns:a16="http://schemas.microsoft.com/office/drawing/2014/main" id="{0DCB7565-7DB4-69A6-DFB8-574449029A0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>
            <a:extLst>
              <a:ext uri="{FF2B5EF4-FFF2-40B4-BE49-F238E27FC236}">
                <a16:creationId xmlns:a16="http://schemas.microsoft.com/office/drawing/2014/main" id="{2AFB59EA-607F-2A87-A45F-2D4D0D19F06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1DD2343-2432-48A2-8C3C-F727C67B6782}" type="slidenum">
              <a:rPr lang="en-US" altLang="en-US">
                <a:latin typeface="Times New Roman" panose="02020603050405020304" pitchFamily="18" charset="0"/>
              </a:rPr>
              <a:pPr/>
              <a:t>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1139" name="Rectangle 2">
            <a:extLst>
              <a:ext uri="{FF2B5EF4-FFF2-40B4-BE49-F238E27FC236}">
                <a16:creationId xmlns:a16="http://schemas.microsoft.com/office/drawing/2014/main" id="{1817FA95-D876-D0FB-17F8-3E228DEB9915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40" name="Rectangle 3">
            <a:extLst>
              <a:ext uri="{FF2B5EF4-FFF2-40B4-BE49-F238E27FC236}">
                <a16:creationId xmlns:a16="http://schemas.microsoft.com/office/drawing/2014/main" id="{1BA5366D-F7AC-D6A3-90EC-5D09B1C49F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>
            <a:extLst>
              <a:ext uri="{FF2B5EF4-FFF2-40B4-BE49-F238E27FC236}">
                <a16:creationId xmlns:a16="http://schemas.microsoft.com/office/drawing/2014/main" id="{6FF31C47-EB69-24CE-6BB9-07A9AC4DEEC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9826D0C-09FB-4AE3-93DC-E76E01D3CB17}" type="slidenum">
              <a:rPr lang="en-US" altLang="en-US">
                <a:latin typeface="Times New Roman" panose="02020603050405020304" pitchFamily="18" charset="0"/>
              </a:rPr>
              <a:pPr/>
              <a:t>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2163" name="Rectangle 2">
            <a:extLst>
              <a:ext uri="{FF2B5EF4-FFF2-40B4-BE49-F238E27FC236}">
                <a16:creationId xmlns:a16="http://schemas.microsoft.com/office/drawing/2014/main" id="{278C18AE-67E8-AAD5-6AFB-8EBFAFF19344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4" name="Rectangle 3">
            <a:extLst>
              <a:ext uri="{FF2B5EF4-FFF2-40B4-BE49-F238E27FC236}">
                <a16:creationId xmlns:a16="http://schemas.microsoft.com/office/drawing/2014/main" id="{B39E487E-8284-355D-0C99-72ECDA75F2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A2F20DB1-C590-DC1E-0C02-978566E3E6F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503ED4E-CCE2-4DA4-B15E-4669D6DE6996}" type="slidenum">
              <a:rPr lang="en-US" altLang="en-US">
                <a:latin typeface="Times New Roman" panose="02020603050405020304" pitchFamily="18" charset="0"/>
              </a:rPr>
              <a:pPr/>
              <a:t>10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84F4FD79-3EFD-8060-F95D-3E69BA67B84D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B61D21FD-0B46-AC78-2337-5E164967DE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>
            <a:extLst>
              <a:ext uri="{FF2B5EF4-FFF2-40B4-BE49-F238E27FC236}">
                <a16:creationId xmlns:a16="http://schemas.microsoft.com/office/drawing/2014/main" id="{1AE6E44A-9041-82D9-B9DF-0A0CF10108E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37E34BE-820C-4D00-8863-E2383CDEC227}" type="slidenum">
              <a:rPr lang="en-US" altLang="en-US">
                <a:latin typeface="Times New Roman" panose="02020603050405020304" pitchFamily="18" charset="0"/>
              </a:rPr>
              <a:pPr/>
              <a:t>12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4211" name="Rectangle 2">
            <a:extLst>
              <a:ext uri="{FF2B5EF4-FFF2-40B4-BE49-F238E27FC236}">
                <a16:creationId xmlns:a16="http://schemas.microsoft.com/office/drawing/2014/main" id="{3314FA60-9919-7AB1-2A50-745281FC960A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2" name="Rectangle 3">
            <a:extLst>
              <a:ext uri="{FF2B5EF4-FFF2-40B4-BE49-F238E27FC236}">
                <a16:creationId xmlns:a16="http://schemas.microsoft.com/office/drawing/2014/main" id="{6542EC0C-41BD-6598-7D6D-98D7C4777D1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>
            <a:extLst>
              <a:ext uri="{FF2B5EF4-FFF2-40B4-BE49-F238E27FC236}">
                <a16:creationId xmlns:a16="http://schemas.microsoft.com/office/drawing/2014/main" id="{E8562643-1B4D-88A8-E5A8-19AE9B68246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221FD2E-76B1-4C80-BA63-8050858768AD}" type="slidenum">
              <a:rPr lang="en-US" altLang="en-US">
                <a:latin typeface="Times New Roman" panose="02020603050405020304" pitchFamily="18" charset="0"/>
              </a:rPr>
              <a:pPr/>
              <a:t>13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5235" name="Rectangle 2">
            <a:extLst>
              <a:ext uri="{FF2B5EF4-FFF2-40B4-BE49-F238E27FC236}">
                <a16:creationId xmlns:a16="http://schemas.microsoft.com/office/drawing/2014/main" id="{D8E1533D-FDD2-2B1E-9285-C496EEA6426B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6" name="Rectangle 3">
            <a:extLst>
              <a:ext uri="{FF2B5EF4-FFF2-40B4-BE49-F238E27FC236}">
                <a16:creationId xmlns:a16="http://schemas.microsoft.com/office/drawing/2014/main" id="{2492D7AC-BFD0-F51C-053E-794949EE87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>
            <a:extLst>
              <a:ext uri="{FF2B5EF4-FFF2-40B4-BE49-F238E27FC236}">
                <a16:creationId xmlns:a16="http://schemas.microsoft.com/office/drawing/2014/main" id="{28C988B9-F566-540D-0E32-3F701031CB4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087DA75-79D4-415F-A9C1-11D46DC5EA0A}" type="slidenum">
              <a:rPr lang="en-US" altLang="en-US">
                <a:latin typeface="Times New Roman" panose="02020603050405020304" pitchFamily="18" charset="0"/>
              </a:rPr>
              <a:pPr/>
              <a:t>14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6259" name="Rectangle 2">
            <a:extLst>
              <a:ext uri="{FF2B5EF4-FFF2-40B4-BE49-F238E27FC236}">
                <a16:creationId xmlns:a16="http://schemas.microsoft.com/office/drawing/2014/main" id="{59BD2EF3-EC55-5071-0C8F-DD22D5BCE9C3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60" name="Rectangle 3">
            <a:extLst>
              <a:ext uri="{FF2B5EF4-FFF2-40B4-BE49-F238E27FC236}">
                <a16:creationId xmlns:a16="http://schemas.microsoft.com/office/drawing/2014/main" id="{E0BB877A-FE94-4D78-1E3E-72E61994556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>
            <a:extLst>
              <a:ext uri="{FF2B5EF4-FFF2-40B4-BE49-F238E27FC236}">
                <a16:creationId xmlns:a16="http://schemas.microsoft.com/office/drawing/2014/main" id="{41F639AD-2C52-6841-C70B-DF6C28F947E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FDA0AA1-AFD1-4719-9D66-70882DD7AAFE}" type="slidenum">
              <a:rPr lang="en-US" altLang="en-US">
                <a:latin typeface="Times New Roman" panose="02020603050405020304" pitchFamily="18" charset="0"/>
              </a:rPr>
              <a:pPr/>
              <a:t>15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7283" name="Rectangle 2">
            <a:extLst>
              <a:ext uri="{FF2B5EF4-FFF2-40B4-BE49-F238E27FC236}">
                <a16:creationId xmlns:a16="http://schemas.microsoft.com/office/drawing/2014/main" id="{E8B6E77E-A5CE-4BFA-93DC-B56CE4A31352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4" name="Rectangle 3">
            <a:extLst>
              <a:ext uri="{FF2B5EF4-FFF2-40B4-BE49-F238E27FC236}">
                <a16:creationId xmlns:a16="http://schemas.microsoft.com/office/drawing/2014/main" id="{AF8AF49D-52CC-58F0-ECC6-0E7A14FA26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>
            <a:extLst>
              <a:ext uri="{FF2B5EF4-FFF2-40B4-BE49-F238E27FC236}">
                <a16:creationId xmlns:a16="http://schemas.microsoft.com/office/drawing/2014/main" id="{0F6E8677-91AE-86CF-099F-28146052F03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AA74C66-DDCB-4794-AFC9-E5700288D2BF}" type="slidenum">
              <a:rPr lang="en-US" altLang="en-US">
                <a:latin typeface="Times New Roman" panose="02020603050405020304" pitchFamily="18" charset="0"/>
              </a:rPr>
              <a:pPr/>
              <a:t>17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8307" name="Rectangle 2">
            <a:extLst>
              <a:ext uri="{FF2B5EF4-FFF2-40B4-BE49-F238E27FC236}">
                <a16:creationId xmlns:a16="http://schemas.microsoft.com/office/drawing/2014/main" id="{C74AA214-F472-DDEF-5C84-7D9E696CB6D2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>
            <a:extLst>
              <a:ext uri="{FF2B5EF4-FFF2-40B4-BE49-F238E27FC236}">
                <a16:creationId xmlns:a16="http://schemas.microsoft.com/office/drawing/2014/main" id="{1C5A076B-3131-8F80-0BDE-7FF778F874E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>
            <a:extLst>
              <a:ext uri="{FF2B5EF4-FFF2-40B4-BE49-F238E27FC236}">
                <a16:creationId xmlns:a16="http://schemas.microsoft.com/office/drawing/2014/main" id="{FE35E860-1330-2D22-009A-D7922AA5D87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F0E3489-89AB-4C96-94CD-3C014AA92ED7}" type="slidenum">
              <a:rPr lang="en-US" altLang="en-US">
                <a:latin typeface="Times New Roman" panose="02020603050405020304" pitchFamily="18" charset="0"/>
              </a:rPr>
              <a:pPr/>
              <a:t>18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9331" name="Rectangle 2">
            <a:extLst>
              <a:ext uri="{FF2B5EF4-FFF2-40B4-BE49-F238E27FC236}">
                <a16:creationId xmlns:a16="http://schemas.microsoft.com/office/drawing/2014/main" id="{43E049F4-6404-C6BA-4BAC-749CC1BF3278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2" name="Rectangle 3">
            <a:extLst>
              <a:ext uri="{FF2B5EF4-FFF2-40B4-BE49-F238E27FC236}">
                <a16:creationId xmlns:a16="http://schemas.microsoft.com/office/drawing/2014/main" id="{191FDBD1-E5A1-3AFE-82CE-DB1BE233A95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>
            <a:extLst>
              <a:ext uri="{FF2B5EF4-FFF2-40B4-BE49-F238E27FC236}">
                <a16:creationId xmlns:a16="http://schemas.microsoft.com/office/drawing/2014/main" id="{75C535B4-329E-2136-CAE0-9E3561C3618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B47EDA6-3609-43D1-B602-7C4F247681EB}" type="slidenum">
              <a:rPr lang="en-US" altLang="en-US">
                <a:latin typeface="Times New Roman" panose="02020603050405020304" pitchFamily="18" charset="0"/>
              </a:rPr>
              <a:pPr/>
              <a:t>19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0355" name="Rectangle 2">
            <a:extLst>
              <a:ext uri="{FF2B5EF4-FFF2-40B4-BE49-F238E27FC236}">
                <a16:creationId xmlns:a16="http://schemas.microsoft.com/office/drawing/2014/main" id="{A3607DEB-0EF4-6273-4B14-F744EE0C7397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6" name="Rectangle 3">
            <a:extLst>
              <a:ext uri="{FF2B5EF4-FFF2-40B4-BE49-F238E27FC236}">
                <a16:creationId xmlns:a16="http://schemas.microsoft.com/office/drawing/2014/main" id="{FB562304-A39D-4DB4-C9BE-1CA8D68FDD1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>
            <a:extLst>
              <a:ext uri="{FF2B5EF4-FFF2-40B4-BE49-F238E27FC236}">
                <a16:creationId xmlns:a16="http://schemas.microsoft.com/office/drawing/2014/main" id="{124509A5-C290-D6F4-1040-7AEB927DEBF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C469DF5-A752-4E54-A680-C50037744151}" type="slidenum">
              <a:rPr lang="en-US" altLang="en-US">
                <a:latin typeface="Times New Roman" panose="02020603050405020304" pitchFamily="18" charset="0"/>
              </a:rPr>
              <a:pPr/>
              <a:t>20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1379" name="Rectangle 2">
            <a:extLst>
              <a:ext uri="{FF2B5EF4-FFF2-40B4-BE49-F238E27FC236}">
                <a16:creationId xmlns:a16="http://schemas.microsoft.com/office/drawing/2014/main" id="{17653C61-5792-4068-D48C-8C2E184E649E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80" name="Rectangle 3">
            <a:extLst>
              <a:ext uri="{FF2B5EF4-FFF2-40B4-BE49-F238E27FC236}">
                <a16:creationId xmlns:a16="http://schemas.microsoft.com/office/drawing/2014/main" id="{3CEDAAD7-5F3C-C67F-56B3-3C2DB7E6C92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>
            <a:extLst>
              <a:ext uri="{FF2B5EF4-FFF2-40B4-BE49-F238E27FC236}">
                <a16:creationId xmlns:a16="http://schemas.microsoft.com/office/drawing/2014/main" id="{517A5592-6F79-B332-D6C0-270EA9B98F2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F4B9BC9-8237-4863-B5D9-D75E884C3029}" type="slidenum">
              <a:rPr lang="en-US" altLang="en-US">
                <a:latin typeface="Times New Roman" panose="02020603050405020304" pitchFamily="18" charset="0"/>
              </a:rPr>
              <a:pPr/>
              <a:t>22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2403" name="Rectangle 2">
            <a:extLst>
              <a:ext uri="{FF2B5EF4-FFF2-40B4-BE49-F238E27FC236}">
                <a16:creationId xmlns:a16="http://schemas.microsoft.com/office/drawing/2014/main" id="{D6DF5C26-B6F9-F1C6-71BD-8A4EB1DAE1AE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4" name="Rectangle 3">
            <a:extLst>
              <a:ext uri="{FF2B5EF4-FFF2-40B4-BE49-F238E27FC236}">
                <a16:creationId xmlns:a16="http://schemas.microsoft.com/office/drawing/2014/main" id="{FEF2C13B-9850-97B8-865A-423BF99FB2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>
            <a:extLst>
              <a:ext uri="{FF2B5EF4-FFF2-40B4-BE49-F238E27FC236}">
                <a16:creationId xmlns:a16="http://schemas.microsoft.com/office/drawing/2014/main" id="{7A35BCD1-8E93-212A-B751-62A9A863B66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E711604-B421-472C-85BB-6606891863EF}" type="slidenum">
              <a:rPr lang="en-US" altLang="en-US">
                <a:latin typeface="Times New Roman" panose="02020603050405020304" pitchFamily="18" charset="0"/>
              </a:rPr>
              <a:pPr/>
              <a:t>23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3427" name="Rectangle 2">
            <a:extLst>
              <a:ext uri="{FF2B5EF4-FFF2-40B4-BE49-F238E27FC236}">
                <a16:creationId xmlns:a16="http://schemas.microsoft.com/office/drawing/2014/main" id="{F3B3DA26-F8B3-9142-82A9-D46BA7905C19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8" name="Rectangle 3">
            <a:extLst>
              <a:ext uri="{FF2B5EF4-FFF2-40B4-BE49-F238E27FC236}">
                <a16:creationId xmlns:a16="http://schemas.microsoft.com/office/drawing/2014/main" id="{97DEBB59-B8F2-36ED-F1FE-D257D3C386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7">
            <a:extLst>
              <a:ext uri="{FF2B5EF4-FFF2-40B4-BE49-F238E27FC236}">
                <a16:creationId xmlns:a16="http://schemas.microsoft.com/office/drawing/2014/main" id="{9241F19E-2090-5CEA-18F0-E8C94325F91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4E23E6E-874C-4C7A-BEC3-02FA9E8F34F8}" type="slidenum">
              <a:rPr lang="en-US" altLang="en-US">
                <a:latin typeface="Times New Roman" panose="02020603050405020304" pitchFamily="18" charset="0"/>
              </a:rPr>
              <a:pPr/>
              <a:t>24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4451" name="Rectangle 2">
            <a:extLst>
              <a:ext uri="{FF2B5EF4-FFF2-40B4-BE49-F238E27FC236}">
                <a16:creationId xmlns:a16="http://schemas.microsoft.com/office/drawing/2014/main" id="{B644C04E-5EC2-9F1C-6DD7-3031B2054184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2" name="Rectangle 3">
            <a:extLst>
              <a:ext uri="{FF2B5EF4-FFF2-40B4-BE49-F238E27FC236}">
                <a16:creationId xmlns:a16="http://schemas.microsoft.com/office/drawing/2014/main" id="{51DF4CE7-38AC-8D83-1D3D-9AE21C7B92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7">
            <a:extLst>
              <a:ext uri="{FF2B5EF4-FFF2-40B4-BE49-F238E27FC236}">
                <a16:creationId xmlns:a16="http://schemas.microsoft.com/office/drawing/2014/main" id="{9F0BF766-858E-5D09-3BED-D69C70D0BCE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7C9E7CA-CCD3-4FF0-BA20-BBDAE951A216}" type="slidenum">
              <a:rPr lang="en-US" altLang="en-US">
                <a:latin typeface="Times New Roman" panose="02020603050405020304" pitchFamily="18" charset="0"/>
              </a:rPr>
              <a:pPr/>
              <a:t>25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5475" name="Rectangle 2">
            <a:extLst>
              <a:ext uri="{FF2B5EF4-FFF2-40B4-BE49-F238E27FC236}">
                <a16:creationId xmlns:a16="http://schemas.microsoft.com/office/drawing/2014/main" id="{0E1E95B2-4E4B-796F-2B43-B82CFBEA263E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6" name="Rectangle 3">
            <a:extLst>
              <a:ext uri="{FF2B5EF4-FFF2-40B4-BE49-F238E27FC236}">
                <a16:creationId xmlns:a16="http://schemas.microsoft.com/office/drawing/2014/main" id="{CBE9C46A-CA45-D4F1-ABE4-A46DD653517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7">
            <a:extLst>
              <a:ext uri="{FF2B5EF4-FFF2-40B4-BE49-F238E27FC236}">
                <a16:creationId xmlns:a16="http://schemas.microsoft.com/office/drawing/2014/main" id="{78B11B21-463C-D393-E5A6-8F4E84BB9C3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2442D5C-1843-4430-99AD-997263F8D3DF}" type="slidenum">
              <a:rPr lang="en-US" altLang="en-US">
                <a:latin typeface="Times New Roman" panose="02020603050405020304" pitchFamily="18" charset="0"/>
              </a:rPr>
              <a:pPr/>
              <a:t>26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6499" name="Rectangle 2">
            <a:extLst>
              <a:ext uri="{FF2B5EF4-FFF2-40B4-BE49-F238E27FC236}">
                <a16:creationId xmlns:a16="http://schemas.microsoft.com/office/drawing/2014/main" id="{11EA17B7-FAF1-8DBB-9946-2BAB5AFB18B6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500" name="Rectangle 3">
            <a:extLst>
              <a:ext uri="{FF2B5EF4-FFF2-40B4-BE49-F238E27FC236}">
                <a16:creationId xmlns:a16="http://schemas.microsoft.com/office/drawing/2014/main" id="{4D318958-63D3-82A6-00AA-F409E02D04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7">
            <a:extLst>
              <a:ext uri="{FF2B5EF4-FFF2-40B4-BE49-F238E27FC236}">
                <a16:creationId xmlns:a16="http://schemas.microsoft.com/office/drawing/2014/main" id="{7AC80262-B3DD-345F-90F8-0EFE9D4ED2C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82CB22D-9E58-407A-98AF-DBFB2F74FCB5}" type="slidenum">
              <a:rPr lang="en-US" altLang="en-US">
                <a:latin typeface="Times New Roman" panose="02020603050405020304" pitchFamily="18" charset="0"/>
              </a:rPr>
              <a:pPr/>
              <a:t>27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7523" name="Rectangle 2">
            <a:extLst>
              <a:ext uri="{FF2B5EF4-FFF2-40B4-BE49-F238E27FC236}">
                <a16:creationId xmlns:a16="http://schemas.microsoft.com/office/drawing/2014/main" id="{9303B912-8A15-C130-A386-F69E521D9FB7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4" name="Rectangle 3">
            <a:extLst>
              <a:ext uri="{FF2B5EF4-FFF2-40B4-BE49-F238E27FC236}">
                <a16:creationId xmlns:a16="http://schemas.microsoft.com/office/drawing/2014/main" id="{09D5EE6E-6E07-5F67-8042-75C288F723B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7">
            <a:extLst>
              <a:ext uri="{FF2B5EF4-FFF2-40B4-BE49-F238E27FC236}">
                <a16:creationId xmlns:a16="http://schemas.microsoft.com/office/drawing/2014/main" id="{CB935271-0CB6-ECD1-45D5-C5DD0E5C7A1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910C6AC-2141-4748-A535-9FC3C448EFB2}" type="slidenum">
              <a:rPr lang="en-US" altLang="en-US">
                <a:latin typeface="Times New Roman" panose="02020603050405020304" pitchFamily="18" charset="0"/>
              </a:rPr>
              <a:pPr/>
              <a:t>28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8547" name="Rectangle 2">
            <a:extLst>
              <a:ext uri="{FF2B5EF4-FFF2-40B4-BE49-F238E27FC236}">
                <a16:creationId xmlns:a16="http://schemas.microsoft.com/office/drawing/2014/main" id="{9BEC5E62-4DB7-0472-2636-7B442E495D72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8" name="Rectangle 3">
            <a:extLst>
              <a:ext uri="{FF2B5EF4-FFF2-40B4-BE49-F238E27FC236}">
                <a16:creationId xmlns:a16="http://schemas.microsoft.com/office/drawing/2014/main" id="{AD35C6D2-DF98-1304-B2ED-A8B65EFE2F9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7">
            <a:extLst>
              <a:ext uri="{FF2B5EF4-FFF2-40B4-BE49-F238E27FC236}">
                <a16:creationId xmlns:a16="http://schemas.microsoft.com/office/drawing/2014/main" id="{9FF3F4A1-7ED9-2B71-1327-8F9A8C20725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44F2836-258F-4879-831A-78862F400A2D}" type="slidenum">
              <a:rPr lang="en-US" altLang="en-US">
                <a:latin typeface="Times New Roman" panose="02020603050405020304" pitchFamily="18" charset="0"/>
              </a:rPr>
              <a:pPr/>
              <a:t>29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9571" name="Rectangle 2">
            <a:extLst>
              <a:ext uri="{FF2B5EF4-FFF2-40B4-BE49-F238E27FC236}">
                <a16:creationId xmlns:a16="http://schemas.microsoft.com/office/drawing/2014/main" id="{F7336FF1-73E9-9DDF-0764-AED9A92F2032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2" name="Rectangle 3">
            <a:extLst>
              <a:ext uri="{FF2B5EF4-FFF2-40B4-BE49-F238E27FC236}">
                <a16:creationId xmlns:a16="http://schemas.microsoft.com/office/drawing/2014/main" id="{0760E892-0A9E-C344-939E-67BEEE7DDC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7">
            <a:extLst>
              <a:ext uri="{FF2B5EF4-FFF2-40B4-BE49-F238E27FC236}">
                <a16:creationId xmlns:a16="http://schemas.microsoft.com/office/drawing/2014/main" id="{9B2E4C0F-2E32-03A6-80F7-E91A3926F22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4D1AD1B-8C00-468F-8481-108CA0E9F7DA}" type="slidenum">
              <a:rPr lang="en-US" altLang="en-US">
                <a:latin typeface="Times New Roman" panose="02020603050405020304" pitchFamily="18" charset="0"/>
              </a:rPr>
              <a:pPr/>
              <a:t>30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10595" name="Rectangle 2">
            <a:extLst>
              <a:ext uri="{FF2B5EF4-FFF2-40B4-BE49-F238E27FC236}">
                <a16:creationId xmlns:a16="http://schemas.microsoft.com/office/drawing/2014/main" id="{027B439E-98B7-A617-36D7-C194698DE568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6" name="Rectangle 3">
            <a:extLst>
              <a:ext uri="{FF2B5EF4-FFF2-40B4-BE49-F238E27FC236}">
                <a16:creationId xmlns:a16="http://schemas.microsoft.com/office/drawing/2014/main" id="{210C9D66-2EA6-A20E-86DD-6C2BC93D43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7">
            <a:extLst>
              <a:ext uri="{FF2B5EF4-FFF2-40B4-BE49-F238E27FC236}">
                <a16:creationId xmlns:a16="http://schemas.microsoft.com/office/drawing/2014/main" id="{E5267567-4676-290D-42C9-46D3D12A4E4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6F0D8B0-FF9F-473D-8A95-5EFA4E1220DE}" type="slidenum">
              <a:rPr lang="en-US" altLang="en-US">
                <a:latin typeface="Times New Roman" panose="02020603050405020304" pitchFamily="18" charset="0"/>
              </a:rPr>
              <a:pPr/>
              <a:t>31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11619" name="Rectangle 2">
            <a:extLst>
              <a:ext uri="{FF2B5EF4-FFF2-40B4-BE49-F238E27FC236}">
                <a16:creationId xmlns:a16="http://schemas.microsoft.com/office/drawing/2014/main" id="{AE344F83-BBC8-A1A6-AF72-82196E9667C1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1620" name="Rectangle 3">
            <a:extLst>
              <a:ext uri="{FF2B5EF4-FFF2-40B4-BE49-F238E27FC236}">
                <a16:creationId xmlns:a16="http://schemas.microsoft.com/office/drawing/2014/main" id="{3DCEA0EB-D06E-5F1A-CE83-929AE1B43E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7">
            <a:extLst>
              <a:ext uri="{FF2B5EF4-FFF2-40B4-BE49-F238E27FC236}">
                <a16:creationId xmlns:a16="http://schemas.microsoft.com/office/drawing/2014/main" id="{BC26714E-243C-86BD-C661-173AD606FF3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748E0CA-2E6D-4CC3-A101-BC123245A1C2}" type="slidenum">
              <a:rPr lang="en-US" altLang="en-US">
                <a:latin typeface="Times New Roman" panose="02020603050405020304" pitchFamily="18" charset="0"/>
              </a:rPr>
              <a:pPr/>
              <a:t>32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12643" name="Rectangle 2">
            <a:extLst>
              <a:ext uri="{FF2B5EF4-FFF2-40B4-BE49-F238E27FC236}">
                <a16:creationId xmlns:a16="http://schemas.microsoft.com/office/drawing/2014/main" id="{AE494B60-FD25-222A-8903-33F4A928FD1A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>
            <a:extLst>
              <a:ext uri="{FF2B5EF4-FFF2-40B4-BE49-F238E27FC236}">
                <a16:creationId xmlns:a16="http://schemas.microsoft.com/office/drawing/2014/main" id="{87E21085-5598-8477-2CA7-0D213C36EBD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>
            <a:extLst>
              <a:ext uri="{FF2B5EF4-FFF2-40B4-BE49-F238E27FC236}">
                <a16:creationId xmlns:a16="http://schemas.microsoft.com/office/drawing/2014/main" id="{BF8AAAE1-C7B3-F045-EBBF-2929325E92A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B8AA1F9-7EF5-4D09-8765-0DF0A5788152}" type="slidenum">
              <a:rPr lang="en-US" altLang="en-US">
                <a:latin typeface="Times New Roman" panose="02020603050405020304" pitchFamily="18" charset="0"/>
              </a:rPr>
              <a:pPr/>
              <a:t>33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13667" name="Rectangle 2">
            <a:extLst>
              <a:ext uri="{FF2B5EF4-FFF2-40B4-BE49-F238E27FC236}">
                <a16:creationId xmlns:a16="http://schemas.microsoft.com/office/drawing/2014/main" id="{48368B0B-8B1A-C5E3-0459-A22B7FE909AA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8" name="Rectangle 3">
            <a:extLst>
              <a:ext uri="{FF2B5EF4-FFF2-40B4-BE49-F238E27FC236}">
                <a16:creationId xmlns:a16="http://schemas.microsoft.com/office/drawing/2014/main" id="{1E87D598-45DB-9337-77FD-83033B7093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7">
            <a:extLst>
              <a:ext uri="{FF2B5EF4-FFF2-40B4-BE49-F238E27FC236}">
                <a16:creationId xmlns:a16="http://schemas.microsoft.com/office/drawing/2014/main" id="{30664B9F-35F4-F9E8-D50D-00027123D0A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39834F6-B73F-4E45-9B20-D73B3C2643C5}" type="slidenum">
              <a:rPr lang="en-US" altLang="en-US">
                <a:latin typeface="Times New Roman" panose="02020603050405020304" pitchFamily="18" charset="0"/>
              </a:rPr>
              <a:pPr/>
              <a:t>34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14691" name="Rectangle 2">
            <a:extLst>
              <a:ext uri="{FF2B5EF4-FFF2-40B4-BE49-F238E27FC236}">
                <a16:creationId xmlns:a16="http://schemas.microsoft.com/office/drawing/2014/main" id="{713DBEB4-EDA9-B6CE-0580-B3D8DCE0D20B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2" name="Rectangle 3">
            <a:extLst>
              <a:ext uri="{FF2B5EF4-FFF2-40B4-BE49-F238E27FC236}">
                <a16:creationId xmlns:a16="http://schemas.microsoft.com/office/drawing/2014/main" id="{468F0584-8202-9DF1-3C47-36A8DF0B90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7">
            <a:extLst>
              <a:ext uri="{FF2B5EF4-FFF2-40B4-BE49-F238E27FC236}">
                <a16:creationId xmlns:a16="http://schemas.microsoft.com/office/drawing/2014/main" id="{BD853435-BC6D-4BCC-ED80-D972E74692B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620F392-5041-4E22-ABCE-0876F7BB9937}" type="slidenum">
              <a:rPr lang="en-US" altLang="en-US">
                <a:latin typeface="Times New Roman" panose="02020603050405020304" pitchFamily="18" charset="0"/>
              </a:rPr>
              <a:pPr/>
              <a:t>35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15715" name="Rectangle 2">
            <a:extLst>
              <a:ext uri="{FF2B5EF4-FFF2-40B4-BE49-F238E27FC236}">
                <a16:creationId xmlns:a16="http://schemas.microsoft.com/office/drawing/2014/main" id="{0546ACD9-37F4-AA81-9CFD-AA5DD448E1E1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5716" name="Rectangle 3">
            <a:extLst>
              <a:ext uri="{FF2B5EF4-FFF2-40B4-BE49-F238E27FC236}">
                <a16:creationId xmlns:a16="http://schemas.microsoft.com/office/drawing/2014/main" id="{C7BF036E-A0FD-03BE-6956-CD0291F4694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7">
            <a:extLst>
              <a:ext uri="{FF2B5EF4-FFF2-40B4-BE49-F238E27FC236}">
                <a16:creationId xmlns:a16="http://schemas.microsoft.com/office/drawing/2014/main" id="{DC667358-930B-677D-3A23-38E3BEB8E5F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2DB1F71-01AD-4051-A03D-732277F34258}" type="slidenum">
              <a:rPr lang="en-US" altLang="en-US">
                <a:latin typeface="Times New Roman" panose="02020603050405020304" pitchFamily="18" charset="0"/>
              </a:rPr>
              <a:pPr/>
              <a:t>36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16739" name="Rectangle 2">
            <a:extLst>
              <a:ext uri="{FF2B5EF4-FFF2-40B4-BE49-F238E27FC236}">
                <a16:creationId xmlns:a16="http://schemas.microsoft.com/office/drawing/2014/main" id="{B775473F-A1F9-233B-2C29-692E24E7D998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6740" name="Rectangle 3">
            <a:extLst>
              <a:ext uri="{FF2B5EF4-FFF2-40B4-BE49-F238E27FC236}">
                <a16:creationId xmlns:a16="http://schemas.microsoft.com/office/drawing/2014/main" id="{9C7786C4-9F4F-2AE8-C916-8155C5CE21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7">
            <a:extLst>
              <a:ext uri="{FF2B5EF4-FFF2-40B4-BE49-F238E27FC236}">
                <a16:creationId xmlns:a16="http://schemas.microsoft.com/office/drawing/2014/main" id="{22B6FA12-700E-ACB7-42CA-8469F3EA23B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A9060E5-E1E4-447B-8F2E-8C37D59ED475}" type="slidenum">
              <a:rPr lang="en-US" altLang="en-US">
                <a:latin typeface="Times New Roman" panose="02020603050405020304" pitchFamily="18" charset="0"/>
              </a:rPr>
              <a:pPr/>
              <a:t>37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17763" name="Rectangle 2">
            <a:extLst>
              <a:ext uri="{FF2B5EF4-FFF2-40B4-BE49-F238E27FC236}">
                <a16:creationId xmlns:a16="http://schemas.microsoft.com/office/drawing/2014/main" id="{CCF6598C-636E-3D6E-9886-E7702C1B12E7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7764" name="Rectangle 3">
            <a:extLst>
              <a:ext uri="{FF2B5EF4-FFF2-40B4-BE49-F238E27FC236}">
                <a16:creationId xmlns:a16="http://schemas.microsoft.com/office/drawing/2014/main" id="{75AEBAB4-B4A6-AE76-B391-0AE80B1E13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7">
            <a:extLst>
              <a:ext uri="{FF2B5EF4-FFF2-40B4-BE49-F238E27FC236}">
                <a16:creationId xmlns:a16="http://schemas.microsoft.com/office/drawing/2014/main" id="{78B11A39-3750-7263-FE19-C2615BA423F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F6A6017-047D-4DAF-B43B-C682E65C5A30}" type="slidenum">
              <a:rPr lang="en-US" altLang="en-US">
                <a:latin typeface="Times New Roman" panose="02020603050405020304" pitchFamily="18" charset="0"/>
              </a:rPr>
              <a:pPr/>
              <a:t>38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18787" name="Rectangle 2">
            <a:extLst>
              <a:ext uri="{FF2B5EF4-FFF2-40B4-BE49-F238E27FC236}">
                <a16:creationId xmlns:a16="http://schemas.microsoft.com/office/drawing/2014/main" id="{A777A811-EF36-9452-B7A8-8C8629D2D7AA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8" name="Rectangle 3">
            <a:extLst>
              <a:ext uri="{FF2B5EF4-FFF2-40B4-BE49-F238E27FC236}">
                <a16:creationId xmlns:a16="http://schemas.microsoft.com/office/drawing/2014/main" id="{01136AFA-3B2F-42C9-1F7E-46B1171B49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7">
            <a:extLst>
              <a:ext uri="{FF2B5EF4-FFF2-40B4-BE49-F238E27FC236}">
                <a16:creationId xmlns:a16="http://schemas.microsoft.com/office/drawing/2014/main" id="{F27C44E1-D00A-970C-291F-C8483F14FA6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E43C140-A3B2-481D-9DF3-0F7F0FED8C71}" type="slidenum">
              <a:rPr lang="en-US" altLang="en-US">
                <a:latin typeface="Times New Roman" panose="02020603050405020304" pitchFamily="18" charset="0"/>
              </a:rPr>
              <a:pPr/>
              <a:t>39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19811" name="Rectangle 2">
            <a:extLst>
              <a:ext uri="{FF2B5EF4-FFF2-40B4-BE49-F238E27FC236}">
                <a16:creationId xmlns:a16="http://schemas.microsoft.com/office/drawing/2014/main" id="{966FF81C-7F32-FDB5-6F8D-148E3345CCF0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9812" name="Rectangle 3">
            <a:extLst>
              <a:ext uri="{FF2B5EF4-FFF2-40B4-BE49-F238E27FC236}">
                <a16:creationId xmlns:a16="http://schemas.microsoft.com/office/drawing/2014/main" id="{9718E3C8-F807-E6C2-61C0-5E849032251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7">
            <a:extLst>
              <a:ext uri="{FF2B5EF4-FFF2-40B4-BE49-F238E27FC236}">
                <a16:creationId xmlns:a16="http://schemas.microsoft.com/office/drawing/2014/main" id="{B5572F8A-3F93-19ED-62F6-B0F9650C901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6C3248C-C619-42D7-A035-5C855AF4E583}" type="slidenum">
              <a:rPr lang="en-US" altLang="en-US">
                <a:latin typeface="Times New Roman" panose="02020603050405020304" pitchFamily="18" charset="0"/>
              </a:rPr>
              <a:pPr/>
              <a:t>40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0835" name="Rectangle 2">
            <a:extLst>
              <a:ext uri="{FF2B5EF4-FFF2-40B4-BE49-F238E27FC236}">
                <a16:creationId xmlns:a16="http://schemas.microsoft.com/office/drawing/2014/main" id="{F9663CBE-3681-C577-F290-F972C0C6658C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836" name="Rectangle 3">
            <a:extLst>
              <a:ext uri="{FF2B5EF4-FFF2-40B4-BE49-F238E27FC236}">
                <a16:creationId xmlns:a16="http://schemas.microsoft.com/office/drawing/2014/main" id="{7482866E-254E-4BAF-9D3E-66B7311A1B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>
            <a:extLst>
              <a:ext uri="{FF2B5EF4-FFF2-40B4-BE49-F238E27FC236}">
                <a16:creationId xmlns:a16="http://schemas.microsoft.com/office/drawing/2014/main" id="{0A4AA2C5-9810-BEDD-E425-CE35CE282FB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F910438-F914-43F8-8D94-D730F55E694D}" type="slidenum">
              <a:rPr lang="en-US" altLang="en-US">
                <a:latin typeface="Times New Roman" panose="02020603050405020304" pitchFamily="18" charset="0"/>
              </a:rPr>
              <a:pPr/>
              <a:t>41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1859" name="Rectangle 2">
            <a:extLst>
              <a:ext uri="{FF2B5EF4-FFF2-40B4-BE49-F238E27FC236}">
                <a16:creationId xmlns:a16="http://schemas.microsoft.com/office/drawing/2014/main" id="{D04EE74C-424F-AB15-8986-A932D51A32D7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1860" name="Rectangle 3">
            <a:extLst>
              <a:ext uri="{FF2B5EF4-FFF2-40B4-BE49-F238E27FC236}">
                <a16:creationId xmlns:a16="http://schemas.microsoft.com/office/drawing/2014/main" id="{9888E9C4-E8EA-FA1A-D960-76E712EBFF3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7">
            <a:extLst>
              <a:ext uri="{FF2B5EF4-FFF2-40B4-BE49-F238E27FC236}">
                <a16:creationId xmlns:a16="http://schemas.microsoft.com/office/drawing/2014/main" id="{C5867A7C-CAFF-5997-5D4F-900DFAB2B14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9B1EB3A-0229-42AF-8176-8A100B266A8A}" type="slidenum">
              <a:rPr lang="en-US" altLang="en-US">
                <a:latin typeface="Times New Roman" panose="02020603050405020304" pitchFamily="18" charset="0"/>
              </a:rPr>
              <a:pPr/>
              <a:t>44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2883" name="Rectangle 2">
            <a:extLst>
              <a:ext uri="{FF2B5EF4-FFF2-40B4-BE49-F238E27FC236}">
                <a16:creationId xmlns:a16="http://schemas.microsoft.com/office/drawing/2014/main" id="{3188D626-9C74-F6B6-4108-F160881EA538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884" name="Rectangle 3">
            <a:extLst>
              <a:ext uri="{FF2B5EF4-FFF2-40B4-BE49-F238E27FC236}">
                <a16:creationId xmlns:a16="http://schemas.microsoft.com/office/drawing/2014/main" id="{9EF52E4F-772E-535C-6F5C-C62BA3FDF58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7">
            <a:extLst>
              <a:ext uri="{FF2B5EF4-FFF2-40B4-BE49-F238E27FC236}">
                <a16:creationId xmlns:a16="http://schemas.microsoft.com/office/drawing/2014/main" id="{41EBDAEF-8460-837C-742F-4CEABBE1454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0DAE0E3-E4A1-44B9-B9DB-0FC913878047}" type="slidenum">
              <a:rPr lang="en-US" altLang="en-US">
                <a:latin typeface="Times New Roman" panose="02020603050405020304" pitchFamily="18" charset="0"/>
              </a:rPr>
              <a:pPr/>
              <a:t>45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3907" name="Rectangle 2">
            <a:extLst>
              <a:ext uri="{FF2B5EF4-FFF2-40B4-BE49-F238E27FC236}">
                <a16:creationId xmlns:a16="http://schemas.microsoft.com/office/drawing/2014/main" id="{90BB0C79-E962-9313-3E9A-7A645A4CD863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3908" name="Rectangle 3">
            <a:extLst>
              <a:ext uri="{FF2B5EF4-FFF2-40B4-BE49-F238E27FC236}">
                <a16:creationId xmlns:a16="http://schemas.microsoft.com/office/drawing/2014/main" id="{5B07E4BE-77AE-9DB9-19DF-D225898568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7">
            <a:extLst>
              <a:ext uri="{FF2B5EF4-FFF2-40B4-BE49-F238E27FC236}">
                <a16:creationId xmlns:a16="http://schemas.microsoft.com/office/drawing/2014/main" id="{53772847-9EAA-8075-6BD8-AB83D53206A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9CA095F-9CE0-43EF-85DA-096B151C6816}" type="slidenum">
              <a:rPr lang="en-US" altLang="en-US">
                <a:latin typeface="Times New Roman" panose="02020603050405020304" pitchFamily="18" charset="0"/>
              </a:rPr>
              <a:pPr/>
              <a:t>46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4931" name="Rectangle 2">
            <a:extLst>
              <a:ext uri="{FF2B5EF4-FFF2-40B4-BE49-F238E27FC236}">
                <a16:creationId xmlns:a16="http://schemas.microsoft.com/office/drawing/2014/main" id="{1F2BC163-351B-0650-CE7F-6055B2E5C179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2" name="Rectangle 3">
            <a:extLst>
              <a:ext uri="{FF2B5EF4-FFF2-40B4-BE49-F238E27FC236}">
                <a16:creationId xmlns:a16="http://schemas.microsoft.com/office/drawing/2014/main" id="{DF3392CD-A2F7-B2E5-5ACE-5837815C73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7">
            <a:extLst>
              <a:ext uri="{FF2B5EF4-FFF2-40B4-BE49-F238E27FC236}">
                <a16:creationId xmlns:a16="http://schemas.microsoft.com/office/drawing/2014/main" id="{09A85BFC-DB75-7E4B-A4D6-BDDAFE7E899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85E2C65-0054-4B77-86D8-C59E2E53230F}" type="slidenum">
              <a:rPr lang="en-US" altLang="en-US">
                <a:latin typeface="Times New Roman" panose="02020603050405020304" pitchFamily="18" charset="0"/>
              </a:rPr>
              <a:pPr/>
              <a:t>47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5955" name="Rectangle 2">
            <a:extLst>
              <a:ext uri="{FF2B5EF4-FFF2-40B4-BE49-F238E27FC236}">
                <a16:creationId xmlns:a16="http://schemas.microsoft.com/office/drawing/2014/main" id="{5416EDC6-F8FE-8287-685A-39BC360B6C82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5956" name="Rectangle 3">
            <a:extLst>
              <a:ext uri="{FF2B5EF4-FFF2-40B4-BE49-F238E27FC236}">
                <a16:creationId xmlns:a16="http://schemas.microsoft.com/office/drawing/2014/main" id="{CBC611CA-1D90-F077-43AF-9B383C1D3C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7">
            <a:extLst>
              <a:ext uri="{FF2B5EF4-FFF2-40B4-BE49-F238E27FC236}">
                <a16:creationId xmlns:a16="http://schemas.microsoft.com/office/drawing/2014/main" id="{936315FE-A6DF-9BD5-9F23-5A9F99F8A93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F81F963-CB46-43A8-B4A7-69EDCADE9E36}" type="slidenum">
              <a:rPr lang="en-US" altLang="en-US">
                <a:latin typeface="Times New Roman" panose="02020603050405020304" pitchFamily="18" charset="0"/>
              </a:rPr>
              <a:pPr/>
              <a:t>49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6979" name="Rectangle 2">
            <a:extLst>
              <a:ext uri="{FF2B5EF4-FFF2-40B4-BE49-F238E27FC236}">
                <a16:creationId xmlns:a16="http://schemas.microsoft.com/office/drawing/2014/main" id="{83D23580-896A-E505-5220-CC6235431D33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80" name="Rectangle 3">
            <a:extLst>
              <a:ext uri="{FF2B5EF4-FFF2-40B4-BE49-F238E27FC236}">
                <a16:creationId xmlns:a16="http://schemas.microsoft.com/office/drawing/2014/main" id="{FAAAEA35-E66F-12BE-5C40-7002B00436D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7">
            <a:extLst>
              <a:ext uri="{FF2B5EF4-FFF2-40B4-BE49-F238E27FC236}">
                <a16:creationId xmlns:a16="http://schemas.microsoft.com/office/drawing/2014/main" id="{82485250-7F68-5F80-D254-8E9AA0514CE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693FD5D-12F3-483E-AE5E-D9768B05DA84}" type="slidenum">
              <a:rPr lang="en-US" altLang="en-US">
                <a:latin typeface="Times New Roman" panose="02020603050405020304" pitchFamily="18" charset="0"/>
              </a:rPr>
              <a:pPr/>
              <a:t>50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8003" name="Rectangle 2">
            <a:extLst>
              <a:ext uri="{FF2B5EF4-FFF2-40B4-BE49-F238E27FC236}">
                <a16:creationId xmlns:a16="http://schemas.microsoft.com/office/drawing/2014/main" id="{E00202DE-158A-99D7-46BA-279F9B023FCD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8004" name="Rectangle 3">
            <a:extLst>
              <a:ext uri="{FF2B5EF4-FFF2-40B4-BE49-F238E27FC236}">
                <a16:creationId xmlns:a16="http://schemas.microsoft.com/office/drawing/2014/main" id="{82C63D92-6331-6BA3-DD8F-77A684421E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7">
            <a:extLst>
              <a:ext uri="{FF2B5EF4-FFF2-40B4-BE49-F238E27FC236}">
                <a16:creationId xmlns:a16="http://schemas.microsoft.com/office/drawing/2014/main" id="{D80EAEDD-4B13-0E23-F04C-2BF34C5A814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4878B7C-0E26-4C3E-A259-9B7906063C9A}" type="slidenum">
              <a:rPr lang="en-US" altLang="en-US">
                <a:latin typeface="Times New Roman" panose="02020603050405020304" pitchFamily="18" charset="0"/>
              </a:rPr>
              <a:pPr/>
              <a:t>51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9027" name="Rectangle 2">
            <a:extLst>
              <a:ext uri="{FF2B5EF4-FFF2-40B4-BE49-F238E27FC236}">
                <a16:creationId xmlns:a16="http://schemas.microsoft.com/office/drawing/2014/main" id="{D174A32C-8828-236C-22F9-AA4D0BD3C319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8" name="Rectangle 3">
            <a:extLst>
              <a:ext uri="{FF2B5EF4-FFF2-40B4-BE49-F238E27FC236}">
                <a16:creationId xmlns:a16="http://schemas.microsoft.com/office/drawing/2014/main" id="{C515963F-7050-3AE6-BDFC-41FD771985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7">
            <a:extLst>
              <a:ext uri="{FF2B5EF4-FFF2-40B4-BE49-F238E27FC236}">
                <a16:creationId xmlns:a16="http://schemas.microsoft.com/office/drawing/2014/main" id="{B56AD046-87D2-5B5D-CED5-610091D4278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11D6FC3-BA17-421A-924E-E3EC2CA60016}" type="slidenum">
              <a:rPr lang="en-US" altLang="en-US">
                <a:latin typeface="Times New Roman" panose="02020603050405020304" pitchFamily="18" charset="0"/>
              </a:rPr>
              <a:pPr/>
              <a:t>52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30051" name="Rectangle 2">
            <a:extLst>
              <a:ext uri="{FF2B5EF4-FFF2-40B4-BE49-F238E27FC236}">
                <a16:creationId xmlns:a16="http://schemas.microsoft.com/office/drawing/2014/main" id="{59CE41CA-434F-CB2C-FB27-49B41D8569C9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0052" name="Rectangle 3">
            <a:extLst>
              <a:ext uri="{FF2B5EF4-FFF2-40B4-BE49-F238E27FC236}">
                <a16:creationId xmlns:a16="http://schemas.microsoft.com/office/drawing/2014/main" id="{BDBBD278-74EE-777B-6765-0D1AEC2306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7">
            <a:extLst>
              <a:ext uri="{FF2B5EF4-FFF2-40B4-BE49-F238E27FC236}">
                <a16:creationId xmlns:a16="http://schemas.microsoft.com/office/drawing/2014/main" id="{24B95C27-9BF5-D7E7-5AFD-A1B90CAD5BC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4306C12-8AD1-4186-A0A3-D621BCA734C4}" type="slidenum">
              <a:rPr lang="en-US" altLang="en-US">
                <a:latin typeface="Times New Roman" panose="02020603050405020304" pitchFamily="18" charset="0"/>
              </a:rPr>
              <a:pPr/>
              <a:t>53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31075" name="Rectangle 2">
            <a:extLst>
              <a:ext uri="{FF2B5EF4-FFF2-40B4-BE49-F238E27FC236}">
                <a16:creationId xmlns:a16="http://schemas.microsoft.com/office/drawing/2014/main" id="{19DDE0B0-7717-999B-C990-4BF4FD95EF5D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1076" name="Rectangle 3">
            <a:extLst>
              <a:ext uri="{FF2B5EF4-FFF2-40B4-BE49-F238E27FC236}">
                <a16:creationId xmlns:a16="http://schemas.microsoft.com/office/drawing/2014/main" id="{94991E65-C2D3-1697-7A03-1811EEE67C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7">
            <a:extLst>
              <a:ext uri="{FF2B5EF4-FFF2-40B4-BE49-F238E27FC236}">
                <a16:creationId xmlns:a16="http://schemas.microsoft.com/office/drawing/2014/main" id="{9F316850-B570-420E-E5FE-F42BC9DDCD5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94C82EA-8C2A-4593-87FF-FCC1E89E050A}" type="slidenum">
              <a:rPr lang="en-US" altLang="en-US">
                <a:latin typeface="Times New Roman" panose="02020603050405020304" pitchFamily="18" charset="0"/>
              </a:rPr>
              <a:pPr/>
              <a:t>54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32099" name="Rectangle 2">
            <a:extLst>
              <a:ext uri="{FF2B5EF4-FFF2-40B4-BE49-F238E27FC236}">
                <a16:creationId xmlns:a16="http://schemas.microsoft.com/office/drawing/2014/main" id="{0A8BCC48-6114-446D-CA71-B329F46E67C9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2100" name="Rectangle 3">
            <a:extLst>
              <a:ext uri="{FF2B5EF4-FFF2-40B4-BE49-F238E27FC236}">
                <a16:creationId xmlns:a16="http://schemas.microsoft.com/office/drawing/2014/main" id="{46380F4A-20D2-5D51-DD70-D461EA29C6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7">
            <a:extLst>
              <a:ext uri="{FF2B5EF4-FFF2-40B4-BE49-F238E27FC236}">
                <a16:creationId xmlns:a16="http://schemas.microsoft.com/office/drawing/2014/main" id="{F51FA0CE-9CF2-1D6B-D7C2-2925E8FFBC3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3191C87-B51C-445D-AFF0-06B52F4F6D2B}" type="slidenum">
              <a:rPr lang="en-US" altLang="en-US">
                <a:latin typeface="Times New Roman" panose="02020603050405020304" pitchFamily="18" charset="0"/>
              </a:rPr>
              <a:pPr/>
              <a:t>55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33123" name="Rectangle 2">
            <a:extLst>
              <a:ext uri="{FF2B5EF4-FFF2-40B4-BE49-F238E27FC236}">
                <a16:creationId xmlns:a16="http://schemas.microsoft.com/office/drawing/2014/main" id="{D2F6EB4E-B1B7-E333-6135-B0B0173094B7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24" name="Rectangle 3">
            <a:extLst>
              <a:ext uri="{FF2B5EF4-FFF2-40B4-BE49-F238E27FC236}">
                <a16:creationId xmlns:a16="http://schemas.microsoft.com/office/drawing/2014/main" id="{6429BB37-ADFC-2320-2CA8-6F9576EE17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2">
            <a:extLst>
              <a:ext uri="{FF2B5EF4-FFF2-40B4-BE49-F238E27FC236}">
                <a16:creationId xmlns:a16="http://schemas.microsoft.com/office/drawing/2014/main" id="{2CD3A3B0-F29A-FC36-9A6E-83801DC59F0B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4147" name="Rectangle 3">
            <a:extLst>
              <a:ext uri="{FF2B5EF4-FFF2-40B4-BE49-F238E27FC236}">
                <a16:creationId xmlns:a16="http://schemas.microsoft.com/office/drawing/2014/main" id="{71B9DEFB-D5CB-1E07-C568-CEBAAE3F3A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7">
            <a:extLst>
              <a:ext uri="{FF2B5EF4-FFF2-40B4-BE49-F238E27FC236}">
                <a16:creationId xmlns:a16="http://schemas.microsoft.com/office/drawing/2014/main" id="{70F19293-B35B-3292-7C03-743B1258493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BFE8D15-F859-4D29-A226-C271BA2A7BBD}" type="slidenum">
              <a:rPr lang="en-US" altLang="en-US">
                <a:latin typeface="Times New Roman" panose="02020603050405020304" pitchFamily="18" charset="0"/>
              </a:rPr>
              <a:pPr/>
              <a:t>57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35171" name="Rectangle 2">
            <a:extLst>
              <a:ext uri="{FF2B5EF4-FFF2-40B4-BE49-F238E27FC236}">
                <a16:creationId xmlns:a16="http://schemas.microsoft.com/office/drawing/2014/main" id="{F932F16A-E815-703B-C1C4-C497CF8FE91F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5172" name="Rectangle 3">
            <a:extLst>
              <a:ext uri="{FF2B5EF4-FFF2-40B4-BE49-F238E27FC236}">
                <a16:creationId xmlns:a16="http://schemas.microsoft.com/office/drawing/2014/main" id="{C8C139F5-E78D-5942-E524-02D8B499B1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7">
            <a:extLst>
              <a:ext uri="{FF2B5EF4-FFF2-40B4-BE49-F238E27FC236}">
                <a16:creationId xmlns:a16="http://schemas.microsoft.com/office/drawing/2014/main" id="{4D50DF6A-0FEE-430A-8E52-0DD7615E5E8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7C8F634-0A44-4A5B-8215-D2405DBC804A}" type="slidenum">
              <a:rPr lang="en-US" altLang="en-US">
                <a:latin typeface="Times New Roman" panose="02020603050405020304" pitchFamily="18" charset="0"/>
              </a:rPr>
              <a:pPr/>
              <a:t>59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36195" name="Rectangle 2">
            <a:extLst>
              <a:ext uri="{FF2B5EF4-FFF2-40B4-BE49-F238E27FC236}">
                <a16:creationId xmlns:a16="http://schemas.microsoft.com/office/drawing/2014/main" id="{AB0F6CD0-2D6D-D0D3-FBF5-5BD1523ED26E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6196" name="Rectangle 3">
            <a:extLst>
              <a:ext uri="{FF2B5EF4-FFF2-40B4-BE49-F238E27FC236}">
                <a16:creationId xmlns:a16="http://schemas.microsoft.com/office/drawing/2014/main" id="{E458ABB2-611D-32BB-19C9-FBACA12C92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7">
            <a:extLst>
              <a:ext uri="{FF2B5EF4-FFF2-40B4-BE49-F238E27FC236}">
                <a16:creationId xmlns:a16="http://schemas.microsoft.com/office/drawing/2014/main" id="{319BA48E-4641-DE70-5BBE-806EFB35DC5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E59A18D-22DA-490B-8DDC-B0A88BC71593}" type="slidenum">
              <a:rPr lang="en-US" altLang="en-US">
                <a:latin typeface="Times New Roman" panose="02020603050405020304" pitchFamily="18" charset="0"/>
              </a:rPr>
              <a:pPr/>
              <a:t>60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37219" name="Rectangle 2">
            <a:extLst>
              <a:ext uri="{FF2B5EF4-FFF2-40B4-BE49-F238E27FC236}">
                <a16:creationId xmlns:a16="http://schemas.microsoft.com/office/drawing/2014/main" id="{BD52AB12-EAD7-86E5-BE14-B812CB1BCFC6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7220" name="Rectangle 3">
            <a:extLst>
              <a:ext uri="{FF2B5EF4-FFF2-40B4-BE49-F238E27FC236}">
                <a16:creationId xmlns:a16="http://schemas.microsoft.com/office/drawing/2014/main" id="{23C40FE7-5040-00AC-8790-DE72621CA5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7">
            <a:extLst>
              <a:ext uri="{FF2B5EF4-FFF2-40B4-BE49-F238E27FC236}">
                <a16:creationId xmlns:a16="http://schemas.microsoft.com/office/drawing/2014/main" id="{CAAB31FB-E8CE-2661-7518-206F3311AD5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87B1547-02D9-444B-84CF-23FA0406C82B}" type="slidenum">
              <a:rPr lang="en-US" altLang="en-US">
                <a:latin typeface="Times New Roman" panose="02020603050405020304" pitchFamily="18" charset="0"/>
              </a:rPr>
              <a:pPr/>
              <a:t>61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38243" name="Rectangle 2">
            <a:extLst>
              <a:ext uri="{FF2B5EF4-FFF2-40B4-BE49-F238E27FC236}">
                <a16:creationId xmlns:a16="http://schemas.microsoft.com/office/drawing/2014/main" id="{0D3EAC86-12E6-E89A-E816-27B428AB485E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8244" name="Rectangle 3">
            <a:extLst>
              <a:ext uri="{FF2B5EF4-FFF2-40B4-BE49-F238E27FC236}">
                <a16:creationId xmlns:a16="http://schemas.microsoft.com/office/drawing/2014/main" id="{EC08E07F-B51D-7CEB-6D55-1910A2BAA14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7">
            <a:extLst>
              <a:ext uri="{FF2B5EF4-FFF2-40B4-BE49-F238E27FC236}">
                <a16:creationId xmlns:a16="http://schemas.microsoft.com/office/drawing/2014/main" id="{FF72606D-C72C-50E7-9CE0-26F4B24E5C9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644109E-ABAA-4727-BAC9-4D6596B04217}" type="slidenum">
              <a:rPr lang="en-US" altLang="en-US">
                <a:latin typeface="Times New Roman" panose="02020603050405020304" pitchFamily="18" charset="0"/>
              </a:rPr>
              <a:pPr/>
              <a:t>62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39267" name="Rectangle 2">
            <a:extLst>
              <a:ext uri="{FF2B5EF4-FFF2-40B4-BE49-F238E27FC236}">
                <a16:creationId xmlns:a16="http://schemas.microsoft.com/office/drawing/2014/main" id="{05897315-478D-B852-2D8E-0DEC7F7FE5F6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9268" name="Rectangle 3">
            <a:extLst>
              <a:ext uri="{FF2B5EF4-FFF2-40B4-BE49-F238E27FC236}">
                <a16:creationId xmlns:a16="http://schemas.microsoft.com/office/drawing/2014/main" id="{F1277A75-0AF4-BEE4-8DF7-085D3C8AA6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7">
            <a:extLst>
              <a:ext uri="{FF2B5EF4-FFF2-40B4-BE49-F238E27FC236}">
                <a16:creationId xmlns:a16="http://schemas.microsoft.com/office/drawing/2014/main" id="{BA0E3996-7254-3169-896D-BB593DD6E65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33780A1-3AE0-4C37-9180-A14D90E5AAA6}" type="slidenum">
              <a:rPr lang="en-US" altLang="en-US">
                <a:latin typeface="Times New Roman" panose="02020603050405020304" pitchFamily="18" charset="0"/>
              </a:rPr>
              <a:pPr/>
              <a:t>63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40291" name="Rectangle 2">
            <a:extLst>
              <a:ext uri="{FF2B5EF4-FFF2-40B4-BE49-F238E27FC236}">
                <a16:creationId xmlns:a16="http://schemas.microsoft.com/office/drawing/2014/main" id="{0BCD425E-D1B9-4A56-2A58-F1FC5D4F3ACA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0292" name="Rectangle 3">
            <a:extLst>
              <a:ext uri="{FF2B5EF4-FFF2-40B4-BE49-F238E27FC236}">
                <a16:creationId xmlns:a16="http://schemas.microsoft.com/office/drawing/2014/main" id="{9DF9532E-E5DB-39F0-06BC-5E034627770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7">
            <a:extLst>
              <a:ext uri="{FF2B5EF4-FFF2-40B4-BE49-F238E27FC236}">
                <a16:creationId xmlns:a16="http://schemas.microsoft.com/office/drawing/2014/main" id="{05D06B32-4ED2-CA94-BCE6-65F64BCB05B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8E01618-91C5-467F-8861-3AB893192D03}" type="slidenum">
              <a:rPr lang="en-US" altLang="en-US">
                <a:latin typeface="Times New Roman" panose="02020603050405020304" pitchFamily="18" charset="0"/>
              </a:rPr>
              <a:pPr/>
              <a:t>64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41315" name="Rectangle 2">
            <a:extLst>
              <a:ext uri="{FF2B5EF4-FFF2-40B4-BE49-F238E27FC236}">
                <a16:creationId xmlns:a16="http://schemas.microsoft.com/office/drawing/2014/main" id="{61BC532A-3536-93B6-D30B-9F461185109B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1316" name="Rectangle 3">
            <a:extLst>
              <a:ext uri="{FF2B5EF4-FFF2-40B4-BE49-F238E27FC236}">
                <a16:creationId xmlns:a16="http://schemas.microsoft.com/office/drawing/2014/main" id="{F558FA55-E1B9-E76F-65F7-89A1E02AA2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7">
            <a:extLst>
              <a:ext uri="{FF2B5EF4-FFF2-40B4-BE49-F238E27FC236}">
                <a16:creationId xmlns:a16="http://schemas.microsoft.com/office/drawing/2014/main" id="{DC0AF8D0-57E3-94A3-AE16-FF13E906122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2ECD414-63F2-4D7E-9F7B-30E41FE7F554}" type="slidenum">
              <a:rPr lang="en-US" altLang="en-US">
                <a:latin typeface="Times New Roman" panose="02020603050405020304" pitchFamily="18" charset="0"/>
              </a:rPr>
              <a:pPr/>
              <a:t>65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42339" name="Rectangle 2">
            <a:extLst>
              <a:ext uri="{FF2B5EF4-FFF2-40B4-BE49-F238E27FC236}">
                <a16:creationId xmlns:a16="http://schemas.microsoft.com/office/drawing/2014/main" id="{84A344E2-4920-A93F-0FEC-9EA7359BAB67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2340" name="Rectangle 3">
            <a:extLst>
              <a:ext uri="{FF2B5EF4-FFF2-40B4-BE49-F238E27FC236}">
                <a16:creationId xmlns:a16="http://schemas.microsoft.com/office/drawing/2014/main" id="{F9CC02C9-8365-0681-D919-7B2C2BE9E22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7">
            <a:extLst>
              <a:ext uri="{FF2B5EF4-FFF2-40B4-BE49-F238E27FC236}">
                <a16:creationId xmlns:a16="http://schemas.microsoft.com/office/drawing/2014/main" id="{005119FD-3DD6-4141-595B-BA31E37DF06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BF0098C-C601-4D1D-9A50-763B6E3FB92D}" type="slidenum">
              <a:rPr lang="en-US" altLang="en-US">
                <a:latin typeface="Times New Roman" panose="02020603050405020304" pitchFamily="18" charset="0"/>
              </a:rPr>
              <a:pPr/>
              <a:t>66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43363" name="Rectangle 2">
            <a:extLst>
              <a:ext uri="{FF2B5EF4-FFF2-40B4-BE49-F238E27FC236}">
                <a16:creationId xmlns:a16="http://schemas.microsoft.com/office/drawing/2014/main" id="{E8E6B67F-69F5-1AD5-9F7E-CA3F77A4ABDA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64" name="Rectangle 3">
            <a:extLst>
              <a:ext uri="{FF2B5EF4-FFF2-40B4-BE49-F238E27FC236}">
                <a16:creationId xmlns:a16="http://schemas.microsoft.com/office/drawing/2014/main" id="{99ABEFCA-C163-3CD4-3675-EFD0E7983C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7">
            <a:extLst>
              <a:ext uri="{FF2B5EF4-FFF2-40B4-BE49-F238E27FC236}">
                <a16:creationId xmlns:a16="http://schemas.microsoft.com/office/drawing/2014/main" id="{EA72768B-B940-203D-BD1B-95D46E25E4B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3DF2A29-52C4-49AF-B80C-1126F463AD3D}" type="slidenum">
              <a:rPr lang="en-US" altLang="en-US">
                <a:latin typeface="Times New Roman" panose="02020603050405020304" pitchFamily="18" charset="0"/>
              </a:rPr>
              <a:pPr/>
              <a:t>67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44387" name="Rectangle 2">
            <a:extLst>
              <a:ext uri="{FF2B5EF4-FFF2-40B4-BE49-F238E27FC236}">
                <a16:creationId xmlns:a16="http://schemas.microsoft.com/office/drawing/2014/main" id="{9756B2BC-4DC6-FE35-5EC7-A61C1531D1FF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4388" name="Rectangle 3">
            <a:extLst>
              <a:ext uri="{FF2B5EF4-FFF2-40B4-BE49-F238E27FC236}">
                <a16:creationId xmlns:a16="http://schemas.microsoft.com/office/drawing/2014/main" id="{603B5645-260E-5E0A-09F5-35514329D7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7">
            <a:extLst>
              <a:ext uri="{FF2B5EF4-FFF2-40B4-BE49-F238E27FC236}">
                <a16:creationId xmlns:a16="http://schemas.microsoft.com/office/drawing/2014/main" id="{EC32FB3D-0A4A-6219-F311-5231862B165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F209838-E66F-4852-9468-322A20EBAFF7}" type="slidenum">
              <a:rPr lang="en-US" altLang="en-US">
                <a:latin typeface="Times New Roman" panose="02020603050405020304" pitchFamily="18" charset="0"/>
              </a:rPr>
              <a:pPr/>
              <a:t>68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45411" name="Rectangle 2">
            <a:extLst>
              <a:ext uri="{FF2B5EF4-FFF2-40B4-BE49-F238E27FC236}">
                <a16:creationId xmlns:a16="http://schemas.microsoft.com/office/drawing/2014/main" id="{7516ECE9-38B9-EF3D-57B3-D94DBDAEAC9A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5412" name="Rectangle 3">
            <a:extLst>
              <a:ext uri="{FF2B5EF4-FFF2-40B4-BE49-F238E27FC236}">
                <a16:creationId xmlns:a16="http://schemas.microsoft.com/office/drawing/2014/main" id="{6B38F04F-AFC3-B3B4-5CDC-71DB3ABAB3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7">
            <a:extLst>
              <a:ext uri="{FF2B5EF4-FFF2-40B4-BE49-F238E27FC236}">
                <a16:creationId xmlns:a16="http://schemas.microsoft.com/office/drawing/2014/main" id="{0DF10722-5960-7E6A-E583-332C53C403D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9A67012-9BC1-47ED-AD71-8E45EB087788}" type="slidenum">
              <a:rPr lang="en-US" altLang="en-US">
                <a:latin typeface="Times New Roman" panose="02020603050405020304" pitchFamily="18" charset="0"/>
              </a:rPr>
              <a:pPr/>
              <a:t>69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46435" name="Rectangle 2">
            <a:extLst>
              <a:ext uri="{FF2B5EF4-FFF2-40B4-BE49-F238E27FC236}">
                <a16:creationId xmlns:a16="http://schemas.microsoft.com/office/drawing/2014/main" id="{9886E94A-8A69-0B6B-AE75-3F6A18DDA240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6436" name="Rectangle 3">
            <a:extLst>
              <a:ext uri="{FF2B5EF4-FFF2-40B4-BE49-F238E27FC236}">
                <a16:creationId xmlns:a16="http://schemas.microsoft.com/office/drawing/2014/main" id="{C70EE056-8872-1080-2149-9DA1226E52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7">
            <a:extLst>
              <a:ext uri="{FF2B5EF4-FFF2-40B4-BE49-F238E27FC236}">
                <a16:creationId xmlns:a16="http://schemas.microsoft.com/office/drawing/2014/main" id="{8030343F-12C2-C87F-AB01-621419C19C5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BDB77F5-E278-4D66-BBEC-44416EAD8D36}" type="slidenum">
              <a:rPr lang="en-US" altLang="en-US">
                <a:latin typeface="Times New Roman" panose="02020603050405020304" pitchFamily="18" charset="0"/>
              </a:rPr>
              <a:pPr/>
              <a:t>70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47459" name="Rectangle 2">
            <a:extLst>
              <a:ext uri="{FF2B5EF4-FFF2-40B4-BE49-F238E27FC236}">
                <a16:creationId xmlns:a16="http://schemas.microsoft.com/office/drawing/2014/main" id="{B8D65B8E-DC9C-8582-5190-AED07FCE1577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7460" name="Rectangle 3">
            <a:extLst>
              <a:ext uri="{FF2B5EF4-FFF2-40B4-BE49-F238E27FC236}">
                <a16:creationId xmlns:a16="http://schemas.microsoft.com/office/drawing/2014/main" id="{DBC33F7C-720A-F3B9-FCF2-9F5F5DCD75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7">
            <a:extLst>
              <a:ext uri="{FF2B5EF4-FFF2-40B4-BE49-F238E27FC236}">
                <a16:creationId xmlns:a16="http://schemas.microsoft.com/office/drawing/2014/main" id="{1200417F-D05A-9628-2117-FEE1393647B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AC0E280-8530-4831-8E0B-7B6A0F9E6ED5}" type="slidenum">
              <a:rPr lang="en-US" altLang="en-US">
                <a:latin typeface="Times New Roman" panose="02020603050405020304" pitchFamily="18" charset="0"/>
              </a:rPr>
              <a:pPr/>
              <a:t>71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48483" name="Rectangle 2">
            <a:extLst>
              <a:ext uri="{FF2B5EF4-FFF2-40B4-BE49-F238E27FC236}">
                <a16:creationId xmlns:a16="http://schemas.microsoft.com/office/drawing/2014/main" id="{6DD92C5E-6DA5-ADD9-B3DB-2A5EEA774961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8484" name="Rectangle 3">
            <a:extLst>
              <a:ext uri="{FF2B5EF4-FFF2-40B4-BE49-F238E27FC236}">
                <a16:creationId xmlns:a16="http://schemas.microsoft.com/office/drawing/2014/main" id="{3DF4F46A-C100-E993-89D7-BEC42B96D0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7">
            <a:extLst>
              <a:ext uri="{FF2B5EF4-FFF2-40B4-BE49-F238E27FC236}">
                <a16:creationId xmlns:a16="http://schemas.microsoft.com/office/drawing/2014/main" id="{1F681007-9F07-4858-AD39-AB9B5AFE5AB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DCFC00E-8C56-448C-BFA7-4D4D29FF3BD6}" type="slidenum">
              <a:rPr lang="en-US" altLang="en-US">
                <a:latin typeface="Times New Roman" panose="02020603050405020304" pitchFamily="18" charset="0"/>
              </a:rPr>
              <a:pPr/>
              <a:t>72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49507" name="Rectangle 2">
            <a:extLst>
              <a:ext uri="{FF2B5EF4-FFF2-40B4-BE49-F238E27FC236}">
                <a16:creationId xmlns:a16="http://schemas.microsoft.com/office/drawing/2014/main" id="{52F6687A-CFAA-E802-FDF8-D3AAAA90C61D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9508" name="Rectangle 3">
            <a:extLst>
              <a:ext uri="{FF2B5EF4-FFF2-40B4-BE49-F238E27FC236}">
                <a16:creationId xmlns:a16="http://schemas.microsoft.com/office/drawing/2014/main" id="{8A3FCB7D-2FEF-6C70-DA93-CD4F71A8DF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7">
            <a:extLst>
              <a:ext uri="{FF2B5EF4-FFF2-40B4-BE49-F238E27FC236}">
                <a16:creationId xmlns:a16="http://schemas.microsoft.com/office/drawing/2014/main" id="{1678EA0B-5CF5-F702-A7C0-13EDE13D84B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053AFB3-5A1A-4A61-AC35-3CC7BD02991A}" type="slidenum">
              <a:rPr lang="en-US" altLang="en-US">
                <a:latin typeface="Times New Roman" panose="02020603050405020304" pitchFamily="18" charset="0"/>
              </a:rPr>
              <a:pPr/>
              <a:t>73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50531" name="Rectangle 2">
            <a:extLst>
              <a:ext uri="{FF2B5EF4-FFF2-40B4-BE49-F238E27FC236}">
                <a16:creationId xmlns:a16="http://schemas.microsoft.com/office/drawing/2014/main" id="{32B43AF3-8519-A6F5-AF90-4EC0D1BDDCFD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0532" name="Rectangle 3">
            <a:extLst>
              <a:ext uri="{FF2B5EF4-FFF2-40B4-BE49-F238E27FC236}">
                <a16:creationId xmlns:a16="http://schemas.microsoft.com/office/drawing/2014/main" id="{C5CE73D5-61D8-378E-2443-238B95315F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7">
            <a:extLst>
              <a:ext uri="{FF2B5EF4-FFF2-40B4-BE49-F238E27FC236}">
                <a16:creationId xmlns:a16="http://schemas.microsoft.com/office/drawing/2014/main" id="{A49061D2-B348-EEF5-0D55-7B1C8110E1F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CA1066F-26A2-4323-B360-47AE0E241ADC}" type="slidenum">
              <a:rPr lang="en-US" altLang="en-US">
                <a:latin typeface="Times New Roman" panose="02020603050405020304" pitchFamily="18" charset="0"/>
              </a:rPr>
              <a:pPr/>
              <a:t>74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51555" name="Rectangle 2">
            <a:extLst>
              <a:ext uri="{FF2B5EF4-FFF2-40B4-BE49-F238E27FC236}">
                <a16:creationId xmlns:a16="http://schemas.microsoft.com/office/drawing/2014/main" id="{6B705C96-61B3-51FF-1CE1-8DD392DDB186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1556" name="Rectangle 3">
            <a:extLst>
              <a:ext uri="{FF2B5EF4-FFF2-40B4-BE49-F238E27FC236}">
                <a16:creationId xmlns:a16="http://schemas.microsoft.com/office/drawing/2014/main" id="{6E402C9E-3512-774B-F646-3113F9C0E0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7">
            <a:extLst>
              <a:ext uri="{FF2B5EF4-FFF2-40B4-BE49-F238E27FC236}">
                <a16:creationId xmlns:a16="http://schemas.microsoft.com/office/drawing/2014/main" id="{EAB91628-DDAA-CE8B-64AF-E6080CEFDE2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8EE938D-DB04-4BB6-BB75-F61E80841109}" type="slidenum">
              <a:rPr lang="en-US" altLang="en-US">
                <a:latin typeface="Times New Roman" panose="02020603050405020304" pitchFamily="18" charset="0"/>
              </a:rPr>
              <a:pPr/>
              <a:t>75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52579" name="Rectangle 2">
            <a:extLst>
              <a:ext uri="{FF2B5EF4-FFF2-40B4-BE49-F238E27FC236}">
                <a16:creationId xmlns:a16="http://schemas.microsoft.com/office/drawing/2014/main" id="{592E402D-9382-90C9-B33F-CBA456CF9514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2580" name="Rectangle 3">
            <a:extLst>
              <a:ext uri="{FF2B5EF4-FFF2-40B4-BE49-F238E27FC236}">
                <a16:creationId xmlns:a16="http://schemas.microsoft.com/office/drawing/2014/main" id="{872F978D-FE13-4A04-84A9-546AC866F5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7">
            <a:extLst>
              <a:ext uri="{FF2B5EF4-FFF2-40B4-BE49-F238E27FC236}">
                <a16:creationId xmlns:a16="http://schemas.microsoft.com/office/drawing/2014/main" id="{EE453478-E0C0-4851-F099-E23A2DB3C45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D0D3A79-EBFE-4B0C-A770-4F509A2394FC}" type="slidenum">
              <a:rPr lang="en-US" altLang="en-US">
                <a:latin typeface="Times New Roman" panose="02020603050405020304" pitchFamily="18" charset="0"/>
              </a:rPr>
              <a:pPr/>
              <a:t>76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53603" name="Rectangle 2">
            <a:extLst>
              <a:ext uri="{FF2B5EF4-FFF2-40B4-BE49-F238E27FC236}">
                <a16:creationId xmlns:a16="http://schemas.microsoft.com/office/drawing/2014/main" id="{3FD6861D-1BDD-1571-F033-DAC5EA880817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04" name="Rectangle 3">
            <a:extLst>
              <a:ext uri="{FF2B5EF4-FFF2-40B4-BE49-F238E27FC236}">
                <a16:creationId xmlns:a16="http://schemas.microsoft.com/office/drawing/2014/main" id="{38FCCBE0-5F2A-6CDA-2814-778B3F622D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7">
            <a:extLst>
              <a:ext uri="{FF2B5EF4-FFF2-40B4-BE49-F238E27FC236}">
                <a16:creationId xmlns:a16="http://schemas.microsoft.com/office/drawing/2014/main" id="{605516F9-A9E5-66D4-2742-E36CD20A2CF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CA5BD04-739C-414C-B483-55DA60C79774}" type="slidenum">
              <a:rPr lang="en-US" altLang="en-US">
                <a:latin typeface="Times New Roman" panose="02020603050405020304" pitchFamily="18" charset="0"/>
              </a:rPr>
              <a:pPr/>
              <a:t>77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54627" name="Rectangle 2">
            <a:extLst>
              <a:ext uri="{FF2B5EF4-FFF2-40B4-BE49-F238E27FC236}">
                <a16:creationId xmlns:a16="http://schemas.microsoft.com/office/drawing/2014/main" id="{D7111A3A-EEA6-F08B-D521-E5B638C5E850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4628" name="Rectangle 3">
            <a:extLst>
              <a:ext uri="{FF2B5EF4-FFF2-40B4-BE49-F238E27FC236}">
                <a16:creationId xmlns:a16="http://schemas.microsoft.com/office/drawing/2014/main" id="{0A1A40B2-5918-A151-D5F8-E909043874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7">
            <a:extLst>
              <a:ext uri="{FF2B5EF4-FFF2-40B4-BE49-F238E27FC236}">
                <a16:creationId xmlns:a16="http://schemas.microsoft.com/office/drawing/2014/main" id="{06860AA3-C1F6-6955-324A-D3F39A1D45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A604EA9-B1E6-442C-9E60-7D3F8461953A}" type="slidenum">
              <a:rPr lang="en-US" altLang="en-US">
                <a:latin typeface="Times New Roman" panose="02020603050405020304" pitchFamily="18" charset="0"/>
              </a:rPr>
              <a:pPr/>
              <a:t>78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55651" name="Rectangle 2">
            <a:extLst>
              <a:ext uri="{FF2B5EF4-FFF2-40B4-BE49-F238E27FC236}">
                <a16:creationId xmlns:a16="http://schemas.microsoft.com/office/drawing/2014/main" id="{A5BE35AD-5C03-6217-6413-F506FB61C0FF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5652" name="Rectangle 3">
            <a:extLst>
              <a:ext uri="{FF2B5EF4-FFF2-40B4-BE49-F238E27FC236}">
                <a16:creationId xmlns:a16="http://schemas.microsoft.com/office/drawing/2014/main" id="{BC258DD8-4344-A044-936B-C0FC53685B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">
            <a:extLst>
              <a:ext uri="{FF2B5EF4-FFF2-40B4-BE49-F238E27FC236}">
                <a16:creationId xmlns:a16="http://schemas.microsoft.com/office/drawing/2014/main" id="{0DFC0495-D14A-C1E0-4763-5785AA2113F0}"/>
              </a:ext>
            </a:extLst>
          </p:cNvPr>
          <p:cNvGrpSpPr>
            <a:grpSpLocks/>
          </p:cNvGrpSpPr>
          <p:nvPr/>
        </p:nvGrpSpPr>
        <p:grpSpPr bwMode="auto">
          <a:xfrm>
            <a:off x="198438" y="2960688"/>
            <a:ext cx="8610600" cy="201612"/>
            <a:chOff x="125" y="1865"/>
            <a:chExt cx="5424" cy="127"/>
          </a:xfrm>
        </p:grpSpPr>
        <p:sp>
          <p:nvSpPr>
            <p:cNvPr id="3" name="Rectangle 4">
              <a:extLst>
                <a:ext uri="{FF2B5EF4-FFF2-40B4-BE49-F238E27FC236}">
                  <a16:creationId xmlns:a16="http://schemas.microsoft.com/office/drawing/2014/main" id="{9EE702BA-A4F3-683A-0EC2-1A8492D3C0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4" name="Rectangle 5">
              <a:extLst>
                <a:ext uri="{FF2B5EF4-FFF2-40B4-BE49-F238E27FC236}">
                  <a16:creationId xmlns:a16="http://schemas.microsoft.com/office/drawing/2014/main" id="{215CA6A4-F7B3-63B5-12C3-50E8F98861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3" y="1865"/>
              <a:ext cx="1808" cy="12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5" name="Rectangle 6">
              <a:extLst>
                <a:ext uri="{FF2B5EF4-FFF2-40B4-BE49-F238E27FC236}">
                  <a16:creationId xmlns:a16="http://schemas.microsoft.com/office/drawing/2014/main" id="{7833ACED-1975-7263-48E2-29FEF84E13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1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</p:grpSp>
      <p:sp>
        <p:nvSpPr>
          <p:cNvPr id="6" name="Text Box 7">
            <a:extLst>
              <a:ext uri="{FF2B5EF4-FFF2-40B4-BE49-F238E27FC236}">
                <a16:creationId xmlns:a16="http://schemas.microsoft.com/office/drawing/2014/main" id="{4B781EDD-F150-0E8A-7BD4-122FE7339A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>
                <a:solidFill>
                  <a:srgbClr val="336699"/>
                </a:solidFill>
                <a:latin typeface="Helvetica" pitchFamily="-84" charset="0"/>
              </a:rPr>
              <a:t>Silberschatz, Galvin and Gagne ©2013</a:t>
            </a:r>
          </a:p>
        </p:txBody>
      </p:sp>
      <p:sp>
        <p:nvSpPr>
          <p:cNvPr id="7" name="Text Box 8">
            <a:extLst>
              <a:ext uri="{FF2B5EF4-FFF2-40B4-BE49-F238E27FC236}">
                <a16:creationId xmlns:a16="http://schemas.microsoft.com/office/drawing/2014/main" id="{F9C7AC7A-C606-E591-A73D-BA7C3BDE71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88" y="6613525"/>
            <a:ext cx="2695575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000" b="1">
                <a:solidFill>
                  <a:srgbClr val="336699"/>
                </a:solidFill>
                <a:latin typeface="Helvetica" pitchFamily="-84" charset="0"/>
              </a:rPr>
              <a:t>Operating System Concepts – 9</a:t>
            </a:r>
            <a:r>
              <a:rPr lang="en-US" altLang="en-US" sz="1000" b="1" baseline="30000">
                <a:solidFill>
                  <a:srgbClr val="336699"/>
                </a:solidFill>
                <a:latin typeface="Helvetica" pitchFamily="-84" charset="0"/>
              </a:rPr>
              <a:t>th</a:t>
            </a:r>
            <a:r>
              <a:rPr lang="en-US" altLang="en-US" sz="1000" b="1">
                <a:solidFill>
                  <a:srgbClr val="336699"/>
                </a:solidFill>
                <a:latin typeface="Helvetica" pitchFamily="-84" charset="0"/>
              </a:rPr>
              <a:t> Edition</a:t>
            </a:r>
          </a:p>
        </p:txBody>
      </p:sp>
      <p:pic>
        <p:nvPicPr>
          <p:cNvPr id="8" name="Picture 9" descr="dino_4">
            <a:extLst>
              <a:ext uri="{FF2B5EF4-FFF2-40B4-BE49-F238E27FC236}">
                <a16:creationId xmlns:a16="http://schemas.microsoft.com/office/drawing/2014/main" id="{4BB628AA-B2B7-D889-D0D6-CD2A8F50C7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0738" y="4157663"/>
            <a:ext cx="2062162" cy="1593850"/>
          </a:xfrm>
          <a:prstGeom prst="rect">
            <a:avLst/>
          </a:prstGeom>
          <a:noFill/>
          <a:ln w="76200">
            <a:solidFill>
              <a:srgbClr val="3366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10">
            <a:extLst>
              <a:ext uri="{FF2B5EF4-FFF2-40B4-BE49-F238E27FC236}">
                <a16:creationId xmlns:a16="http://schemas.microsoft.com/office/drawing/2014/main" id="{4A19A036-B44C-27E3-83CF-FE3CF679F5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4213" y="4006850"/>
            <a:ext cx="2336800" cy="1887538"/>
          </a:xfrm>
          <a:prstGeom prst="rect">
            <a:avLst/>
          </a:prstGeom>
          <a:noFill/>
          <a:ln w="57150" cmpd="thinThick">
            <a:solidFill>
              <a:srgbClr val="66CCFF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525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127250"/>
          </a:xfrm>
        </p:spPr>
        <p:txBody>
          <a:bodyPr/>
          <a:lstStyle>
            <a:lvl1pPr>
              <a:defRPr sz="43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108090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970945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011608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6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97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857074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057018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124299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292079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998534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195665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46710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91338" y="277813"/>
            <a:ext cx="2144712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281738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560394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dino_3">
            <a:extLst>
              <a:ext uri="{FF2B5EF4-FFF2-40B4-BE49-F238E27FC236}">
                <a16:creationId xmlns:a16="http://schemas.microsoft.com/office/drawing/2014/main" id="{A5A4F767-FF22-7503-54F9-B0BF535F17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0"/>
            <a:ext cx="1195388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1" name="Rectangle 3">
            <a:extLst>
              <a:ext uri="{FF2B5EF4-FFF2-40B4-BE49-F238E27FC236}">
                <a16:creationId xmlns:a16="http://schemas.microsoft.com/office/drawing/2014/main" id="{1AA3E0D8-E99D-BA0B-6369-144F116D0F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98800E65-CC7B-D628-3A0A-E1305404DFA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06450" y="1233488"/>
            <a:ext cx="822960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09A810B5-8445-24B0-BF11-80040FB559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1030" name="Line 6">
            <a:extLst>
              <a:ext uri="{FF2B5EF4-FFF2-40B4-BE49-F238E27FC236}">
                <a16:creationId xmlns:a16="http://schemas.microsoft.com/office/drawing/2014/main" id="{F285F8F3-397B-3A7B-5591-764C0245E1FE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860425"/>
            <a:ext cx="8077200" cy="0"/>
          </a:xfrm>
          <a:prstGeom prst="line">
            <a:avLst/>
          </a:prstGeom>
          <a:noFill/>
          <a:ln w="19050">
            <a:solidFill>
              <a:srgbClr val="336699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C59B0B3D-D35A-09C6-A0EA-E9AB9C1D39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86000"/>
            <a:ext cx="228600" cy="2286000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EA1EB6AD-4543-7ABE-78AA-B3C681B118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1033" name="Text Box 9">
            <a:extLst>
              <a:ext uri="{FF2B5EF4-FFF2-40B4-BE49-F238E27FC236}">
                <a16:creationId xmlns:a16="http://schemas.microsoft.com/office/drawing/2014/main" id="{7C16D2E1-69D0-8DD1-D16D-18EDB9A597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6088" y="6613525"/>
            <a:ext cx="447675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1000" b="1">
                <a:solidFill>
                  <a:srgbClr val="006699"/>
                </a:solidFill>
                <a:latin typeface="Helvetica" panose="020B0604020202020204" pitchFamily="34" charset="0"/>
              </a:rPr>
              <a:t>9.</a:t>
            </a:r>
            <a:fld id="{DE26321F-4943-4A7A-BD4A-5B05FFBE90A5}" type="slidenum">
              <a:rPr lang="en-US" altLang="en-US" sz="1000" b="1">
                <a:solidFill>
                  <a:srgbClr val="006699"/>
                </a:solidFill>
                <a:latin typeface="Helvetica" panose="020B0604020202020204" pitchFamily="34" charset="0"/>
              </a:rPr>
              <a:pPr algn="ctr">
                <a:spcBef>
                  <a:spcPct val="50000"/>
                </a:spcBef>
              </a:pPr>
              <a:t>‹#›</a:t>
            </a:fld>
            <a:endParaRPr lang="en-US" altLang="en-US" sz="1000" b="1">
              <a:solidFill>
                <a:srgbClr val="006699"/>
              </a:solidFill>
              <a:latin typeface="Helvetica" panose="020B0604020202020204" pitchFamily="34" charset="0"/>
            </a:endParaRPr>
          </a:p>
        </p:txBody>
      </p:sp>
      <p:sp>
        <p:nvSpPr>
          <p:cNvPr id="1034" name="Text Box 10">
            <a:extLst>
              <a:ext uri="{FF2B5EF4-FFF2-40B4-BE49-F238E27FC236}">
                <a16:creationId xmlns:a16="http://schemas.microsoft.com/office/drawing/2014/main" id="{6A0B26BD-FF29-DF5D-5A99-9F74916F06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>
                <a:solidFill>
                  <a:srgbClr val="006699"/>
                </a:solidFill>
                <a:latin typeface="Helvetica" pitchFamily="-84" charset="0"/>
              </a:rPr>
              <a:t>Silberschatz, Galvin and Gagne ©2013</a:t>
            </a:r>
          </a:p>
        </p:txBody>
      </p:sp>
      <p:sp>
        <p:nvSpPr>
          <p:cNvPr id="1035" name="Text Box 11">
            <a:extLst>
              <a:ext uri="{FF2B5EF4-FFF2-40B4-BE49-F238E27FC236}">
                <a16:creationId xmlns:a16="http://schemas.microsoft.com/office/drawing/2014/main" id="{0BE5D593-EAC3-4C4B-328F-6BBF2826A0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738" y="6621463"/>
            <a:ext cx="2638425" cy="2444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000" b="1">
                <a:solidFill>
                  <a:srgbClr val="006699"/>
                </a:solidFill>
                <a:latin typeface="Helvetica" pitchFamily="-84" charset="0"/>
              </a:rPr>
              <a:t>Operating System Concepts – 9</a:t>
            </a:r>
            <a:r>
              <a:rPr lang="en-US" altLang="en-US" sz="1000" b="1" baseline="30000">
                <a:solidFill>
                  <a:srgbClr val="006699"/>
                </a:solidFill>
                <a:latin typeface="Helvetica" pitchFamily="-84" charset="0"/>
              </a:rPr>
              <a:t>th</a:t>
            </a:r>
            <a:r>
              <a:rPr lang="en-US" altLang="en-US" sz="1000" b="1">
                <a:solidFill>
                  <a:srgbClr val="006699"/>
                </a:solidFill>
                <a:latin typeface="Helvetica" pitchFamily="-84" charset="0"/>
              </a:rPr>
              <a:t> Edition</a:t>
            </a:r>
          </a:p>
        </p:txBody>
      </p:sp>
      <p:pic>
        <p:nvPicPr>
          <p:cNvPr id="2060" name="Picture 12" descr="dino_6">
            <a:extLst>
              <a:ext uri="{FF2B5EF4-FFF2-40B4-BE49-F238E27FC236}">
                <a16:creationId xmlns:a16="http://schemas.microsoft.com/office/drawing/2014/main" id="{BCED644A-1587-EFD4-4FA8-CE6B199F8A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3988" y="5849938"/>
            <a:ext cx="1284287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47" r:id="rId1"/>
    <p:sldLayoutId id="2147484037" r:id="rId2"/>
    <p:sldLayoutId id="2147484038" r:id="rId3"/>
    <p:sldLayoutId id="2147484039" r:id="rId4"/>
    <p:sldLayoutId id="2147484040" r:id="rId5"/>
    <p:sldLayoutId id="2147484041" r:id="rId6"/>
    <p:sldLayoutId id="2147484042" r:id="rId7"/>
    <p:sldLayoutId id="2147484043" r:id="rId8"/>
    <p:sldLayoutId id="2147484044" r:id="rId9"/>
    <p:sldLayoutId id="2147484045" r:id="rId10"/>
    <p:sldLayoutId id="2147484046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+mj-lt"/>
          <a:ea typeface="MS PGothic" pitchFamily="34" charset="-128"/>
          <a:cs typeface="ＭＳ Ｐゴシック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993300"/>
        </a:buClr>
        <a:buSzPct val="90000"/>
        <a:buFont typeface="Monotype Sorts" pitchFamily="-84" charset="2"/>
        <a:buChar char="n"/>
        <a:defRPr kumimoji="1">
          <a:solidFill>
            <a:schemeClr val="tx1"/>
          </a:solidFill>
          <a:latin typeface="+mn-lt"/>
          <a:ea typeface="MS PGothic" pitchFamily="34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80000"/>
        <a:buFont typeface="Monotype Sorts" pitchFamily="-84" charset="2"/>
        <a:buChar char="l"/>
        <a:defRPr kumimoji="1">
          <a:solidFill>
            <a:schemeClr val="tx1"/>
          </a:solidFill>
          <a:latin typeface="+mn-lt"/>
          <a:ea typeface="MS PGothic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009900"/>
        </a:buClr>
        <a:buSzPct val="75000"/>
        <a:buFont typeface="Webdings" panose="05030102010509060703" pitchFamily="18" charset="2"/>
        <a:buChar char="4"/>
        <a:defRPr kumimoji="1">
          <a:solidFill>
            <a:schemeClr val="tx1"/>
          </a:solidFill>
          <a:latin typeface="+mn-lt"/>
          <a:ea typeface="MS PGothic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75000"/>
        <a:buChar char="–"/>
        <a:defRPr kumimoji="1">
          <a:solidFill>
            <a:schemeClr val="tx1"/>
          </a:solidFill>
          <a:latin typeface="+mn-lt"/>
          <a:ea typeface="MS PGothic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23.wmf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emf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6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72707209-3853-79BA-9786-E8ECCE94F7C4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806450"/>
            <a:ext cx="7772400" cy="2127250"/>
          </a:xfrm>
        </p:spPr>
        <p:txBody>
          <a:bodyPr/>
          <a:lstStyle/>
          <a:p>
            <a:pPr eaLnBrk="1" hangingPunct="1"/>
            <a:r>
              <a:rPr lang="en-US" altLang="en-US"/>
              <a:t>Chapter 9:  Virtual Memory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54D9CB4E-8A6C-ABF6-8752-656890BD58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82663" y="195263"/>
            <a:ext cx="7704137" cy="576262"/>
          </a:xfrm>
        </p:spPr>
        <p:txBody>
          <a:bodyPr/>
          <a:lstStyle/>
          <a:p>
            <a:pPr eaLnBrk="1" hangingPunct="1"/>
            <a:r>
              <a:rPr lang="en-US" altLang="en-US"/>
              <a:t>Chapter 9:  Virtual Memory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1A571206-B72C-1B3B-2EC8-E3A126BE4BE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123950"/>
            <a:ext cx="8229600" cy="4530725"/>
          </a:xfrm>
        </p:spPr>
        <p:txBody>
          <a:bodyPr/>
          <a:lstStyle/>
          <a:p>
            <a:r>
              <a:rPr lang="en-US" altLang="en-US"/>
              <a:t>Background</a:t>
            </a:r>
          </a:p>
          <a:p>
            <a:r>
              <a:rPr lang="en-US" altLang="en-US"/>
              <a:t>Demand Paging</a:t>
            </a:r>
          </a:p>
          <a:p>
            <a:r>
              <a:rPr lang="en-US" altLang="en-US"/>
              <a:t>Copy-on-Write</a:t>
            </a:r>
          </a:p>
          <a:p>
            <a:r>
              <a:rPr lang="en-US" altLang="en-US"/>
              <a:t>Page Replacement</a:t>
            </a:r>
          </a:p>
          <a:p>
            <a:r>
              <a:rPr lang="en-US" altLang="en-US"/>
              <a:t>Allocation of Frames </a:t>
            </a:r>
          </a:p>
          <a:p>
            <a:r>
              <a:rPr lang="en-US" altLang="en-US"/>
              <a:t>Thrashing</a:t>
            </a:r>
          </a:p>
          <a:p>
            <a:r>
              <a:rPr lang="en-US" altLang="en-US"/>
              <a:t>Memory-Mapped Files</a:t>
            </a:r>
          </a:p>
          <a:p>
            <a:r>
              <a:rPr lang="en-US" altLang="en-US"/>
              <a:t>Allocating Kernel Memory</a:t>
            </a:r>
          </a:p>
          <a:p>
            <a:r>
              <a:rPr lang="en-US" altLang="en-US"/>
              <a:t>Other Considerations</a:t>
            </a:r>
          </a:p>
          <a:p>
            <a:r>
              <a:rPr lang="en-US" altLang="en-US"/>
              <a:t>Operating-System Examples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BE280CFF-8D11-CA25-141A-8710A9429F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68275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/>
              <a:t>Objectives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4AEF13E3-A645-FC7A-A721-32E67FB4B8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28688" y="1233488"/>
            <a:ext cx="6877050" cy="4530725"/>
          </a:xfrm>
        </p:spPr>
        <p:txBody>
          <a:bodyPr/>
          <a:lstStyle/>
          <a:p>
            <a:r>
              <a:rPr lang="en-US" altLang="en-US"/>
              <a:t>To describe the benefits of a virtual memory system</a:t>
            </a:r>
          </a:p>
          <a:p>
            <a:r>
              <a:rPr lang="en-US" altLang="en-US"/>
              <a:t>To explain the concepts of demand paging, page-replacement algorithms, and allocation of page frames</a:t>
            </a:r>
          </a:p>
          <a:p>
            <a:r>
              <a:rPr lang="en-US" altLang="en-US"/>
              <a:t>To discuss the principle of the working-set model</a:t>
            </a:r>
          </a:p>
          <a:p>
            <a:r>
              <a:rPr lang="en-US" altLang="en-US"/>
              <a:t>To examine the relationship between shared memory and memory-mapped files</a:t>
            </a:r>
          </a:p>
          <a:p>
            <a:r>
              <a:rPr lang="en-US" altLang="en-US"/>
              <a:t>To explore how kernel memory is managed</a:t>
            </a:r>
          </a:p>
          <a:p>
            <a:endParaRPr lang="en-US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97D7F253-858F-36BF-E2A9-F8CE245D760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4128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Background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B27EC560-9728-D4F6-7D51-1105070D07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2013" y="1111250"/>
            <a:ext cx="7213600" cy="4530725"/>
          </a:xfrm>
        </p:spPr>
        <p:txBody>
          <a:bodyPr/>
          <a:lstStyle/>
          <a:p>
            <a:r>
              <a:rPr lang="en-US" altLang="en-US"/>
              <a:t>Code needs to be in memory to execute, but entire program rarely used</a:t>
            </a:r>
          </a:p>
          <a:p>
            <a:pPr lvl="1"/>
            <a:r>
              <a:rPr lang="en-US" altLang="en-US"/>
              <a:t>Error code, unusual routines, large data structures</a:t>
            </a:r>
          </a:p>
          <a:p>
            <a:r>
              <a:rPr lang="en-US" altLang="en-US"/>
              <a:t>Entire program code not needed at same time</a:t>
            </a:r>
          </a:p>
          <a:p>
            <a:r>
              <a:rPr lang="en-US" altLang="en-US"/>
              <a:t>Consider ability to execute partially-loaded program</a:t>
            </a:r>
          </a:p>
          <a:p>
            <a:pPr lvl="1"/>
            <a:r>
              <a:rPr lang="en-US" altLang="en-US"/>
              <a:t>Program no longer constrained by limits of physical memory</a:t>
            </a:r>
          </a:p>
          <a:p>
            <a:pPr lvl="1"/>
            <a:r>
              <a:rPr lang="en-US" altLang="en-US"/>
              <a:t>Each program takes less memory while running -&gt; more programs run at the same time</a:t>
            </a:r>
          </a:p>
          <a:p>
            <a:pPr lvl="2"/>
            <a:r>
              <a:rPr lang="en-US" altLang="en-US"/>
              <a:t>Increased CPU utilization and throughput with no increase in response time or turnaround time</a:t>
            </a:r>
          </a:p>
          <a:p>
            <a:pPr lvl="1"/>
            <a:r>
              <a:rPr lang="en-US" altLang="en-US"/>
              <a:t>Less I/O needed to load or swap programs into memory -&gt; each user program runs faster</a:t>
            </a:r>
          </a:p>
          <a:p>
            <a:pPr lvl="1"/>
            <a:endParaRPr lang="en-US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F366A050-E1B2-BAE0-FABC-A850A1D569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5081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Background (Cont.)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133230AD-A558-D974-40C5-C06398675E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49313" y="1063625"/>
            <a:ext cx="7177087" cy="4529138"/>
          </a:xfrm>
        </p:spPr>
        <p:txBody>
          <a:bodyPr/>
          <a:lstStyle/>
          <a:p>
            <a:r>
              <a:rPr lang="en-US" altLang="en-US" b="1">
                <a:solidFill>
                  <a:srgbClr val="3366FF"/>
                </a:solidFill>
              </a:rPr>
              <a:t>Virtual memory</a:t>
            </a:r>
            <a:r>
              <a:rPr lang="en-US" altLang="en-US">
                <a:solidFill>
                  <a:srgbClr val="3366FF"/>
                </a:solidFill>
              </a:rPr>
              <a:t> </a:t>
            </a:r>
            <a:r>
              <a:rPr lang="en-US" altLang="en-US"/>
              <a:t>– separation of user logical memory from physical memory</a:t>
            </a:r>
          </a:p>
          <a:p>
            <a:pPr lvl="1"/>
            <a:r>
              <a:rPr lang="en-US" altLang="en-US" sz="1600"/>
              <a:t>Only part of the program needs to be in memory for execution</a:t>
            </a:r>
          </a:p>
          <a:p>
            <a:pPr lvl="1"/>
            <a:r>
              <a:rPr lang="en-US" altLang="en-US" sz="1600"/>
              <a:t>Logical address space can therefore be much larger than physical address space</a:t>
            </a:r>
          </a:p>
          <a:p>
            <a:pPr lvl="1"/>
            <a:r>
              <a:rPr lang="en-US" altLang="en-US" sz="1600"/>
              <a:t>Allows address spaces to be shared by several processes</a:t>
            </a:r>
          </a:p>
          <a:p>
            <a:pPr lvl="1"/>
            <a:r>
              <a:rPr lang="en-US" altLang="en-US" sz="1600"/>
              <a:t>Allows for more efficient process creation</a:t>
            </a:r>
          </a:p>
          <a:p>
            <a:pPr lvl="1"/>
            <a:r>
              <a:rPr lang="en-US" altLang="en-US" sz="1600"/>
              <a:t>More programs running concurrently</a:t>
            </a:r>
          </a:p>
          <a:p>
            <a:pPr lvl="1"/>
            <a:r>
              <a:rPr lang="en-US" altLang="en-US" sz="1600"/>
              <a:t>Less I/O needed to load or swap processes</a:t>
            </a:r>
          </a:p>
          <a:p>
            <a:endParaRPr lang="en-US" altLang="en-US" sz="16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3A29A168-B4C7-E474-9FD7-0C4328ADEB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5081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Background (Cont.)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1AF7ECB5-2051-50D7-27B8-7B1CD7C49B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74713" y="1038225"/>
            <a:ext cx="6834187" cy="4529138"/>
          </a:xfrm>
        </p:spPr>
        <p:txBody>
          <a:bodyPr/>
          <a:lstStyle/>
          <a:p>
            <a:r>
              <a:rPr lang="en-US" altLang="en-US" b="1">
                <a:solidFill>
                  <a:srgbClr val="3366FF"/>
                </a:solidFill>
              </a:rPr>
              <a:t>Virtual address space</a:t>
            </a:r>
            <a:r>
              <a:rPr lang="en-US" altLang="en-US"/>
              <a:t> – logical view of how process is stored in memory</a:t>
            </a:r>
          </a:p>
          <a:p>
            <a:pPr lvl="1"/>
            <a:r>
              <a:rPr lang="en-US" altLang="en-US" sz="1600"/>
              <a:t>Usually start at address 0, contiguous addresses until end of space</a:t>
            </a:r>
          </a:p>
          <a:p>
            <a:pPr lvl="1"/>
            <a:r>
              <a:rPr lang="en-US" altLang="en-US" sz="1600"/>
              <a:t>Meanwhile, physical memory organized in page frames</a:t>
            </a:r>
          </a:p>
          <a:p>
            <a:pPr lvl="1"/>
            <a:r>
              <a:rPr lang="en-US" altLang="en-US" sz="1600"/>
              <a:t>MMU must map logical to physical</a:t>
            </a:r>
            <a:endParaRPr lang="en-US" altLang="en-US"/>
          </a:p>
          <a:p>
            <a:r>
              <a:rPr lang="en-US" altLang="en-US"/>
              <a:t>Virtual memory can be implemented via:</a:t>
            </a:r>
          </a:p>
          <a:p>
            <a:pPr lvl="1"/>
            <a:r>
              <a:rPr lang="en-US" altLang="en-US" sz="1600"/>
              <a:t>Demand paging </a:t>
            </a:r>
          </a:p>
          <a:p>
            <a:pPr lvl="1"/>
            <a:r>
              <a:rPr lang="en-US" altLang="en-US" sz="1600"/>
              <a:t>Demand segmentation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35BE7415-97B4-5651-8BA4-E9093F3C6F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43000" y="76200"/>
            <a:ext cx="8080375" cy="608013"/>
          </a:xfrm>
        </p:spPr>
        <p:txBody>
          <a:bodyPr/>
          <a:lstStyle/>
          <a:p>
            <a:pPr eaLnBrk="1" hangingPunct="1"/>
            <a:r>
              <a:rPr lang="en-US" altLang="en-US" sz="2400"/>
              <a:t>Virtual Memory That is Larger Than Physical Memory</a:t>
            </a:r>
          </a:p>
        </p:txBody>
      </p:sp>
      <p:pic>
        <p:nvPicPr>
          <p:cNvPr id="10243" name="Picture 5" descr="9">
            <a:extLst>
              <a:ext uri="{FF2B5EF4-FFF2-40B4-BE49-F238E27FC236}">
                <a16:creationId xmlns:a16="http://schemas.microsoft.com/office/drawing/2014/main" id="{093E4FA9-9BEA-1D66-0697-E80582E3CA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1700" y="1185863"/>
            <a:ext cx="5360988" cy="4249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DEF52500-36B6-FEA0-0212-86E4582827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42975" y="176213"/>
            <a:ext cx="7743825" cy="576262"/>
          </a:xfrm>
        </p:spPr>
        <p:txBody>
          <a:bodyPr/>
          <a:lstStyle/>
          <a:p>
            <a:pPr eaLnBrk="1" hangingPunct="1"/>
            <a:r>
              <a:rPr lang="en-US" altLang="en-US"/>
              <a:t>Virtual-address Space</a:t>
            </a:r>
          </a:p>
        </p:txBody>
      </p:sp>
      <p:pic>
        <p:nvPicPr>
          <p:cNvPr id="11267" name="Picture 5">
            <a:extLst>
              <a:ext uri="{FF2B5EF4-FFF2-40B4-BE49-F238E27FC236}">
                <a16:creationId xmlns:a16="http://schemas.microsoft.com/office/drawing/2014/main" id="{DC6D8CF0-4790-EBBC-6BA5-D8161DFAB7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6600" y="1274763"/>
            <a:ext cx="2063750" cy="4568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68" name="Rectangle 3">
            <a:extLst>
              <a:ext uri="{FF2B5EF4-FFF2-40B4-BE49-F238E27FC236}">
                <a16:creationId xmlns:a16="http://schemas.microsoft.com/office/drawing/2014/main" id="{04921291-468F-5705-D4D8-D99D7EDCDE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213" y="1119188"/>
            <a:ext cx="4370387" cy="5002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4008" tIns="32004" rIns="64008" bIns="32004"/>
          <a:lstStyle>
            <a:lvl1pPr marL="488950" indent="-4889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1060450" indent="-407988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550988" indent="-325438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</a:pPr>
            <a:r>
              <a:rPr kumimoji="1" lang="en-US" altLang="en-US" sz="1600">
                <a:latin typeface="Helvetica" panose="020B0604020202020204" pitchFamily="34" charset="0"/>
              </a:rPr>
              <a:t>Usually design logical address space for stack to start at Max logical address and grow “down” while heap grows “up”</a:t>
            </a:r>
          </a:p>
          <a:p>
            <a:pPr lvl="1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</a:pPr>
            <a:r>
              <a:rPr kumimoji="1" lang="en-US" altLang="en-US" sz="1600">
                <a:latin typeface="Helvetica" panose="020B0604020202020204" pitchFamily="34" charset="0"/>
              </a:rPr>
              <a:t>Maximizes address space use</a:t>
            </a:r>
          </a:p>
          <a:p>
            <a:pPr lvl="1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</a:pPr>
            <a:r>
              <a:rPr kumimoji="1" lang="en-US" altLang="en-US" sz="1600">
                <a:latin typeface="Helvetica" panose="020B0604020202020204" pitchFamily="34" charset="0"/>
              </a:rPr>
              <a:t>Unused address space between the two is hole</a:t>
            </a:r>
          </a:p>
          <a:p>
            <a:pPr lvl="2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</a:pPr>
            <a:r>
              <a:rPr kumimoji="1" lang="en-US" altLang="en-US" sz="1600">
                <a:latin typeface="Helvetica" panose="020B0604020202020204" pitchFamily="34" charset="0"/>
              </a:rPr>
              <a:t>No physical memory needed until heap or stack grows to a given new page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</a:pPr>
            <a:r>
              <a:rPr kumimoji="1" lang="en-US" altLang="en-US" sz="1600">
                <a:latin typeface="Helvetica" panose="020B0604020202020204" pitchFamily="34" charset="0"/>
              </a:rPr>
              <a:t>Enables </a:t>
            </a:r>
            <a:r>
              <a:rPr kumimoji="1" lang="en-US" altLang="en-US" sz="1600" b="1">
                <a:solidFill>
                  <a:srgbClr val="3366FF"/>
                </a:solidFill>
                <a:latin typeface="Helvetica" panose="020B0604020202020204" pitchFamily="34" charset="0"/>
              </a:rPr>
              <a:t>sparse </a:t>
            </a:r>
            <a:r>
              <a:rPr kumimoji="1" lang="en-US" altLang="en-US" sz="1600">
                <a:latin typeface="Helvetica" panose="020B0604020202020204" pitchFamily="34" charset="0"/>
              </a:rPr>
              <a:t>address spaces with holes left for growth, dynamically linked libraries, etc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</a:pPr>
            <a:r>
              <a:rPr kumimoji="1" lang="en-US" altLang="en-US" sz="1600">
                <a:latin typeface="Helvetica" panose="020B0604020202020204" pitchFamily="34" charset="0"/>
              </a:rPr>
              <a:t>System libraries shared via mapping into virtual address space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</a:pPr>
            <a:r>
              <a:rPr kumimoji="1" lang="en-US" altLang="en-US" sz="1600">
                <a:latin typeface="Helvetica" panose="020B0604020202020204" pitchFamily="34" charset="0"/>
              </a:rPr>
              <a:t>Shared memory by mapping pages read-write into virtual address space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</a:pPr>
            <a:r>
              <a:rPr kumimoji="1" lang="en-US" altLang="en-US" sz="1600">
                <a:latin typeface="Helvetica" panose="020B0604020202020204" pitchFamily="34" charset="0"/>
              </a:rPr>
              <a:t>Pages can be shared during </a:t>
            </a:r>
            <a:r>
              <a:rPr kumimoji="1"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fork()</a:t>
            </a:r>
            <a:r>
              <a:rPr kumimoji="1" lang="en-US" altLang="en-US" sz="1600">
                <a:latin typeface="Helvetica" panose="020B0604020202020204" pitchFamily="34" charset="0"/>
                <a:cs typeface="Courier New" panose="02070309020205020404" pitchFamily="49" charset="0"/>
              </a:rPr>
              <a:t>, speeding process creation</a:t>
            </a:r>
          </a:p>
          <a:p>
            <a:pPr lvl="1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None/>
            </a:pPr>
            <a:r>
              <a:rPr kumimoji="1" lang="en-US" altLang="en-US" sz="1600">
                <a:latin typeface="Helvetica" panose="020B0604020202020204" pitchFamily="34" charset="0"/>
              </a:rPr>
              <a:t> </a:t>
            </a:r>
          </a:p>
          <a:p>
            <a:pPr lvl="1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None/>
            </a:pPr>
            <a:endParaRPr kumimoji="1" lang="en-US" altLang="en-US">
              <a:latin typeface="Helvetica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49EDFA51-ED51-9BC9-2F67-2260398DCE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92238" y="188913"/>
            <a:ext cx="7561262" cy="576262"/>
          </a:xfrm>
        </p:spPr>
        <p:txBody>
          <a:bodyPr/>
          <a:lstStyle/>
          <a:p>
            <a:pPr eaLnBrk="1" hangingPunct="1"/>
            <a:r>
              <a:rPr lang="en-US" altLang="en-US"/>
              <a:t>Shared Library Using Virtual Memory</a:t>
            </a:r>
          </a:p>
        </p:txBody>
      </p:sp>
      <p:pic>
        <p:nvPicPr>
          <p:cNvPr id="12291" name="Picture 6">
            <a:extLst>
              <a:ext uri="{FF2B5EF4-FFF2-40B4-BE49-F238E27FC236}">
                <a16:creationId xmlns:a16="http://schemas.microsoft.com/office/drawing/2014/main" id="{FA1282D4-A772-21A6-B6FB-E517D55F88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4800" y="1255713"/>
            <a:ext cx="6296025" cy="4157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FB74E9FC-6024-DB78-7B37-A10BA63993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2541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Demand Paging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DEB49F68-FFE6-5F51-5322-DF357817A41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04850" y="960438"/>
            <a:ext cx="4184650" cy="5351462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1600"/>
              <a:t>Could bring entire process into memory at load time</a:t>
            </a:r>
          </a:p>
          <a:p>
            <a:pPr>
              <a:lnSpc>
                <a:spcPct val="90000"/>
              </a:lnSpc>
            </a:pPr>
            <a:r>
              <a:rPr lang="en-US" altLang="en-US" sz="1600"/>
              <a:t>Or bring a page into memory only when it is needed</a:t>
            </a:r>
          </a:p>
          <a:p>
            <a:pPr lvl="1">
              <a:lnSpc>
                <a:spcPct val="90000"/>
              </a:lnSpc>
            </a:pPr>
            <a:r>
              <a:rPr lang="en-US" altLang="en-US" sz="1600"/>
              <a:t>Less I/O needed, no unnecessary I/O</a:t>
            </a:r>
          </a:p>
          <a:p>
            <a:pPr lvl="1">
              <a:lnSpc>
                <a:spcPct val="90000"/>
              </a:lnSpc>
            </a:pPr>
            <a:r>
              <a:rPr lang="en-US" altLang="en-US" sz="1600"/>
              <a:t>Less memory needed </a:t>
            </a:r>
          </a:p>
          <a:p>
            <a:pPr lvl="1">
              <a:lnSpc>
                <a:spcPct val="90000"/>
              </a:lnSpc>
            </a:pPr>
            <a:r>
              <a:rPr lang="en-US" altLang="en-US" sz="1600"/>
              <a:t>Faster response</a:t>
            </a:r>
          </a:p>
          <a:p>
            <a:pPr lvl="1">
              <a:lnSpc>
                <a:spcPct val="90000"/>
              </a:lnSpc>
            </a:pPr>
            <a:r>
              <a:rPr lang="en-US" altLang="en-US" sz="1600"/>
              <a:t>More users</a:t>
            </a:r>
          </a:p>
          <a:p>
            <a:pPr>
              <a:lnSpc>
                <a:spcPct val="90000"/>
              </a:lnSpc>
            </a:pPr>
            <a:r>
              <a:rPr lang="en-US" altLang="en-US" sz="1600"/>
              <a:t>Similar to paging system with swapping (diagram on right)</a:t>
            </a:r>
          </a:p>
          <a:p>
            <a:pPr>
              <a:lnSpc>
                <a:spcPct val="90000"/>
              </a:lnSpc>
            </a:pPr>
            <a:r>
              <a:rPr lang="en-US" altLang="en-US" sz="1600"/>
              <a:t>Page is needed </a:t>
            </a:r>
            <a:r>
              <a:rPr lang="en-US" altLang="en-US" sz="1600">
                <a:sym typeface="Symbol" panose="05050102010706020507" pitchFamily="18" charset="2"/>
              </a:rPr>
              <a:t> reference to it</a:t>
            </a:r>
          </a:p>
          <a:p>
            <a:pPr lvl="1">
              <a:lnSpc>
                <a:spcPct val="90000"/>
              </a:lnSpc>
            </a:pPr>
            <a:r>
              <a:rPr lang="en-US" altLang="en-US" sz="1600"/>
              <a:t>invalid reference </a:t>
            </a:r>
            <a:r>
              <a:rPr lang="en-US" altLang="en-US" sz="1600">
                <a:sym typeface="Symbol" panose="05050102010706020507" pitchFamily="18" charset="2"/>
              </a:rPr>
              <a:t> abort</a:t>
            </a:r>
          </a:p>
          <a:p>
            <a:pPr lvl="1">
              <a:lnSpc>
                <a:spcPct val="90000"/>
              </a:lnSpc>
            </a:pPr>
            <a:r>
              <a:rPr lang="en-US" altLang="en-US" sz="1600">
                <a:sym typeface="Symbol" panose="05050102010706020507" pitchFamily="18" charset="2"/>
              </a:rPr>
              <a:t>not-in-memory  bring to memory</a:t>
            </a:r>
          </a:p>
          <a:p>
            <a:pPr>
              <a:lnSpc>
                <a:spcPct val="90000"/>
              </a:lnSpc>
            </a:pPr>
            <a:r>
              <a:rPr lang="en-US" altLang="en-US" sz="1600" b="1">
                <a:solidFill>
                  <a:srgbClr val="3366FF"/>
                </a:solidFill>
                <a:sym typeface="Symbol" panose="05050102010706020507" pitchFamily="18" charset="2"/>
              </a:rPr>
              <a:t>Lazy swapper</a:t>
            </a:r>
            <a:r>
              <a:rPr lang="en-US" altLang="en-US" sz="1600">
                <a:solidFill>
                  <a:srgbClr val="3366FF"/>
                </a:solidFill>
                <a:sym typeface="Symbol" panose="05050102010706020507" pitchFamily="18" charset="2"/>
              </a:rPr>
              <a:t> </a:t>
            </a:r>
            <a:r>
              <a:rPr lang="en-US" altLang="en-US" sz="1600">
                <a:sym typeface="Symbol" panose="05050102010706020507" pitchFamily="18" charset="2"/>
              </a:rPr>
              <a:t>– never swaps a page into memory unless page will be needed</a:t>
            </a:r>
          </a:p>
          <a:p>
            <a:pPr lvl="1">
              <a:lnSpc>
                <a:spcPct val="90000"/>
              </a:lnSpc>
            </a:pPr>
            <a:r>
              <a:rPr lang="en-US" altLang="en-US" sz="1600">
                <a:sym typeface="Symbol" panose="05050102010706020507" pitchFamily="18" charset="2"/>
              </a:rPr>
              <a:t>Swapper that deals with pages is a </a:t>
            </a:r>
            <a:r>
              <a:rPr lang="en-US" altLang="en-US" sz="1600" b="1">
                <a:solidFill>
                  <a:srgbClr val="3366FF"/>
                </a:solidFill>
                <a:sym typeface="Symbol" panose="05050102010706020507" pitchFamily="18" charset="2"/>
              </a:rPr>
              <a:t>pager</a:t>
            </a:r>
          </a:p>
          <a:p>
            <a:pPr lvl="1">
              <a:lnSpc>
                <a:spcPct val="90000"/>
              </a:lnSpc>
              <a:buFont typeface="Monotype Sorts" pitchFamily="-84" charset="2"/>
              <a:buNone/>
            </a:pPr>
            <a:endParaRPr lang="en-US" altLang="en-US">
              <a:sym typeface="Symbol" panose="05050102010706020507" pitchFamily="18" charset="2"/>
            </a:endParaRPr>
          </a:p>
        </p:txBody>
      </p:sp>
      <p:pic>
        <p:nvPicPr>
          <p:cNvPr id="13316" name="Picture 4" descr="9">
            <a:extLst>
              <a:ext uri="{FF2B5EF4-FFF2-40B4-BE49-F238E27FC236}">
                <a16:creationId xmlns:a16="http://schemas.microsoft.com/office/drawing/2014/main" id="{D74D5D05-777C-2A9E-C011-B9551CB58C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2675" y="1701800"/>
            <a:ext cx="3878263" cy="3551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804B9CF9-549A-8EC6-0C60-7019C3E5F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1613"/>
            <a:ext cx="8229600" cy="576262"/>
          </a:xfrm>
        </p:spPr>
        <p:txBody>
          <a:bodyPr/>
          <a:lstStyle/>
          <a:p>
            <a:r>
              <a:rPr lang="en-US" altLang="en-US"/>
              <a:t>Basic Concepts</a:t>
            </a:r>
          </a:p>
        </p:txBody>
      </p:sp>
      <p:sp>
        <p:nvSpPr>
          <p:cNvPr id="14339" name="Content Placeholder 2">
            <a:extLst>
              <a:ext uri="{FF2B5EF4-FFF2-40B4-BE49-F238E27FC236}">
                <a16:creationId xmlns:a16="http://schemas.microsoft.com/office/drawing/2014/main" id="{8EBAFB22-216C-89A3-F36F-9CCA9FCF78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6450" y="1144588"/>
            <a:ext cx="7512050" cy="4530725"/>
          </a:xfrm>
        </p:spPr>
        <p:txBody>
          <a:bodyPr/>
          <a:lstStyle/>
          <a:p>
            <a:r>
              <a:rPr lang="en-US" altLang="en-US"/>
              <a:t>With swapping, pager guesses which pages will be used before swapping out again</a:t>
            </a:r>
          </a:p>
          <a:p>
            <a:r>
              <a:rPr lang="en-US" altLang="en-US"/>
              <a:t>Instead, pager brings in only those pages into memory</a:t>
            </a:r>
          </a:p>
          <a:p>
            <a:r>
              <a:rPr lang="en-US" altLang="en-US"/>
              <a:t>How to determine that set of pages?</a:t>
            </a:r>
          </a:p>
          <a:p>
            <a:pPr lvl="1"/>
            <a:r>
              <a:rPr lang="en-US" altLang="en-US"/>
              <a:t>Need new MMU functionality to implement demand paging</a:t>
            </a:r>
          </a:p>
          <a:p>
            <a:r>
              <a:rPr lang="en-US" altLang="en-US"/>
              <a:t>If pages needed are already </a:t>
            </a:r>
            <a:r>
              <a:rPr lang="en-US" altLang="en-US" b="1">
                <a:solidFill>
                  <a:srgbClr val="3366FF"/>
                </a:solidFill>
              </a:rPr>
              <a:t>memory resident</a:t>
            </a:r>
          </a:p>
          <a:p>
            <a:pPr lvl="1"/>
            <a:r>
              <a:rPr lang="en-US" altLang="en-US"/>
              <a:t>No difference from non demand-paging</a:t>
            </a:r>
          </a:p>
          <a:p>
            <a:r>
              <a:rPr lang="en-US" altLang="en-US"/>
              <a:t>If page needed and not memory resident</a:t>
            </a:r>
          </a:p>
          <a:p>
            <a:pPr lvl="1"/>
            <a:r>
              <a:rPr lang="en-US" altLang="en-US"/>
              <a:t>Need to detect and load the page into memory from storage</a:t>
            </a:r>
          </a:p>
          <a:p>
            <a:pPr lvl="2"/>
            <a:r>
              <a:rPr lang="en-US" altLang="en-US"/>
              <a:t>Without changing program behavior</a:t>
            </a:r>
          </a:p>
          <a:p>
            <a:pPr lvl="2"/>
            <a:r>
              <a:rPr lang="en-US" altLang="en-US"/>
              <a:t>Without programmer needing to change code</a:t>
            </a:r>
          </a:p>
          <a:p>
            <a:endParaRPr lang="en-US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E1FEA37C-906C-CD35-C6DB-5CC7DF22B8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7621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Valid-Invalid Bit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36FC77CC-71D1-EE7C-A809-53984ED255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20750" y="1046163"/>
            <a:ext cx="7410450" cy="5472112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/>
              <a:t>With each page table entry a valid–invalid bit is associated</a:t>
            </a:r>
            <a:br>
              <a:rPr lang="en-US" altLang="en-US"/>
            </a:br>
            <a:r>
              <a:rPr lang="en-US" altLang="en-US"/>
              <a:t>(</a:t>
            </a:r>
            <a:r>
              <a:rPr lang="en-US" altLang="en-US" b="1">
                <a:solidFill>
                  <a:srgbClr val="FF0000"/>
                </a:solidFill>
              </a:rPr>
              <a:t>v</a:t>
            </a:r>
            <a:r>
              <a:rPr lang="en-US" altLang="en-US"/>
              <a:t> </a:t>
            </a:r>
            <a:r>
              <a:rPr lang="en-US" altLang="en-US">
                <a:sym typeface="Symbol" panose="05050102010706020507" pitchFamily="18" charset="2"/>
              </a:rPr>
              <a:t> in-memory – </a:t>
            </a:r>
            <a:r>
              <a:rPr lang="en-US" altLang="en-US" b="1">
                <a:solidFill>
                  <a:srgbClr val="3366FF"/>
                </a:solidFill>
                <a:sym typeface="Symbol" panose="05050102010706020507" pitchFamily="18" charset="2"/>
              </a:rPr>
              <a:t>memory resident</a:t>
            </a:r>
            <a:r>
              <a:rPr lang="en-US" altLang="en-US">
                <a:sym typeface="Symbol" panose="05050102010706020507" pitchFamily="18" charset="2"/>
              </a:rPr>
              <a:t>,</a:t>
            </a:r>
            <a:r>
              <a:rPr lang="en-US" altLang="en-US">
                <a:solidFill>
                  <a:srgbClr val="FF0000"/>
                </a:solidFill>
                <a:sym typeface="Symbol" panose="05050102010706020507" pitchFamily="18" charset="2"/>
              </a:rPr>
              <a:t> </a:t>
            </a:r>
            <a:r>
              <a:rPr lang="en-US" altLang="en-US" b="1">
                <a:solidFill>
                  <a:srgbClr val="FF0000"/>
                </a:solidFill>
                <a:sym typeface="Symbol" panose="05050102010706020507" pitchFamily="18" charset="2"/>
              </a:rPr>
              <a:t>i</a:t>
            </a:r>
            <a:r>
              <a:rPr lang="en-US" altLang="en-US">
                <a:sym typeface="Symbol" panose="05050102010706020507" pitchFamily="18" charset="2"/>
              </a:rPr>
              <a:t>  not-in-memory)</a:t>
            </a:r>
          </a:p>
          <a:p>
            <a:pPr>
              <a:lnSpc>
                <a:spcPct val="90000"/>
              </a:lnSpc>
            </a:pPr>
            <a:r>
              <a:rPr lang="en-US" altLang="en-US">
                <a:sym typeface="Symbol" panose="05050102010706020507" pitchFamily="18" charset="2"/>
              </a:rPr>
              <a:t>Initially valid–invalid bit is set to</a:t>
            </a:r>
            <a:r>
              <a:rPr lang="en-US" altLang="en-US" b="1">
                <a:solidFill>
                  <a:srgbClr val="FF0000"/>
                </a:solidFill>
                <a:sym typeface="Symbol" panose="05050102010706020507" pitchFamily="18" charset="2"/>
              </a:rPr>
              <a:t> i </a:t>
            </a:r>
            <a:r>
              <a:rPr lang="en-US" altLang="en-US">
                <a:sym typeface="Symbol" panose="05050102010706020507" pitchFamily="18" charset="2"/>
              </a:rPr>
              <a:t>on all entries</a:t>
            </a:r>
          </a:p>
          <a:p>
            <a:pPr>
              <a:lnSpc>
                <a:spcPct val="90000"/>
              </a:lnSpc>
            </a:pPr>
            <a:r>
              <a:rPr lang="en-US" altLang="en-US">
                <a:sym typeface="Symbol" panose="05050102010706020507" pitchFamily="18" charset="2"/>
              </a:rPr>
              <a:t>Example of a page table snapshot:</a:t>
            </a:r>
            <a:br>
              <a:rPr lang="en-US" altLang="en-US">
                <a:sym typeface="Symbol" panose="05050102010706020507" pitchFamily="18" charset="2"/>
              </a:rPr>
            </a:br>
            <a:br>
              <a:rPr lang="en-US" altLang="en-US" sz="1600">
                <a:sym typeface="Symbol" panose="05050102010706020507" pitchFamily="18" charset="2"/>
              </a:rPr>
            </a:br>
            <a:br>
              <a:rPr lang="en-US" altLang="en-US" sz="1600">
                <a:sym typeface="Symbol" panose="05050102010706020507" pitchFamily="18" charset="2"/>
              </a:rPr>
            </a:br>
            <a:br>
              <a:rPr lang="en-US" altLang="en-US" sz="1600">
                <a:sym typeface="Symbol" panose="05050102010706020507" pitchFamily="18" charset="2"/>
              </a:rPr>
            </a:br>
            <a:br>
              <a:rPr lang="en-US" altLang="en-US" sz="1600">
                <a:sym typeface="Symbol" panose="05050102010706020507" pitchFamily="18" charset="2"/>
              </a:rPr>
            </a:br>
            <a:br>
              <a:rPr lang="en-US" altLang="en-US" sz="1600">
                <a:sym typeface="Symbol" panose="05050102010706020507" pitchFamily="18" charset="2"/>
              </a:rPr>
            </a:br>
            <a:br>
              <a:rPr lang="en-US" altLang="en-US" sz="1600">
                <a:sym typeface="Symbol" panose="05050102010706020507" pitchFamily="18" charset="2"/>
              </a:rPr>
            </a:br>
            <a:br>
              <a:rPr lang="en-US" altLang="en-US" sz="1600">
                <a:sym typeface="Symbol" panose="05050102010706020507" pitchFamily="18" charset="2"/>
              </a:rPr>
            </a:br>
            <a:br>
              <a:rPr lang="en-US" altLang="en-US" sz="1600">
                <a:sym typeface="Symbol" panose="05050102010706020507" pitchFamily="18" charset="2"/>
              </a:rPr>
            </a:br>
            <a:br>
              <a:rPr lang="en-US" altLang="en-US" sz="1600">
                <a:sym typeface="Symbol" panose="05050102010706020507" pitchFamily="18" charset="2"/>
              </a:rPr>
            </a:br>
            <a:br>
              <a:rPr lang="en-US" altLang="en-US" sz="1600">
                <a:sym typeface="Symbol" panose="05050102010706020507" pitchFamily="18" charset="2"/>
              </a:rPr>
            </a:br>
            <a:br>
              <a:rPr lang="en-US" altLang="en-US" sz="1600">
                <a:sym typeface="Symbol" panose="05050102010706020507" pitchFamily="18" charset="2"/>
              </a:rPr>
            </a:br>
            <a:br>
              <a:rPr lang="en-US" altLang="en-US" sz="1600">
                <a:sym typeface="Symbol" panose="05050102010706020507" pitchFamily="18" charset="2"/>
              </a:rPr>
            </a:br>
            <a:br>
              <a:rPr lang="en-US" altLang="en-US" sz="1600">
                <a:sym typeface="Symbol" panose="05050102010706020507" pitchFamily="18" charset="2"/>
              </a:rPr>
            </a:br>
            <a:br>
              <a:rPr lang="en-US" altLang="en-US" sz="1600">
                <a:sym typeface="Symbol" panose="05050102010706020507" pitchFamily="18" charset="2"/>
              </a:rPr>
            </a:br>
            <a:br>
              <a:rPr lang="en-US" altLang="en-US" sz="1600">
                <a:sym typeface="Symbol" panose="05050102010706020507" pitchFamily="18" charset="2"/>
              </a:rPr>
            </a:br>
            <a:endParaRPr lang="en-US" altLang="en-US" sz="800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</a:pPr>
            <a:r>
              <a:rPr lang="en-US" altLang="en-US">
                <a:sym typeface="Symbol" panose="05050102010706020507" pitchFamily="18" charset="2"/>
              </a:rPr>
              <a:t>During MMU address translation, if valid–invalid bit in page table entry is</a:t>
            </a:r>
            <a:r>
              <a:rPr lang="en-US" altLang="en-US" b="1">
                <a:solidFill>
                  <a:srgbClr val="FF0000"/>
                </a:solidFill>
                <a:sym typeface="Symbol" panose="05050102010706020507" pitchFamily="18" charset="2"/>
              </a:rPr>
              <a:t> i</a:t>
            </a:r>
            <a:r>
              <a:rPr lang="en-US" altLang="en-US">
                <a:sym typeface="Symbol" panose="05050102010706020507" pitchFamily="18" charset="2"/>
              </a:rPr>
              <a:t>  page fault</a:t>
            </a:r>
          </a:p>
        </p:txBody>
      </p:sp>
      <p:pic>
        <p:nvPicPr>
          <p:cNvPr id="15364" name="Picture 1">
            <a:extLst>
              <a:ext uri="{FF2B5EF4-FFF2-40B4-BE49-F238E27FC236}">
                <a16:creationId xmlns:a16="http://schemas.microsoft.com/office/drawing/2014/main" id="{4F70F9A1-4DE8-C78E-F786-CE5C7968C8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4475" y="2238375"/>
            <a:ext cx="2828925" cy="326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F4CC1A8A-7C92-A220-E33A-0C80F2CD7D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92200" y="139700"/>
            <a:ext cx="8296275" cy="501650"/>
          </a:xfrm>
        </p:spPr>
        <p:txBody>
          <a:bodyPr/>
          <a:lstStyle/>
          <a:p>
            <a:pPr eaLnBrk="1" hangingPunct="1"/>
            <a:r>
              <a:rPr lang="en-US" altLang="en-US" sz="2000"/>
              <a:t>Page Table When Some Pages Are Not in Main Memory</a:t>
            </a:r>
          </a:p>
        </p:txBody>
      </p:sp>
      <p:pic>
        <p:nvPicPr>
          <p:cNvPr id="16387" name="Picture 4" descr="9">
            <a:extLst>
              <a:ext uri="{FF2B5EF4-FFF2-40B4-BE49-F238E27FC236}">
                <a16:creationId xmlns:a16="http://schemas.microsoft.com/office/drawing/2014/main" id="{50378C98-C82D-8C46-CC21-DD0685F831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7700" y="1174750"/>
            <a:ext cx="4967288" cy="4818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585D10EB-4C71-88FE-C102-A35F88DC20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0161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Page Fault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3BCB7395-0DB8-B616-E5C6-750703A8FD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87413" y="904875"/>
            <a:ext cx="7138987" cy="4210050"/>
          </a:xfrm>
        </p:spPr>
        <p:txBody>
          <a:bodyPr/>
          <a:lstStyle/>
          <a:p>
            <a:pPr>
              <a:lnSpc>
                <a:spcPct val="90000"/>
              </a:lnSpc>
              <a:buFont typeface="Monotype Sorts" pitchFamily="-84" charset="2"/>
              <a:buNone/>
            </a:pPr>
            <a:endParaRPr lang="en-US" altLang="en-US"/>
          </a:p>
          <a:p>
            <a:pPr>
              <a:lnSpc>
                <a:spcPct val="90000"/>
              </a:lnSpc>
            </a:pPr>
            <a:r>
              <a:rPr lang="en-US" altLang="en-US"/>
              <a:t>If there is a reference to a page, first reference to that page will trap to operating system: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>
                <a:solidFill>
                  <a:srgbClr val="3366FF"/>
                </a:solidFill>
                <a:sym typeface="Symbol" panose="05050102010706020507" pitchFamily="18" charset="2"/>
              </a:rPr>
              <a:t>              </a:t>
            </a:r>
            <a:r>
              <a:rPr lang="en-US" altLang="en-US" b="1">
                <a:solidFill>
                  <a:srgbClr val="3366FF"/>
                </a:solidFill>
                <a:sym typeface="Symbol" panose="05050102010706020507" pitchFamily="18" charset="2"/>
              </a:rPr>
              <a:t>page fault</a:t>
            </a:r>
          </a:p>
          <a:p>
            <a:pPr>
              <a:lnSpc>
                <a:spcPct val="90000"/>
              </a:lnSpc>
              <a:buFont typeface="Monotype Sorts" pitchFamily="-84" charset="2"/>
              <a:buAutoNum type="arabicPeriod"/>
            </a:pPr>
            <a:r>
              <a:rPr lang="en-US" altLang="en-US">
                <a:sym typeface="Symbol" panose="05050102010706020507" pitchFamily="18" charset="2"/>
              </a:rPr>
              <a:t>Operating system looks at another table to decide:</a:t>
            </a:r>
          </a:p>
          <a:p>
            <a:pPr marL="798513" lvl="1" indent="-341313">
              <a:lnSpc>
                <a:spcPct val="90000"/>
              </a:lnSpc>
            </a:pPr>
            <a:r>
              <a:rPr lang="en-US" altLang="en-US"/>
              <a:t>Invalid reference </a:t>
            </a:r>
            <a:r>
              <a:rPr lang="en-US" altLang="en-US">
                <a:sym typeface="Symbol" panose="05050102010706020507" pitchFamily="18" charset="2"/>
              </a:rPr>
              <a:t> abort</a:t>
            </a:r>
          </a:p>
          <a:p>
            <a:pPr marL="798513" lvl="1" indent="-341313">
              <a:lnSpc>
                <a:spcPct val="90000"/>
              </a:lnSpc>
            </a:pPr>
            <a:r>
              <a:rPr lang="en-US" altLang="en-US">
                <a:sym typeface="Symbol" panose="05050102010706020507" pitchFamily="18" charset="2"/>
              </a:rPr>
              <a:t>Just not in memory</a:t>
            </a:r>
          </a:p>
          <a:p>
            <a:pPr>
              <a:lnSpc>
                <a:spcPct val="90000"/>
              </a:lnSpc>
              <a:buFont typeface="Monotype Sorts" pitchFamily="-84" charset="2"/>
              <a:buAutoNum type="arabicPeriod"/>
            </a:pPr>
            <a:r>
              <a:rPr lang="en-US" altLang="en-US">
                <a:sym typeface="Symbol" panose="05050102010706020507" pitchFamily="18" charset="2"/>
              </a:rPr>
              <a:t>Find free frame</a:t>
            </a:r>
          </a:p>
          <a:p>
            <a:pPr>
              <a:lnSpc>
                <a:spcPct val="90000"/>
              </a:lnSpc>
              <a:buFont typeface="Monotype Sorts" pitchFamily="-84" charset="2"/>
              <a:buAutoNum type="arabicPeriod"/>
            </a:pPr>
            <a:r>
              <a:rPr lang="en-US" altLang="en-US">
                <a:sym typeface="Symbol" panose="05050102010706020507" pitchFamily="18" charset="2"/>
              </a:rPr>
              <a:t>Swap page into frame via scheduled disk operation</a:t>
            </a:r>
          </a:p>
          <a:p>
            <a:pPr>
              <a:lnSpc>
                <a:spcPct val="90000"/>
              </a:lnSpc>
              <a:buFont typeface="Monotype Sorts" pitchFamily="-84" charset="2"/>
              <a:buAutoNum type="arabicPeriod"/>
            </a:pPr>
            <a:r>
              <a:rPr lang="en-US" altLang="en-US">
                <a:sym typeface="Symbol" panose="05050102010706020507" pitchFamily="18" charset="2"/>
              </a:rPr>
              <a:t>Reset tables to indicate page now in memory</a:t>
            </a:r>
            <a:br>
              <a:rPr lang="en-US" altLang="en-US">
                <a:sym typeface="Symbol" panose="05050102010706020507" pitchFamily="18" charset="2"/>
              </a:rPr>
            </a:br>
            <a:r>
              <a:rPr lang="en-US" altLang="en-US">
                <a:sym typeface="Symbol" panose="05050102010706020507" pitchFamily="18" charset="2"/>
              </a:rPr>
              <a:t>Set validation bit = </a:t>
            </a:r>
            <a:r>
              <a:rPr lang="en-US" altLang="en-US" b="1">
                <a:solidFill>
                  <a:srgbClr val="FF0000"/>
                </a:solidFill>
                <a:sym typeface="Symbol" panose="05050102010706020507" pitchFamily="18" charset="2"/>
              </a:rPr>
              <a:t>v</a:t>
            </a:r>
            <a:endParaRPr lang="en-US" altLang="en-US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buFont typeface="Monotype Sorts" pitchFamily="-84" charset="2"/>
              <a:buAutoNum type="arabicPeriod"/>
            </a:pPr>
            <a:r>
              <a:rPr lang="en-US" altLang="en-US">
                <a:sym typeface="Symbol" panose="05050102010706020507" pitchFamily="18" charset="2"/>
              </a:rPr>
              <a:t>Restart the instruction that caused the page fault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9DCEEF8D-9363-C90C-40B8-10878A87F2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90563" y="188913"/>
            <a:ext cx="7996237" cy="576262"/>
          </a:xfrm>
        </p:spPr>
        <p:txBody>
          <a:bodyPr/>
          <a:lstStyle/>
          <a:p>
            <a:pPr eaLnBrk="1" hangingPunct="1"/>
            <a:r>
              <a:rPr lang="en-US" altLang="en-US"/>
              <a:t>Steps in Handling a Page Fault</a:t>
            </a:r>
          </a:p>
        </p:txBody>
      </p:sp>
      <p:pic>
        <p:nvPicPr>
          <p:cNvPr id="18435" name="Picture 4" descr="9">
            <a:extLst>
              <a:ext uri="{FF2B5EF4-FFF2-40B4-BE49-F238E27FC236}">
                <a16:creationId xmlns:a16="http://schemas.microsoft.com/office/drawing/2014/main" id="{83622156-5C71-5D3C-8317-34CA8F3C7E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9900" y="1217613"/>
            <a:ext cx="5800725" cy="4840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>
            <a:extLst>
              <a:ext uri="{FF2B5EF4-FFF2-40B4-BE49-F238E27FC236}">
                <a16:creationId xmlns:a16="http://schemas.microsoft.com/office/drawing/2014/main" id="{A208736E-EE4D-C01E-7278-A165B189A1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1613"/>
            <a:ext cx="8229600" cy="576262"/>
          </a:xfrm>
        </p:spPr>
        <p:txBody>
          <a:bodyPr/>
          <a:lstStyle/>
          <a:p>
            <a:r>
              <a:rPr lang="en-US" altLang="en-US"/>
              <a:t>Aspects of Demand Paging</a:t>
            </a:r>
          </a:p>
        </p:txBody>
      </p:sp>
      <p:sp>
        <p:nvSpPr>
          <p:cNvPr id="19459" name="Content Placeholder 2">
            <a:extLst>
              <a:ext uri="{FF2B5EF4-FFF2-40B4-BE49-F238E27FC236}">
                <a16:creationId xmlns:a16="http://schemas.microsoft.com/office/drawing/2014/main" id="{31A29A6D-EF3C-7519-BCAD-D193E6BB72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7250" y="1081088"/>
            <a:ext cx="7740650" cy="4887912"/>
          </a:xfrm>
        </p:spPr>
        <p:txBody>
          <a:bodyPr/>
          <a:lstStyle/>
          <a:p>
            <a:r>
              <a:rPr lang="en-US" altLang="en-US"/>
              <a:t>Extreme case – start process with </a:t>
            </a:r>
            <a:r>
              <a:rPr lang="en-US" altLang="en-US" i="1"/>
              <a:t>no</a:t>
            </a:r>
            <a:r>
              <a:rPr lang="en-US" altLang="en-US"/>
              <a:t> pages in memory</a:t>
            </a:r>
          </a:p>
          <a:p>
            <a:pPr lvl="1"/>
            <a:r>
              <a:rPr lang="en-US" altLang="en-US"/>
              <a:t>OS sets instruction pointer to first instruction of process, non-memory-resident -&gt; page fault</a:t>
            </a:r>
          </a:p>
          <a:p>
            <a:pPr lvl="1"/>
            <a:r>
              <a:rPr lang="en-US" altLang="en-US"/>
              <a:t>And for every other process pages on first access</a:t>
            </a:r>
          </a:p>
          <a:p>
            <a:pPr lvl="1"/>
            <a:r>
              <a:rPr lang="en-US" altLang="en-US" b="1">
                <a:solidFill>
                  <a:srgbClr val="3366FF"/>
                </a:solidFill>
              </a:rPr>
              <a:t>Pure demand paging</a:t>
            </a:r>
          </a:p>
          <a:p>
            <a:r>
              <a:rPr lang="en-US" altLang="en-US"/>
              <a:t>Actually, a given instruction could access multiple pages -&gt; multiple page faults</a:t>
            </a:r>
          </a:p>
          <a:p>
            <a:pPr lvl="1"/>
            <a:r>
              <a:rPr lang="en-US" altLang="en-US"/>
              <a:t>Consider fetch and decode of instruction which adds 2 numbers from memory and stores result back to memory</a:t>
            </a:r>
          </a:p>
          <a:p>
            <a:pPr lvl="1"/>
            <a:r>
              <a:rPr lang="en-US" altLang="en-US"/>
              <a:t>Pain decreased because of </a:t>
            </a:r>
            <a:r>
              <a:rPr lang="en-US" altLang="en-US" b="1">
                <a:solidFill>
                  <a:srgbClr val="3366FF"/>
                </a:solidFill>
              </a:rPr>
              <a:t>locality of reference</a:t>
            </a:r>
          </a:p>
          <a:p>
            <a:r>
              <a:rPr lang="en-US" altLang="en-US"/>
              <a:t>Hardware support needed for demand paging</a:t>
            </a:r>
          </a:p>
          <a:p>
            <a:pPr lvl="1"/>
            <a:r>
              <a:rPr lang="en-US" altLang="en-US"/>
              <a:t>Page table with valid / invalid bit</a:t>
            </a:r>
          </a:p>
          <a:p>
            <a:pPr lvl="1"/>
            <a:r>
              <a:rPr lang="en-US" altLang="en-US"/>
              <a:t>Secondary memory (swap device with </a:t>
            </a:r>
            <a:r>
              <a:rPr lang="en-US" altLang="en-US" b="1">
                <a:solidFill>
                  <a:srgbClr val="3366FF"/>
                </a:solidFill>
              </a:rPr>
              <a:t>swap space</a:t>
            </a:r>
            <a:r>
              <a:rPr lang="en-US" altLang="en-US"/>
              <a:t>)</a:t>
            </a:r>
          </a:p>
          <a:p>
            <a:pPr lvl="1"/>
            <a:r>
              <a:rPr lang="en-US" altLang="en-US"/>
              <a:t>Instruction restart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72646A46-2EB5-3278-1483-10A891A6DF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0161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Instruction Restart</a:t>
            </a: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B9E7427B-4CFA-3E2F-4C8B-B14D7BC31A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8213" y="1157288"/>
            <a:ext cx="7702550" cy="4114800"/>
          </a:xfrm>
        </p:spPr>
        <p:txBody>
          <a:bodyPr/>
          <a:lstStyle/>
          <a:p>
            <a:r>
              <a:rPr lang="en-US" altLang="en-US"/>
              <a:t>Consider an instruction that could access several different locations</a:t>
            </a:r>
          </a:p>
          <a:p>
            <a:pPr lvl="1">
              <a:lnSpc>
                <a:spcPct val="90000"/>
              </a:lnSpc>
            </a:pPr>
            <a:r>
              <a:rPr lang="en-US" altLang="en-US">
                <a:sym typeface="Symbol" panose="05050102010706020507" pitchFamily="18" charset="2"/>
              </a:rPr>
              <a:t>block move</a:t>
            </a:r>
            <a:br>
              <a:rPr lang="en-US" altLang="en-US">
                <a:sym typeface="Symbol" panose="05050102010706020507" pitchFamily="18" charset="2"/>
              </a:rPr>
            </a:br>
            <a:br>
              <a:rPr lang="en-US" altLang="en-US" sz="1600">
                <a:sym typeface="Symbol" panose="05050102010706020507" pitchFamily="18" charset="2"/>
              </a:rPr>
            </a:br>
            <a:br>
              <a:rPr lang="en-US" altLang="en-US" sz="1600">
                <a:sym typeface="Symbol" panose="05050102010706020507" pitchFamily="18" charset="2"/>
              </a:rPr>
            </a:br>
            <a:br>
              <a:rPr lang="en-US" altLang="en-US" sz="1600">
                <a:sym typeface="Symbol" panose="05050102010706020507" pitchFamily="18" charset="2"/>
              </a:rPr>
            </a:br>
            <a:br>
              <a:rPr lang="en-US" altLang="en-US" sz="1600">
                <a:sym typeface="Symbol" panose="05050102010706020507" pitchFamily="18" charset="2"/>
              </a:rPr>
            </a:br>
            <a:endParaRPr lang="en-US" altLang="en-US" sz="1600">
              <a:sym typeface="Symbol" panose="05050102010706020507" pitchFamily="18" charset="2"/>
            </a:endParaRPr>
          </a:p>
          <a:p>
            <a:pPr lvl="1">
              <a:lnSpc>
                <a:spcPct val="90000"/>
              </a:lnSpc>
              <a:buFont typeface="Monotype Sorts" pitchFamily="-84" charset="2"/>
              <a:buNone/>
            </a:pPr>
            <a:endParaRPr lang="en-US" altLang="en-US" sz="1600">
              <a:sym typeface="Symbol" panose="05050102010706020507" pitchFamily="18" charset="2"/>
            </a:endParaRPr>
          </a:p>
          <a:p>
            <a:pPr lvl="1">
              <a:lnSpc>
                <a:spcPct val="90000"/>
              </a:lnSpc>
              <a:buFont typeface="Monotype Sorts" pitchFamily="-84" charset="2"/>
              <a:buNone/>
            </a:pPr>
            <a:endParaRPr lang="en-US" altLang="en-US" sz="1600">
              <a:sym typeface="Symbol" panose="05050102010706020507" pitchFamily="18" charset="2"/>
            </a:endParaRPr>
          </a:p>
          <a:p>
            <a:pPr lvl="1">
              <a:lnSpc>
                <a:spcPct val="90000"/>
              </a:lnSpc>
              <a:buFont typeface="Monotype Sorts" pitchFamily="-84" charset="2"/>
              <a:buNone/>
            </a:pPr>
            <a:endParaRPr lang="en-US" altLang="en-US" sz="1600">
              <a:sym typeface="Symbol" panose="05050102010706020507" pitchFamily="18" charset="2"/>
            </a:endParaRPr>
          </a:p>
          <a:p>
            <a:pPr lvl="1">
              <a:lnSpc>
                <a:spcPct val="90000"/>
              </a:lnSpc>
            </a:pPr>
            <a:r>
              <a:rPr lang="en-US" altLang="en-US">
                <a:sym typeface="Symbol" panose="05050102010706020507" pitchFamily="18" charset="2"/>
              </a:rPr>
              <a:t>auto increment/decrement location</a:t>
            </a:r>
          </a:p>
          <a:p>
            <a:pPr lvl="1">
              <a:lnSpc>
                <a:spcPct val="90000"/>
              </a:lnSpc>
            </a:pPr>
            <a:r>
              <a:rPr lang="en-US" altLang="en-US">
                <a:sym typeface="Symbol" panose="05050102010706020507" pitchFamily="18" charset="2"/>
              </a:rPr>
              <a:t>Restart the whole operation?</a:t>
            </a:r>
          </a:p>
          <a:p>
            <a:pPr lvl="2">
              <a:lnSpc>
                <a:spcPct val="90000"/>
              </a:lnSpc>
            </a:pPr>
            <a:r>
              <a:rPr lang="en-US" altLang="en-US">
                <a:sym typeface="Symbol" panose="05050102010706020507" pitchFamily="18" charset="2"/>
              </a:rPr>
              <a:t>What if source and destination overlap?</a:t>
            </a:r>
          </a:p>
        </p:txBody>
      </p:sp>
      <p:pic>
        <p:nvPicPr>
          <p:cNvPr id="20484" name="Picture 2">
            <a:extLst>
              <a:ext uri="{FF2B5EF4-FFF2-40B4-BE49-F238E27FC236}">
                <a16:creationId xmlns:a16="http://schemas.microsoft.com/office/drawing/2014/main" id="{42395356-37E3-B59F-4FFC-D99DCD4463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2813" y="1911350"/>
            <a:ext cx="1563687" cy="164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3AA0728D-338D-B92F-EC22-9CDBAF2025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17563" y="201613"/>
            <a:ext cx="7869237" cy="576262"/>
          </a:xfrm>
        </p:spPr>
        <p:txBody>
          <a:bodyPr/>
          <a:lstStyle/>
          <a:p>
            <a:pPr eaLnBrk="1" hangingPunct="1"/>
            <a:r>
              <a:rPr lang="en-US" altLang="en-US"/>
              <a:t>Performance of Demand Paging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83665CC3-C30D-6F48-A2A8-35D76321DD2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82650" y="1081088"/>
            <a:ext cx="7791450" cy="4849812"/>
          </a:xfrm>
        </p:spPr>
        <p:txBody>
          <a:bodyPr/>
          <a:lstStyle/>
          <a:p>
            <a:pPr>
              <a:tabLst>
                <a:tab pos="2163763" algn="l"/>
                <a:tab pos="2855913" algn="l"/>
              </a:tabLst>
            </a:pPr>
            <a:r>
              <a:rPr lang="en-US" altLang="en-US"/>
              <a:t>Stages in Demand Paging (worse case)</a:t>
            </a:r>
          </a:p>
          <a:p>
            <a:pPr>
              <a:buFont typeface="Arial" panose="020B0604020202020204" pitchFamily="34" charset="0"/>
              <a:buAutoNum type="arabicPeriod"/>
              <a:tabLst>
                <a:tab pos="2163763" algn="l"/>
                <a:tab pos="2855913" algn="l"/>
              </a:tabLst>
            </a:pPr>
            <a:r>
              <a:rPr lang="en-US" altLang="en-US" sz="1400"/>
              <a:t>Trap to the operating system</a:t>
            </a:r>
          </a:p>
          <a:p>
            <a:pPr>
              <a:buFont typeface="Arial" panose="020B0604020202020204" pitchFamily="34" charset="0"/>
              <a:buAutoNum type="arabicPeriod"/>
              <a:tabLst>
                <a:tab pos="2163763" algn="l"/>
                <a:tab pos="2855913" algn="l"/>
              </a:tabLst>
            </a:pPr>
            <a:r>
              <a:rPr lang="en-US" altLang="en-US" sz="1400"/>
              <a:t>Save the user registers and process state</a:t>
            </a:r>
          </a:p>
          <a:p>
            <a:pPr>
              <a:buFont typeface="Arial" panose="020B0604020202020204" pitchFamily="34" charset="0"/>
              <a:buAutoNum type="arabicPeriod"/>
              <a:tabLst>
                <a:tab pos="2163763" algn="l"/>
                <a:tab pos="2855913" algn="l"/>
              </a:tabLst>
            </a:pPr>
            <a:r>
              <a:rPr lang="en-US" altLang="en-US" sz="1400"/>
              <a:t>Determine that the interrupt was a page fault</a:t>
            </a:r>
          </a:p>
          <a:p>
            <a:pPr>
              <a:buFont typeface="Arial" panose="020B0604020202020204" pitchFamily="34" charset="0"/>
              <a:buAutoNum type="arabicPeriod"/>
              <a:tabLst>
                <a:tab pos="2163763" algn="l"/>
                <a:tab pos="2855913" algn="l"/>
              </a:tabLst>
            </a:pPr>
            <a:r>
              <a:rPr lang="en-US" altLang="en-US" sz="1400"/>
              <a:t>Check that the page reference was legal and determine the location of the page on the disk</a:t>
            </a:r>
          </a:p>
          <a:p>
            <a:pPr>
              <a:buFont typeface="Arial" panose="020B0604020202020204" pitchFamily="34" charset="0"/>
              <a:buAutoNum type="arabicPeriod"/>
              <a:tabLst>
                <a:tab pos="2163763" algn="l"/>
                <a:tab pos="2855913" algn="l"/>
              </a:tabLst>
            </a:pPr>
            <a:r>
              <a:rPr lang="en-US" altLang="en-US" sz="1400"/>
              <a:t>Issue a read from the disk to a free frame:</a:t>
            </a:r>
          </a:p>
          <a:p>
            <a:pPr marL="798513" lvl="1" indent="-341313">
              <a:buFont typeface="Arial" panose="020B0604020202020204" pitchFamily="34" charset="0"/>
              <a:buAutoNum type="arabicPeriod"/>
              <a:tabLst>
                <a:tab pos="2163763" algn="l"/>
                <a:tab pos="2855913" algn="l"/>
              </a:tabLst>
            </a:pPr>
            <a:r>
              <a:rPr lang="en-US" altLang="en-US" sz="1400"/>
              <a:t>Wait in a queue for this device until the read request is serviced</a:t>
            </a:r>
          </a:p>
          <a:p>
            <a:pPr marL="798513" lvl="1" indent="-341313">
              <a:buFont typeface="Arial" panose="020B0604020202020204" pitchFamily="34" charset="0"/>
              <a:buAutoNum type="arabicPeriod"/>
              <a:tabLst>
                <a:tab pos="2163763" algn="l"/>
                <a:tab pos="2855913" algn="l"/>
              </a:tabLst>
            </a:pPr>
            <a:r>
              <a:rPr lang="en-US" altLang="en-US" sz="1400"/>
              <a:t>Wait for the device seek and/or latency time</a:t>
            </a:r>
          </a:p>
          <a:p>
            <a:pPr marL="798513" lvl="1" indent="-341313">
              <a:buFont typeface="Arial" panose="020B0604020202020204" pitchFamily="34" charset="0"/>
              <a:buAutoNum type="arabicPeriod"/>
              <a:tabLst>
                <a:tab pos="2163763" algn="l"/>
                <a:tab pos="2855913" algn="l"/>
              </a:tabLst>
            </a:pPr>
            <a:r>
              <a:rPr lang="en-US" altLang="en-US" sz="1400"/>
              <a:t>Begin the transfer of the page to a free frame</a:t>
            </a:r>
          </a:p>
          <a:p>
            <a:pPr>
              <a:buFont typeface="Arial" panose="020B0604020202020204" pitchFamily="34" charset="0"/>
              <a:buAutoNum type="arabicPeriod"/>
              <a:tabLst>
                <a:tab pos="2163763" algn="l"/>
                <a:tab pos="2855913" algn="l"/>
              </a:tabLst>
            </a:pPr>
            <a:r>
              <a:rPr lang="en-US" altLang="en-US" sz="1400"/>
              <a:t>While waiting, allocate the CPU to some other user</a:t>
            </a:r>
          </a:p>
          <a:p>
            <a:pPr>
              <a:buFont typeface="Arial" panose="020B0604020202020204" pitchFamily="34" charset="0"/>
              <a:buAutoNum type="arabicPeriod"/>
              <a:tabLst>
                <a:tab pos="2163763" algn="l"/>
                <a:tab pos="2855913" algn="l"/>
              </a:tabLst>
            </a:pPr>
            <a:r>
              <a:rPr lang="en-US" altLang="en-US" sz="1400"/>
              <a:t>Receive an interrupt from the disk I/O subsystem (I/O completed)</a:t>
            </a:r>
          </a:p>
          <a:p>
            <a:pPr>
              <a:buFont typeface="Arial" panose="020B0604020202020204" pitchFamily="34" charset="0"/>
              <a:buAutoNum type="arabicPeriod"/>
              <a:tabLst>
                <a:tab pos="2163763" algn="l"/>
                <a:tab pos="2855913" algn="l"/>
              </a:tabLst>
            </a:pPr>
            <a:r>
              <a:rPr lang="en-US" altLang="en-US" sz="1400"/>
              <a:t>Save the registers and process state for the other user</a:t>
            </a:r>
          </a:p>
          <a:p>
            <a:pPr>
              <a:buFont typeface="Arial" panose="020B0604020202020204" pitchFamily="34" charset="0"/>
              <a:buAutoNum type="arabicPeriod"/>
              <a:tabLst>
                <a:tab pos="2163763" algn="l"/>
                <a:tab pos="2855913" algn="l"/>
              </a:tabLst>
            </a:pPr>
            <a:r>
              <a:rPr lang="en-US" altLang="en-US" sz="1400"/>
              <a:t>Determine that the interrupt was from the disk</a:t>
            </a:r>
          </a:p>
          <a:p>
            <a:pPr>
              <a:buFont typeface="Arial" panose="020B0604020202020204" pitchFamily="34" charset="0"/>
              <a:buAutoNum type="arabicPeriod"/>
              <a:tabLst>
                <a:tab pos="2163763" algn="l"/>
                <a:tab pos="2855913" algn="l"/>
              </a:tabLst>
            </a:pPr>
            <a:r>
              <a:rPr lang="en-US" altLang="en-US" sz="1400"/>
              <a:t>Correct the page table and other tables to show page is now in memory</a:t>
            </a:r>
          </a:p>
          <a:p>
            <a:pPr>
              <a:buFont typeface="Arial" panose="020B0604020202020204" pitchFamily="34" charset="0"/>
              <a:buAutoNum type="arabicPeriod"/>
              <a:tabLst>
                <a:tab pos="2163763" algn="l"/>
                <a:tab pos="2855913" algn="l"/>
              </a:tabLst>
            </a:pPr>
            <a:r>
              <a:rPr lang="en-US" altLang="en-US" sz="1400"/>
              <a:t>Wait for the CPU to be allocated to this process again</a:t>
            </a:r>
          </a:p>
          <a:p>
            <a:pPr>
              <a:buFont typeface="Arial" panose="020B0604020202020204" pitchFamily="34" charset="0"/>
              <a:buAutoNum type="arabicPeriod"/>
              <a:tabLst>
                <a:tab pos="2163763" algn="l"/>
                <a:tab pos="2855913" algn="l"/>
              </a:tabLst>
            </a:pPr>
            <a:r>
              <a:rPr lang="en-US" altLang="en-US" sz="1400"/>
              <a:t>Restore the user registers, process state, and new page table, and then resume the interrupted instruction</a:t>
            </a:r>
          </a:p>
          <a:p>
            <a:pPr>
              <a:tabLst>
                <a:tab pos="2163763" algn="l"/>
                <a:tab pos="2855913" algn="l"/>
              </a:tabLst>
            </a:pPr>
            <a:endParaRPr lang="en-US" altLang="en-US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72F95395-2178-D3BF-BEF7-A1277A2E5A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04925" y="188913"/>
            <a:ext cx="7942263" cy="576262"/>
          </a:xfrm>
        </p:spPr>
        <p:txBody>
          <a:bodyPr/>
          <a:lstStyle/>
          <a:p>
            <a:pPr eaLnBrk="1" hangingPunct="1"/>
            <a:r>
              <a:rPr lang="en-US" altLang="en-US"/>
              <a:t>Performance of Demand Paging (Cont.)</a:t>
            </a: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1F22BF55-C540-997B-2D88-74FD51C9F37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44550" y="1119188"/>
            <a:ext cx="8299450" cy="4646612"/>
          </a:xfrm>
        </p:spPr>
        <p:txBody>
          <a:bodyPr/>
          <a:lstStyle/>
          <a:p>
            <a:pPr>
              <a:tabLst>
                <a:tab pos="2163763" algn="l"/>
                <a:tab pos="2855913" algn="l"/>
              </a:tabLst>
            </a:pPr>
            <a:r>
              <a:rPr lang="en-US" altLang="en-US"/>
              <a:t>Three major activities</a:t>
            </a:r>
          </a:p>
          <a:p>
            <a:pPr lvl="1">
              <a:tabLst>
                <a:tab pos="2163763" algn="l"/>
                <a:tab pos="2855913" algn="l"/>
              </a:tabLst>
            </a:pPr>
            <a:r>
              <a:rPr lang="en-US" altLang="en-US"/>
              <a:t>Service the interrupt – careful coding means just several hundred instructions needed</a:t>
            </a:r>
          </a:p>
          <a:p>
            <a:pPr lvl="1">
              <a:tabLst>
                <a:tab pos="2163763" algn="l"/>
                <a:tab pos="2855913" algn="l"/>
              </a:tabLst>
            </a:pPr>
            <a:r>
              <a:rPr lang="en-US" altLang="en-US"/>
              <a:t>Read the page – lots of time</a:t>
            </a:r>
          </a:p>
          <a:p>
            <a:pPr lvl="1">
              <a:tabLst>
                <a:tab pos="2163763" algn="l"/>
                <a:tab pos="2855913" algn="l"/>
              </a:tabLst>
            </a:pPr>
            <a:r>
              <a:rPr lang="en-US" altLang="en-US"/>
              <a:t>Restart the process – again just a small amount of time</a:t>
            </a:r>
          </a:p>
          <a:p>
            <a:pPr>
              <a:tabLst>
                <a:tab pos="2163763" algn="l"/>
                <a:tab pos="2855913" algn="l"/>
              </a:tabLst>
            </a:pPr>
            <a:r>
              <a:rPr lang="en-US" altLang="en-US"/>
              <a:t>Page Fault Rate 0 </a:t>
            </a:r>
            <a:r>
              <a:rPr lang="en-US" altLang="en-US">
                <a:sym typeface="Symbol" panose="05050102010706020507" pitchFamily="18" charset="2"/>
              </a:rPr>
              <a:t> </a:t>
            </a:r>
            <a:r>
              <a:rPr lang="en-US" altLang="en-US" i="1">
                <a:sym typeface="Symbol" panose="05050102010706020507" pitchFamily="18" charset="2"/>
              </a:rPr>
              <a:t>p</a:t>
            </a:r>
            <a:r>
              <a:rPr lang="en-US" altLang="en-US">
                <a:sym typeface="Symbol" panose="05050102010706020507" pitchFamily="18" charset="2"/>
              </a:rPr>
              <a:t>  1</a:t>
            </a:r>
          </a:p>
          <a:p>
            <a:pPr lvl="1">
              <a:tabLst>
                <a:tab pos="2163763" algn="l"/>
                <a:tab pos="2855913" algn="l"/>
              </a:tabLst>
            </a:pPr>
            <a:r>
              <a:rPr lang="en-US" altLang="en-US">
                <a:sym typeface="Symbol" panose="05050102010706020507" pitchFamily="18" charset="2"/>
              </a:rPr>
              <a:t>if </a:t>
            </a:r>
            <a:r>
              <a:rPr lang="en-US" altLang="en-US" i="1">
                <a:sym typeface="Symbol" panose="05050102010706020507" pitchFamily="18" charset="2"/>
              </a:rPr>
              <a:t>p</a:t>
            </a:r>
            <a:r>
              <a:rPr lang="en-US" altLang="en-US">
                <a:sym typeface="Symbol" panose="05050102010706020507" pitchFamily="18" charset="2"/>
              </a:rPr>
              <a:t> = 0 no page faults </a:t>
            </a:r>
          </a:p>
          <a:p>
            <a:pPr lvl="1">
              <a:tabLst>
                <a:tab pos="2163763" algn="l"/>
                <a:tab pos="2855913" algn="l"/>
              </a:tabLst>
            </a:pPr>
            <a:r>
              <a:rPr lang="en-US" altLang="en-US">
                <a:sym typeface="Symbol" panose="05050102010706020507" pitchFamily="18" charset="2"/>
              </a:rPr>
              <a:t>if </a:t>
            </a:r>
            <a:r>
              <a:rPr lang="en-US" altLang="en-US" i="1">
                <a:sym typeface="Symbol" panose="05050102010706020507" pitchFamily="18" charset="2"/>
              </a:rPr>
              <a:t>p</a:t>
            </a:r>
            <a:r>
              <a:rPr lang="en-US" altLang="en-US">
                <a:sym typeface="Symbol" panose="05050102010706020507" pitchFamily="18" charset="2"/>
              </a:rPr>
              <a:t> = 1, every reference is a fault</a:t>
            </a:r>
          </a:p>
          <a:p>
            <a:pPr>
              <a:tabLst>
                <a:tab pos="2163763" algn="l"/>
                <a:tab pos="2855913" algn="l"/>
              </a:tabLst>
            </a:pPr>
            <a:r>
              <a:rPr lang="en-US" altLang="en-US">
                <a:sym typeface="Symbol" panose="05050102010706020507" pitchFamily="18" charset="2"/>
              </a:rPr>
              <a:t>Effective Access Time (EAT)</a:t>
            </a:r>
          </a:p>
          <a:p>
            <a:pPr>
              <a:buFont typeface="Monotype Sorts" pitchFamily="-84" charset="2"/>
              <a:buNone/>
              <a:tabLst>
                <a:tab pos="2163763" algn="l"/>
                <a:tab pos="2855913" algn="l"/>
              </a:tabLst>
            </a:pPr>
            <a:r>
              <a:rPr lang="en-US" altLang="en-US">
                <a:sym typeface="Symbol" panose="05050102010706020507" pitchFamily="18" charset="2"/>
              </a:rPr>
              <a:t>		EAT = (1 – </a:t>
            </a:r>
            <a:r>
              <a:rPr lang="en-US" altLang="en-US" i="1">
                <a:sym typeface="Symbol" panose="05050102010706020507" pitchFamily="18" charset="2"/>
              </a:rPr>
              <a:t>p</a:t>
            </a:r>
            <a:r>
              <a:rPr lang="en-US" altLang="en-US">
                <a:sym typeface="Symbol" panose="05050102010706020507" pitchFamily="18" charset="2"/>
              </a:rPr>
              <a:t>) x memory access</a:t>
            </a:r>
          </a:p>
          <a:p>
            <a:pPr>
              <a:buFont typeface="Monotype Sorts" pitchFamily="-84" charset="2"/>
              <a:buNone/>
              <a:tabLst>
                <a:tab pos="2163763" algn="l"/>
                <a:tab pos="2855913" algn="l"/>
              </a:tabLst>
            </a:pPr>
            <a:r>
              <a:rPr lang="en-US" altLang="en-US">
                <a:sym typeface="Symbol" panose="05050102010706020507" pitchFamily="18" charset="2"/>
              </a:rPr>
              <a:t>			+ </a:t>
            </a:r>
            <a:r>
              <a:rPr lang="en-US" altLang="en-US" i="1">
                <a:sym typeface="Symbol" panose="05050102010706020507" pitchFamily="18" charset="2"/>
              </a:rPr>
              <a:t>p</a:t>
            </a:r>
            <a:r>
              <a:rPr lang="en-US" altLang="en-US">
                <a:sym typeface="Symbol" panose="05050102010706020507" pitchFamily="18" charset="2"/>
              </a:rPr>
              <a:t> (page fault overhead</a:t>
            </a:r>
          </a:p>
          <a:p>
            <a:pPr>
              <a:buFont typeface="Monotype Sorts" pitchFamily="-84" charset="2"/>
              <a:buNone/>
              <a:tabLst>
                <a:tab pos="2163763" algn="l"/>
                <a:tab pos="2855913" algn="l"/>
              </a:tabLst>
            </a:pPr>
            <a:r>
              <a:rPr lang="en-US" altLang="en-US">
                <a:sym typeface="Symbol" panose="05050102010706020507" pitchFamily="18" charset="2"/>
              </a:rPr>
              <a:t>			           + swap page out</a:t>
            </a:r>
          </a:p>
          <a:p>
            <a:pPr>
              <a:buFont typeface="Monotype Sorts" pitchFamily="-84" charset="2"/>
              <a:buNone/>
              <a:tabLst>
                <a:tab pos="2163763" algn="l"/>
                <a:tab pos="2855913" algn="l"/>
              </a:tabLst>
            </a:pPr>
            <a:r>
              <a:rPr lang="en-US" altLang="en-US">
                <a:sym typeface="Symbol" panose="05050102010706020507" pitchFamily="18" charset="2"/>
              </a:rPr>
              <a:t>			           + swap page in )</a:t>
            </a:r>
          </a:p>
          <a:p>
            <a:pPr>
              <a:buFont typeface="Monotype Sorts" pitchFamily="-84" charset="2"/>
              <a:buNone/>
              <a:tabLst>
                <a:tab pos="2163763" algn="l"/>
                <a:tab pos="2855913" algn="l"/>
              </a:tabLst>
            </a:pPr>
            <a:r>
              <a:rPr lang="en-US" altLang="en-US">
                <a:sym typeface="Symbol" panose="05050102010706020507" pitchFamily="18" charset="2"/>
              </a:rPr>
              <a:t>				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BD8D2E0F-4D91-837C-4DF4-61B69DCDC1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35038" y="214313"/>
            <a:ext cx="7751762" cy="576262"/>
          </a:xfrm>
        </p:spPr>
        <p:txBody>
          <a:bodyPr/>
          <a:lstStyle/>
          <a:p>
            <a:pPr eaLnBrk="1" hangingPunct="1"/>
            <a:r>
              <a:rPr lang="en-US" altLang="en-US"/>
              <a:t>Demand Paging Example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7B1C77C2-459F-B804-A6A3-21E47B5DC4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57250" y="1068388"/>
            <a:ext cx="7715250" cy="4849812"/>
          </a:xfrm>
        </p:spPr>
        <p:txBody>
          <a:bodyPr/>
          <a:lstStyle/>
          <a:p>
            <a:pPr>
              <a:tabLst>
                <a:tab pos="1773238" algn="l"/>
                <a:tab pos="2278063" algn="l"/>
              </a:tabLst>
            </a:pPr>
            <a:r>
              <a:rPr lang="en-US" altLang="en-US"/>
              <a:t>Memory access time = 200 nanoseconds</a:t>
            </a:r>
          </a:p>
          <a:p>
            <a:pPr>
              <a:tabLst>
                <a:tab pos="1773238" algn="l"/>
                <a:tab pos="2278063" algn="l"/>
              </a:tabLst>
            </a:pPr>
            <a:r>
              <a:rPr lang="en-US" altLang="en-US"/>
              <a:t>Average page-fault service time = 8 milliseconds</a:t>
            </a:r>
          </a:p>
          <a:p>
            <a:pPr>
              <a:tabLst>
                <a:tab pos="1773238" algn="l"/>
                <a:tab pos="2278063" algn="l"/>
              </a:tabLst>
            </a:pPr>
            <a:r>
              <a:rPr lang="en-US" altLang="en-US"/>
              <a:t>EAT = (1 – p) x 200 + p (8 milliseconds) </a:t>
            </a:r>
          </a:p>
          <a:p>
            <a:pPr>
              <a:buFont typeface="Monotype Sorts" pitchFamily="-84" charset="2"/>
              <a:buNone/>
              <a:tabLst>
                <a:tab pos="1773238" algn="l"/>
                <a:tab pos="2278063" algn="l"/>
              </a:tabLst>
            </a:pPr>
            <a:r>
              <a:rPr lang="en-US" altLang="en-US"/>
              <a:t>	        = (1 – p  x 200 + p x 8,000,000 </a:t>
            </a:r>
          </a:p>
          <a:p>
            <a:pPr>
              <a:buFont typeface="Monotype Sorts" pitchFamily="-84" charset="2"/>
              <a:buNone/>
              <a:tabLst>
                <a:tab pos="1773238" algn="l"/>
                <a:tab pos="2278063" algn="l"/>
              </a:tabLst>
            </a:pPr>
            <a:r>
              <a:rPr lang="en-US" altLang="en-US"/>
              <a:t>              = 200 + p x 7,999,800</a:t>
            </a:r>
          </a:p>
          <a:p>
            <a:pPr>
              <a:tabLst>
                <a:tab pos="1773238" algn="l"/>
                <a:tab pos="2278063" algn="l"/>
              </a:tabLst>
            </a:pPr>
            <a:r>
              <a:rPr lang="en-US" altLang="en-US"/>
              <a:t>If one access out of 1,000 causes a page fault, then</a:t>
            </a:r>
          </a:p>
          <a:p>
            <a:pPr>
              <a:buFont typeface="Monotype Sorts" pitchFamily="-84" charset="2"/>
              <a:buNone/>
              <a:tabLst>
                <a:tab pos="1773238" algn="l"/>
                <a:tab pos="2278063" algn="l"/>
              </a:tabLst>
            </a:pPr>
            <a:r>
              <a:rPr lang="en-US" altLang="en-US"/>
              <a:t>         EAT = 8.2 microseconds. </a:t>
            </a:r>
          </a:p>
          <a:p>
            <a:pPr>
              <a:buFont typeface="Monotype Sorts" pitchFamily="-84" charset="2"/>
              <a:buNone/>
              <a:tabLst>
                <a:tab pos="1773238" algn="l"/>
                <a:tab pos="2278063" algn="l"/>
              </a:tabLst>
            </a:pPr>
            <a:r>
              <a:rPr lang="en-US" altLang="en-US"/>
              <a:t>      This is a slowdown by a factor of 40!!</a:t>
            </a:r>
          </a:p>
          <a:p>
            <a:pPr>
              <a:tabLst>
                <a:tab pos="1773238" algn="l"/>
                <a:tab pos="2278063" algn="l"/>
              </a:tabLst>
            </a:pPr>
            <a:r>
              <a:rPr lang="en-US" altLang="en-US"/>
              <a:t>If want performance degradation &lt; 10 percent</a:t>
            </a:r>
          </a:p>
          <a:p>
            <a:pPr lvl="1">
              <a:tabLst>
                <a:tab pos="1773238" algn="l"/>
                <a:tab pos="2278063" algn="l"/>
              </a:tabLst>
            </a:pPr>
            <a:r>
              <a:rPr lang="en-US" altLang="en-US"/>
              <a:t>220 &gt; 200 + 7,999,800 x p</a:t>
            </a:r>
            <a:br>
              <a:rPr lang="en-US" altLang="en-US"/>
            </a:br>
            <a:r>
              <a:rPr lang="en-US" altLang="en-US"/>
              <a:t>20 &gt; 7,999,800 x p</a:t>
            </a:r>
          </a:p>
          <a:p>
            <a:pPr lvl="1">
              <a:tabLst>
                <a:tab pos="1773238" algn="l"/>
                <a:tab pos="2278063" algn="l"/>
              </a:tabLst>
            </a:pPr>
            <a:r>
              <a:rPr lang="en-US" altLang="en-US"/>
              <a:t>p &lt; .0000025</a:t>
            </a:r>
          </a:p>
          <a:p>
            <a:pPr lvl="1">
              <a:tabLst>
                <a:tab pos="1773238" algn="l"/>
                <a:tab pos="2278063" algn="l"/>
              </a:tabLst>
            </a:pPr>
            <a:r>
              <a:rPr lang="en-US" altLang="en-US"/>
              <a:t>&lt; one page fault in every 400,000 memory accesses</a:t>
            </a:r>
          </a:p>
          <a:p>
            <a:pPr>
              <a:buFont typeface="Monotype Sorts" pitchFamily="-84" charset="2"/>
              <a:buNone/>
              <a:tabLst>
                <a:tab pos="1773238" algn="l"/>
                <a:tab pos="2278063" algn="l"/>
              </a:tabLst>
            </a:pPr>
            <a:r>
              <a:rPr lang="en-US" altLang="en-US"/>
              <a:t>	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>
            <a:extLst>
              <a:ext uri="{FF2B5EF4-FFF2-40B4-BE49-F238E27FC236}">
                <a16:creationId xmlns:a16="http://schemas.microsoft.com/office/drawing/2014/main" id="{4D4E8D0B-0D8A-AC06-C165-D063080D8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700" y="163513"/>
            <a:ext cx="8229600" cy="576262"/>
          </a:xfrm>
        </p:spPr>
        <p:txBody>
          <a:bodyPr/>
          <a:lstStyle/>
          <a:p>
            <a:r>
              <a:rPr lang="en-US" altLang="en-US"/>
              <a:t>Demand Paging Optimizations</a:t>
            </a:r>
          </a:p>
        </p:txBody>
      </p:sp>
      <p:sp>
        <p:nvSpPr>
          <p:cNvPr id="24579" name="Content Placeholder 2">
            <a:extLst>
              <a:ext uri="{FF2B5EF4-FFF2-40B4-BE49-F238E27FC236}">
                <a16:creationId xmlns:a16="http://schemas.microsoft.com/office/drawing/2014/main" id="{F2C25E6D-151E-8954-8977-2C259F97AA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6450" y="1028700"/>
            <a:ext cx="7575550" cy="5232400"/>
          </a:xfrm>
        </p:spPr>
        <p:txBody>
          <a:bodyPr/>
          <a:lstStyle/>
          <a:p>
            <a:r>
              <a:rPr lang="en-US" altLang="en-US" sz="1600"/>
              <a:t>Swap space I/O faster than file system I/O even if on the same device</a:t>
            </a:r>
          </a:p>
          <a:p>
            <a:pPr lvl="1"/>
            <a:r>
              <a:rPr lang="en-US" altLang="en-US" sz="1600"/>
              <a:t>Swap allocated in larger chunks, less management needed than file system</a:t>
            </a:r>
          </a:p>
          <a:p>
            <a:r>
              <a:rPr lang="en-US" altLang="en-US" sz="1600"/>
              <a:t>Copy entire process image to swap space at process load time</a:t>
            </a:r>
          </a:p>
          <a:p>
            <a:pPr lvl="1"/>
            <a:r>
              <a:rPr lang="en-US" altLang="en-US" sz="1600"/>
              <a:t>Then page in and out of swap space</a:t>
            </a:r>
          </a:p>
          <a:p>
            <a:pPr lvl="1"/>
            <a:r>
              <a:rPr lang="en-US" altLang="en-US" sz="1600"/>
              <a:t>Used in older BSD Unix</a:t>
            </a:r>
          </a:p>
          <a:p>
            <a:r>
              <a:rPr lang="en-US" altLang="en-US" sz="1600"/>
              <a:t>Demand page in from program binary on disk, but discard rather than paging out when freeing frame</a:t>
            </a:r>
          </a:p>
          <a:p>
            <a:pPr lvl="1"/>
            <a:r>
              <a:rPr lang="en-US" altLang="en-US" sz="1600"/>
              <a:t>Used in Solaris and current BSD</a:t>
            </a:r>
          </a:p>
          <a:p>
            <a:pPr lvl="1"/>
            <a:r>
              <a:rPr lang="en-US" altLang="en-US" sz="1600"/>
              <a:t>Still need to write to swap space</a:t>
            </a:r>
          </a:p>
          <a:p>
            <a:pPr lvl="2"/>
            <a:r>
              <a:rPr lang="en-US" altLang="en-US" sz="1600"/>
              <a:t>Pages not associated with a file (like stack and heap) – </a:t>
            </a:r>
            <a:r>
              <a:rPr lang="en-US" altLang="en-US" sz="1600" b="1">
                <a:solidFill>
                  <a:srgbClr val="3366FF"/>
                </a:solidFill>
              </a:rPr>
              <a:t>anonymous</a:t>
            </a:r>
            <a:r>
              <a:rPr lang="en-US" altLang="en-US" sz="1600"/>
              <a:t> </a:t>
            </a:r>
            <a:r>
              <a:rPr lang="en-US" altLang="en-US" sz="1600" b="1">
                <a:solidFill>
                  <a:srgbClr val="3366FF"/>
                </a:solidFill>
              </a:rPr>
              <a:t>memory</a:t>
            </a:r>
          </a:p>
          <a:p>
            <a:pPr lvl="2"/>
            <a:r>
              <a:rPr lang="en-US" altLang="en-US" sz="1600"/>
              <a:t>Pages modified in memory but not yet written back to the file system</a:t>
            </a:r>
          </a:p>
          <a:p>
            <a:r>
              <a:rPr lang="en-US" altLang="en-US" sz="1600"/>
              <a:t>Mobile systems</a:t>
            </a:r>
          </a:p>
          <a:p>
            <a:pPr lvl="1"/>
            <a:r>
              <a:rPr lang="en-US" altLang="en-US" sz="1600"/>
              <a:t>Typically don’t support swapping</a:t>
            </a:r>
          </a:p>
          <a:p>
            <a:pPr lvl="1"/>
            <a:r>
              <a:rPr lang="en-US" altLang="en-US" sz="1600"/>
              <a:t>Instead, demand page from file system and reclaim read-only pages (such as code)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2A41EF37-AB89-AF1D-DF2B-7A83B694FB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2541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Copy-on-Write</a:t>
            </a: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1C15A6DE-ECBA-6D62-9E1D-0615B679E5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9950" y="1106488"/>
            <a:ext cx="7334250" cy="4530725"/>
          </a:xfrm>
        </p:spPr>
        <p:txBody>
          <a:bodyPr/>
          <a:lstStyle/>
          <a:p>
            <a:r>
              <a:rPr lang="en-US" altLang="en-US" sz="1600" b="1">
                <a:solidFill>
                  <a:srgbClr val="3366FF"/>
                </a:solidFill>
              </a:rPr>
              <a:t>Copy-on-Write </a:t>
            </a:r>
            <a:r>
              <a:rPr lang="en-US" altLang="en-US" sz="1600"/>
              <a:t>(COW) allows both parent and child processes to initially </a:t>
            </a:r>
            <a:r>
              <a:rPr lang="en-US" altLang="en-US" sz="1600" b="1" i="1"/>
              <a:t>share</a:t>
            </a:r>
            <a:r>
              <a:rPr lang="en-US" altLang="en-US" sz="1600"/>
              <a:t> the same pages in memory</a:t>
            </a:r>
          </a:p>
          <a:p>
            <a:pPr lvl="1"/>
            <a:r>
              <a:rPr lang="en-US" altLang="en-US" sz="1600"/>
              <a:t>If either process modifies a shared page, only then is the page copied</a:t>
            </a:r>
          </a:p>
          <a:p>
            <a:r>
              <a:rPr lang="en-US" altLang="en-US" sz="1600"/>
              <a:t>COW allows more efficient process creation as only modified pages are copied</a:t>
            </a:r>
          </a:p>
          <a:p>
            <a:r>
              <a:rPr lang="en-US" altLang="en-US" sz="1600"/>
              <a:t>In general, free pages are allocated from a </a:t>
            </a:r>
            <a:r>
              <a:rPr lang="en-US" altLang="en-US" sz="1600" b="1">
                <a:solidFill>
                  <a:srgbClr val="3366FF"/>
                </a:solidFill>
              </a:rPr>
              <a:t>pool</a:t>
            </a:r>
            <a:r>
              <a:rPr lang="en-US" altLang="en-US" sz="1600">
                <a:solidFill>
                  <a:srgbClr val="3366FF"/>
                </a:solidFill>
              </a:rPr>
              <a:t> </a:t>
            </a:r>
            <a:r>
              <a:rPr lang="en-US" altLang="en-US" sz="1600"/>
              <a:t>of </a:t>
            </a:r>
            <a:r>
              <a:rPr lang="en-US" altLang="en-US" sz="1600" b="1">
                <a:solidFill>
                  <a:srgbClr val="3366FF"/>
                </a:solidFill>
              </a:rPr>
              <a:t>zero-fill-on-demand </a:t>
            </a:r>
            <a:r>
              <a:rPr lang="en-US" altLang="en-US" sz="1600"/>
              <a:t>pages</a:t>
            </a:r>
          </a:p>
          <a:p>
            <a:pPr lvl="1"/>
            <a:r>
              <a:rPr lang="en-US" altLang="en-US" sz="1600"/>
              <a:t>Pool should always have free frames for fast demand page execution</a:t>
            </a:r>
          </a:p>
          <a:p>
            <a:pPr lvl="2"/>
            <a:r>
              <a:rPr lang="en-US" altLang="en-US" sz="1600"/>
              <a:t>Don’t want to have to free a frame as well as other processing on page fault</a:t>
            </a:r>
          </a:p>
          <a:p>
            <a:pPr lvl="1"/>
            <a:r>
              <a:rPr lang="en-US" altLang="en-US" sz="1600"/>
              <a:t>Why zero-out a page before allocating it?</a:t>
            </a:r>
          </a:p>
          <a:p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vfork()</a:t>
            </a:r>
            <a:r>
              <a:rPr lang="en-US" altLang="en-US" sz="1600"/>
              <a:t> variation on </a:t>
            </a: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fork() </a:t>
            </a:r>
            <a:r>
              <a:rPr lang="en-US" altLang="en-US" sz="1600"/>
              <a:t>system call has parent suspend and child using copy-on-write address space of parent</a:t>
            </a:r>
          </a:p>
          <a:p>
            <a:pPr lvl="1"/>
            <a:r>
              <a:rPr lang="en-US" altLang="en-US" sz="1600"/>
              <a:t>Designed to have child call </a:t>
            </a: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exec()</a:t>
            </a:r>
          </a:p>
          <a:p>
            <a:pPr lvl="1"/>
            <a:r>
              <a:rPr lang="en-US" altLang="en-US" sz="1600"/>
              <a:t>Very efficient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455963C7-D644-1694-38FE-5A15233813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84250" y="227013"/>
            <a:ext cx="7791450" cy="576262"/>
          </a:xfrm>
        </p:spPr>
        <p:txBody>
          <a:bodyPr/>
          <a:lstStyle/>
          <a:p>
            <a:pPr eaLnBrk="1" hangingPunct="1"/>
            <a:r>
              <a:rPr lang="en-US" altLang="en-US"/>
              <a:t>Before Process 1 Modifies Page C</a:t>
            </a:r>
          </a:p>
        </p:txBody>
      </p:sp>
      <p:pic>
        <p:nvPicPr>
          <p:cNvPr id="26627" name="Picture 4" descr="9">
            <a:extLst>
              <a:ext uri="{FF2B5EF4-FFF2-40B4-BE49-F238E27FC236}">
                <a16:creationId xmlns:a16="http://schemas.microsoft.com/office/drawing/2014/main" id="{E260F57D-50A7-FECB-9F64-C33FF72FE7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2700" y="1354138"/>
            <a:ext cx="7339013" cy="295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70AE28CA-F20A-7198-69C9-76B19FC593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89000" y="138113"/>
            <a:ext cx="7810500" cy="576262"/>
          </a:xfrm>
        </p:spPr>
        <p:txBody>
          <a:bodyPr/>
          <a:lstStyle/>
          <a:p>
            <a:pPr eaLnBrk="1" hangingPunct="1"/>
            <a:r>
              <a:rPr lang="en-US" altLang="en-US"/>
              <a:t>After Process 1 Modifies Page C</a:t>
            </a:r>
          </a:p>
        </p:txBody>
      </p:sp>
      <p:pic>
        <p:nvPicPr>
          <p:cNvPr id="27651" name="Picture 4" descr="9">
            <a:extLst>
              <a:ext uri="{FF2B5EF4-FFF2-40B4-BE49-F238E27FC236}">
                <a16:creationId xmlns:a16="http://schemas.microsoft.com/office/drawing/2014/main" id="{465A9C6C-0838-9D6E-D2CB-EA3A09302C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8300" y="1319213"/>
            <a:ext cx="6403975" cy="295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31E19871-E2D1-7C1F-4417-A559B855502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31888" y="144463"/>
            <a:ext cx="7869237" cy="576262"/>
          </a:xfrm>
        </p:spPr>
        <p:txBody>
          <a:bodyPr/>
          <a:lstStyle/>
          <a:p>
            <a:pPr eaLnBrk="1" hangingPunct="1"/>
            <a:r>
              <a:rPr lang="en-US" altLang="en-US" sz="2800"/>
              <a:t>What Happens if There is no Free Frame?</a:t>
            </a:r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4FDD4C20-A902-F934-845A-F0EFB33480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52488" y="1133475"/>
            <a:ext cx="7300912" cy="4511675"/>
          </a:xfrm>
        </p:spPr>
        <p:txBody>
          <a:bodyPr/>
          <a:lstStyle/>
          <a:p>
            <a:r>
              <a:rPr lang="en-US" altLang="en-US"/>
              <a:t>Used up by process pages</a:t>
            </a:r>
          </a:p>
          <a:p>
            <a:r>
              <a:rPr lang="en-US" altLang="en-US"/>
              <a:t>Also in demand from the kernel, I/O buffers, etc</a:t>
            </a:r>
          </a:p>
          <a:p>
            <a:r>
              <a:rPr lang="en-US" altLang="en-US"/>
              <a:t>How much to allocate to each?</a:t>
            </a:r>
          </a:p>
          <a:p>
            <a:r>
              <a:rPr lang="en-US" altLang="en-US"/>
              <a:t>Page replacement – find some page in memory, but not really in use, page it out</a:t>
            </a:r>
          </a:p>
          <a:p>
            <a:pPr lvl="1"/>
            <a:r>
              <a:rPr lang="en-US" altLang="en-US"/>
              <a:t>Algorithm – terminate? swap out? replace the page?</a:t>
            </a:r>
          </a:p>
          <a:p>
            <a:pPr lvl="1"/>
            <a:r>
              <a:rPr lang="en-US" altLang="en-US"/>
              <a:t>Performance – want an algorithm which will result in minimum number of page faults</a:t>
            </a:r>
          </a:p>
          <a:p>
            <a:r>
              <a:rPr lang="en-US" altLang="en-US"/>
              <a:t>Same page may be brought into memory several times</a:t>
            </a:r>
          </a:p>
          <a:p>
            <a:pPr>
              <a:buFont typeface="Monotype Sorts" pitchFamily="-84" charset="2"/>
              <a:buNone/>
            </a:pPr>
            <a:endParaRPr lang="en-US" alt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43061E9D-8A2D-5824-C0BF-ED4395BE2D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62025" y="188913"/>
            <a:ext cx="7724775" cy="576262"/>
          </a:xfrm>
        </p:spPr>
        <p:txBody>
          <a:bodyPr/>
          <a:lstStyle/>
          <a:p>
            <a:pPr eaLnBrk="1" hangingPunct="1"/>
            <a:r>
              <a:rPr lang="en-US" altLang="en-US"/>
              <a:t>Page Replacement</a:t>
            </a:r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1DF7AD92-E7F2-A42E-B3B6-90CDB59C41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95350" y="1233488"/>
            <a:ext cx="6508750" cy="4530725"/>
          </a:xfrm>
        </p:spPr>
        <p:txBody>
          <a:bodyPr/>
          <a:lstStyle/>
          <a:p>
            <a:r>
              <a:rPr lang="en-US" altLang="en-US"/>
              <a:t>Prevent </a:t>
            </a:r>
            <a:r>
              <a:rPr lang="en-US" altLang="en-US" b="1">
                <a:solidFill>
                  <a:srgbClr val="3366FF"/>
                </a:solidFill>
              </a:rPr>
              <a:t>over-allocation</a:t>
            </a:r>
            <a:r>
              <a:rPr lang="en-US" altLang="en-US"/>
              <a:t> of memory by modifying page-fault service routine to include page replacement</a:t>
            </a:r>
          </a:p>
          <a:p>
            <a:r>
              <a:rPr lang="en-US" altLang="en-US"/>
              <a:t>Use </a:t>
            </a:r>
            <a:r>
              <a:rPr lang="en-US" altLang="en-US" b="1">
                <a:solidFill>
                  <a:srgbClr val="3366FF"/>
                </a:solidFill>
              </a:rPr>
              <a:t>modify </a:t>
            </a:r>
            <a:r>
              <a:rPr lang="en-US" altLang="en-US"/>
              <a:t>(</a:t>
            </a:r>
            <a:r>
              <a:rPr lang="en-US" altLang="en-US" b="1">
                <a:solidFill>
                  <a:srgbClr val="3366FF"/>
                </a:solidFill>
              </a:rPr>
              <a:t>dirty</a:t>
            </a:r>
            <a:r>
              <a:rPr lang="en-US" altLang="en-US"/>
              <a:t>)</a:t>
            </a:r>
            <a:r>
              <a:rPr lang="en-US" altLang="en-US" b="1">
                <a:solidFill>
                  <a:srgbClr val="3366FF"/>
                </a:solidFill>
              </a:rPr>
              <a:t> bit </a:t>
            </a:r>
            <a:r>
              <a:rPr lang="en-US" altLang="en-US"/>
              <a:t>to reduce overhead of page transfers – only modified pages are written to disk</a:t>
            </a:r>
          </a:p>
          <a:p>
            <a:r>
              <a:rPr lang="en-US" altLang="en-US"/>
              <a:t>Page replacement completes separation between logical memory and physical memory – large virtual memory can be provided on a smaller physical memory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28CF07B5-827F-8810-927F-7C7CB4FC03A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93775" y="188913"/>
            <a:ext cx="7693025" cy="576262"/>
          </a:xfrm>
        </p:spPr>
        <p:txBody>
          <a:bodyPr/>
          <a:lstStyle/>
          <a:p>
            <a:pPr eaLnBrk="1" hangingPunct="1"/>
            <a:r>
              <a:rPr lang="en-US" altLang="en-US"/>
              <a:t>Need For Page Replacement</a:t>
            </a:r>
          </a:p>
        </p:txBody>
      </p:sp>
      <p:pic>
        <p:nvPicPr>
          <p:cNvPr id="30723" name="Picture 4" descr="9">
            <a:extLst>
              <a:ext uri="{FF2B5EF4-FFF2-40B4-BE49-F238E27FC236}">
                <a16:creationId xmlns:a16="http://schemas.microsoft.com/office/drawing/2014/main" id="{62687734-79A5-9F6F-256C-0337C3E370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7200" y="1192213"/>
            <a:ext cx="6192838" cy="451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57FC5B64-642E-7D25-A61F-34447B2A1C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79500" y="163513"/>
            <a:ext cx="7607300" cy="576262"/>
          </a:xfrm>
        </p:spPr>
        <p:txBody>
          <a:bodyPr/>
          <a:lstStyle/>
          <a:p>
            <a:pPr eaLnBrk="1" hangingPunct="1"/>
            <a:r>
              <a:rPr lang="en-US" altLang="en-US"/>
              <a:t>Basic Page Replacement</a:t>
            </a:r>
          </a:p>
        </p:txBody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16628D68-9BBC-9FF6-6EB5-FD4081A68F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08050" y="1122363"/>
            <a:ext cx="7653338" cy="4457700"/>
          </a:xfrm>
        </p:spPr>
        <p:txBody>
          <a:bodyPr/>
          <a:lstStyle/>
          <a:p>
            <a:pPr marL="379413" indent="-379413">
              <a:buFont typeface="Monotype Sorts" pitchFamily="-84" charset="2"/>
              <a:buAutoNum type="arabicPeriod"/>
            </a:pPr>
            <a:r>
              <a:rPr lang="en-US" altLang="en-US"/>
              <a:t>Find the location of the desired page on disk</a:t>
            </a:r>
            <a:br>
              <a:rPr lang="en-US" altLang="en-US"/>
            </a:br>
            <a:endParaRPr lang="en-US" altLang="en-US"/>
          </a:p>
          <a:p>
            <a:pPr marL="379413" indent="-379413">
              <a:buFont typeface="Monotype Sorts" pitchFamily="-84" charset="2"/>
              <a:buAutoNum type="arabicPeriod"/>
            </a:pPr>
            <a:r>
              <a:rPr lang="en-US" altLang="en-US"/>
              <a:t>Find a free frame:</a:t>
            </a:r>
            <a:br>
              <a:rPr lang="en-US" altLang="en-US"/>
            </a:br>
            <a:r>
              <a:rPr lang="en-US" altLang="en-US"/>
              <a:t>   -  If there is a free frame, use it</a:t>
            </a:r>
            <a:br>
              <a:rPr lang="en-US" altLang="en-US"/>
            </a:br>
            <a:r>
              <a:rPr lang="en-US" altLang="en-US"/>
              <a:t>   -  If there is no free frame, use a page replacement algorithm to select a </a:t>
            </a:r>
            <a:r>
              <a:rPr lang="en-US" altLang="en-US" b="1">
                <a:solidFill>
                  <a:srgbClr val="3366FF"/>
                </a:solidFill>
              </a:rPr>
              <a:t>victim</a:t>
            </a:r>
            <a:r>
              <a:rPr lang="en-US" altLang="en-US">
                <a:solidFill>
                  <a:srgbClr val="3366FF"/>
                </a:solidFill>
              </a:rPr>
              <a:t> </a:t>
            </a:r>
            <a:r>
              <a:rPr lang="en-US" altLang="en-US" b="1">
                <a:solidFill>
                  <a:srgbClr val="3366FF"/>
                </a:solidFill>
              </a:rPr>
              <a:t>frame</a:t>
            </a:r>
            <a:br>
              <a:rPr lang="en-US" altLang="en-US" b="1">
                <a:solidFill>
                  <a:srgbClr val="3366FF"/>
                </a:solidFill>
              </a:rPr>
            </a:br>
            <a:r>
              <a:rPr lang="en-US" altLang="en-US" b="1">
                <a:solidFill>
                  <a:srgbClr val="3366FF"/>
                </a:solidFill>
              </a:rPr>
              <a:t>	- </a:t>
            </a:r>
            <a:r>
              <a:rPr lang="en-US" altLang="en-US"/>
              <a:t>Write victim frame to disk if dirty</a:t>
            </a:r>
            <a:br>
              <a:rPr lang="en-US" altLang="en-US"/>
            </a:br>
            <a:endParaRPr lang="en-US" altLang="en-US"/>
          </a:p>
          <a:p>
            <a:pPr marL="379413" indent="-379413">
              <a:buFont typeface="Monotype Sorts" pitchFamily="-84" charset="2"/>
              <a:buAutoNum type="arabicPeriod"/>
            </a:pPr>
            <a:r>
              <a:rPr lang="en-US" altLang="en-US"/>
              <a:t>Bring  the desired page into the (newly) free frame; update the page and frame tables</a:t>
            </a:r>
            <a:br>
              <a:rPr lang="en-US" altLang="en-US"/>
            </a:br>
            <a:endParaRPr lang="en-US" altLang="en-US"/>
          </a:p>
          <a:p>
            <a:pPr marL="379413" indent="-379413">
              <a:buFont typeface="Monotype Sorts" pitchFamily="-84" charset="2"/>
              <a:buAutoNum type="arabicPeriod"/>
            </a:pPr>
            <a:r>
              <a:rPr lang="en-US" altLang="en-US"/>
              <a:t>Continue the process by restarting the instruction that caused the trap</a:t>
            </a:r>
          </a:p>
          <a:p>
            <a:pPr marL="379413" indent="-379413">
              <a:buFont typeface="Monotype Sorts" pitchFamily="-84" charset="2"/>
              <a:buAutoNum type="arabicPeriod"/>
            </a:pPr>
            <a:endParaRPr lang="en-US" altLang="en-US"/>
          </a:p>
          <a:p>
            <a:pPr marL="379413" indent="-379413">
              <a:buFont typeface="Monotype Sorts" pitchFamily="-84" charset="2"/>
              <a:buNone/>
            </a:pPr>
            <a:r>
              <a:rPr lang="en-US" altLang="en-US"/>
              <a:t>Note now potentially 2 page transfers for page fault – increasing EAT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3F06152C-590B-41BB-8C05-367B0C653E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22350" y="176213"/>
            <a:ext cx="7664450" cy="576262"/>
          </a:xfrm>
        </p:spPr>
        <p:txBody>
          <a:bodyPr/>
          <a:lstStyle/>
          <a:p>
            <a:pPr eaLnBrk="1" hangingPunct="1"/>
            <a:r>
              <a:rPr lang="en-US" altLang="en-US"/>
              <a:t>Page Replacement</a:t>
            </a:r>
          </a:p>
        </p:txBody>
      </p:sp>
      <p:pic>
        <p:nvPicPr>
          <p:cNvPr id="32771" name="Picture 4" descr="9">
            <a:extLst>
              <a:ext uri="{FF2B5EF4-FFF2-40B4-BE49-F238E27FC236}">
                <a16:creationId xmlns:a16="http://schemas.microsoft.com/office/drawing/2014/main" id="{051C5912-97A8-8F4B-2155-9B75A60C26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1500" y="1223963"/>
            <a:ext cx="6267450" cy="461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7B7630A7-AA3C-73A8-778F-C386E4F5E8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39838" y="163513"/>
            <a:ext cx="7675562" cy="576262"/>
          </a:xfrm>
        </p:spPr>
        <p:txBody>
          <a:bodyPr/>
          <a:lstStyle/>
          <a:p>
            <a:pPr eaLnBrk="1" hangingPunct="1"/>
            <a:r>
              <a:rPr lang="en-US" altLang="en-US" sz="2800"/>
              <a:t>Page and Frame Replacement Algorithms</a:t>
            </a:r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0647FD81-F879-CAC4-7577-C0E61352369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9950" y="1133475"/>
            <a:ext cx="7486650" cy="4899025"/>
          </a:xfrm>
        </p:spPr>
        <p:txBody>
          <a:bodyPr/>
          <a:lstStyle/>
          <a:p>
            <a:pPr>
              <a:tabLst>
                <a:tab pos="3144838" algn="ctr"/>
              </a:tabLst>
            </a:pPr>
            <a:r>
              <a:rPr lang="en-US" altLang="en-US" b="1">
                <a:solidFill>
                  <a:srgbClr val="3366FF"/>
                </a:solidFill>
              </a:rPr>
              <a:t>Frame-allocation algorithm </a:t>
            </a:r>
            <a:r>
              <a:rPr lang="en-US" altLang="en-US"/>
              <a:t>determines </a:t>
            </a:r>
          </a:p>
          <a:p>
            <a:pPr lvl="1">
              <a:tabLst>
                <a:tab pos="3144838" algn="ctr"/>
              </a:tabLst>
            </a:pPr>
            <a:r>
              <a:rPr lang="en-US" altLang="en-US"/>
              <a:t>How many frames to give each process</a:t>
            </a:r>
          </a:p>
          <a:p>
            <a:pPr lvl="1">
              <a:tabLst>
                <a:tab pos="3144838" algn="ctr"/>
              </a:tabLst>
            </a:pPr>
            <a:r>
              <a:rPr lang="en-US" altLang="en-US"/>
              <a:t>Which frames to replace</a:t>
            </a:r>
          </a:p>
          <a:p>
            <a:pPr>
              <a:tabLst>
                <a:tab pos="3144838" algn="ctr"/>
              </a:tabLst>
            </a:pPr>
            <a:r>
              <a:rPr lang="en-US" altLang="en-US" b="1">
                <a:solidFill>
                  <a:srgbClr val="3366FF"/>
                </a:solidFill>
              </a:rPr>
              <a:t>Page-replacement algorithm</a:t>
            </a:r>
          </a:p>
          <a:p>
            <a:pPr lvl="1">
              <a:tabLst>
                <a:tab pos="3144838" algn="ctr"/>
              </a:tabLst>
            </a:pPr>
            <a:r>
              <a:rPr lang="en-US" altLang="en-US"/>
              <a:t>Want lowest page-fault rate on both first access and re-access</a:t>
            </a:r>
          </a:p>
          <a:p>
            <a:pPr>
              <a:tabLst>
                <a:tab pos="3144838" algn="ctr"/>
              </a:tabLst>
            </a:pPr>
            <a:r>
              <a:rPr lang="en-US" altLang="en-US"/>
              <a:t>Evaluate algorithm by running it on a particular string of memory references (reference string) and computing the number of page faults on that string</a:t>
            </a:r>
          </a:p>
          <a:p>
            <a:pPr lvl="1">
              <a:tabLst>
                <a:tab pos="3144838" algn="ctr"/>
              </a:tabLst>
            </a:pPr>
            <a:r>
              <a:rPr lang="en-US" altLang="en-US"/>
              <a:t>String is just page numbers, not full addresses</a:t>
            </a:r>
          </a:p>
          <a:p>
            <a:pPr lvl="1">
              <a:tabLst>
                <a:tab pos="3144838" algn="ctr"/>
              </a:tabLst>
            </a:pPr>
            <a:r>
              <a:rPr lang="en-US" altLang="en-US"/>
              <a:t>Repeated access to the same page does not cause a page fault</a:t>
            </a:r>
          </a:p>
          <a:p>
            <a:pPr lvl="1">
              <a:tabLst>
                <a:tab pos="3144838" algn="ctr"/>
              </a:tabLst>
            </a:pPr>
            <a:r>
              <a:rPr lang="en-US" altLang="en-US"/>
              <a:t>Results depend on number of frames available</a:t>
            </a:r>
          </a:p>
          <a:p>
            <a:pPr>
              <a:tabLst>
                <a:tab pos="3144838" algn="ctr"/>
              </a:tabLst>
            </a:pPr>
            <a:r>
              <a:rPr lang="en-US" altLang="en-US"/>
              <a:t>In all our examples, the </a:t>
            </a:r>
            <a:r>
              <a:rPr lang="en-US" altLang="en-US" b="1">
                <a:solidFill>
                  <a:srgbClr val="3366FF"/>
                </a:solidFill>
              </a:rPr>
              <a:t>reference string </a:t>
            </a:r>
            <a:r>
              <a:rPr lang="en-US" altLang="en-US"/>
              <a:t>of referenced page numbers is </a:t>
            </a:r>
          </a:p>
          <a:p>
            <a:pPr>
              <a:buFont typeface="Monotype Sorts" pitchFamily="-84" charset="2"/>
              <a:buNone/>
              <a:tabLst>
                <a:tab pos="3144838" algn="ctr"/>
              </a:tabLst>
            </a:pPr>
            <a:r>
              <a:rPr lang="en-US" altLang="en-US"/>
              <a:t>	               </a:t>
            </a:r>
            <a:r>
              <a:rPr lang="en-US" altLang="en-US" b="1">
                <a:solidFill>
                  <a:srgbClr val="FF0000"/>
                </a:solidFill>
              </a:rPr>
              <a:t>7,0,1,2,0,3,0,4,2,3,0,3,0,3,2,1,2,0,1,7,0,1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69360D69-DCA9-DA35-361A-88AD3650D1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04900" y="98425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sz="2400"/>
              <a:t>Graph of Page Faults Versus The Number of Frames</a:t>
            </a:r>
          </a:p>
        </p:txBody>
      </p:sp>
      <p:pic>
        <p:nvPicPr>
          <p:cNvPr id="34819" name="Picture 5">
            <a:extLst>
              <a:ext uri="{FF2B5EF4-FFF2-40B4-BE49-F238E27FC236}">
                <a16:creationId xmlns:a16="http://schemas.microsoft.com/office/drawing/2014/main" id="{1C82D204-D6EB-2E2F-D398-C494250925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4800" y="1238250"/>
            <a:ext cx="6045200" cy="3557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FD909CC0-E6CD-E0B0-74E3-BA63E59B4C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41388" y="176213"/>
            <a:ext cx="7821612" cy="576262"/>
          </a:xfrm>
        </p:spPr>
        <p:txBody>
          <a:bodyPr/>
          <a:lstStyle/>
          <a:p>
            <a:pPr eaLnBrk="1" hangingPunct="1"/>
            <a:r>
              <a:rPr lang="en-US" altLang="en-US"/>
              <a:t>First-In-First-Out (FIFO) Algorithm</a:t>
            </a:r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AF2FA910-B103-D2A4-6DDA-4B0C079359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08050" y="1052513"/>
            <a:ext cx="7283450" cy="5762625"/>
          </a:xfrm>
        </p:spPr>
        <p:txBody>
          <a:bodyPr/>
          <a:lstStyle/>
          <a:p>
            <a:r>
              <a:rPr lang="en-US" altLang="en-US"/>
              <a:t>Reference string: </a:t>
            </a:r>
            <a:r>
              <a:rPr lang="en-US" altLang="en-US" b="1">
                <a:solidFill>
                  <a:srgbClr val="FF0000"/>
                </a:solidFill>
              </a:rPr>
              <a:t>7,0,1,2,0,3,0,4,2,3,0,3,0,3,2,1,2,0,1,7,0,1</a:t>
            </a:r>
            <a:endParaRPr lang="en-US" altLang="en-US"/>
          </a:p>
          <a:p>
            <a:r>
              <a:rPr lang="en-US" altLang="en-US"/>
              <a:t>3 frames (3 pages can be in memory at a time per process)</a:t>
            </a:r>
          </a:p>
          <a:p>
            <a:pPr>
              <a:buFont typeface="Monotype Sorts" pitchFamily="-84" charset="2"/>
              <a:buNone/>
            </a:pPr>
            <a:endParaRPr lang="en-US" altLang="en-US"/>
          </a:p>
          <a:p>
            <a:pPr>
              <a:buFont typeface="Monotype Sorts" pitchFamily="-84" charset="2"/>
              <a:buNone/>
            </a:pPr>
            <a:endParaRPr lang="en-US" altLang="en-US"/>
          </a:p>
          <a:p>
            <a:pPr>
              <a:buFont typeface="Monotype Sorts" pitchFamily="-84" charset="2"/>
              <a:buNone/>
            </a:pPr>
            <a:br>
              <a:rPr lang="en-US" altLang="en-US"/>
            </a:br>
            <a:endParaRPr lang="en-US" altLang="en-US"/>
          </a:p>
          <a:p>
            <a:pPr>
              <a:buFont typeface="Monotype Sorts" pitchFamily="-84" charset="2"/>
              <a:buNone/>
            </a:pPr>
            <a:endParaRPr lang="en-US" altLang="en-US" sz="800"/>
          </a:p>
          <a:p>
            <a:pPr>
              <a:buFont typeface="Monotype Sorts" pitchFamily="-84" charset="2"/>
              <a:buNone/>
            </a:pPr>
            <a:endParaRPr lang="en-US" altLang="en-US" sz="800"/>
          </a:p>
          <a:p>
            <a:pPr>
              <a:buFont typeface="Monotype Sorts" pitchFamily="-84" charset="2"/>
              <a:buNone/>
            </a:pPr>
            <a:endParaRPr lang="en-US" altLang="en-US"/>
          </a:p>
          <a:p>
            <a:r>
              <a:rPr lang="en-US" altLang="en-US"/>
              <a:t>Can vary by reference string: consider 1,2,3,4,1,2,5,1,2,3,4,5</a:t>
            </a:r>
          </a:p>
          <a:p>
            <a:pPr lvl="1"/>
            <a:r>
              <a:rPr lang="en-US" altLang="en-US"/>
              <a:t>Adding more frames can cause more page faults!</a:t>
            </a:r>
          </a:p>
          <a:p>
            <a:pPr lvl="2"/>
            <a:r>
              <a:rPr lang="en-US" altLang="en-US" b="1">
                <a:solidFill>
                  <a:srgbClr val="3366FF"/>
                </a:solidFill>
              </a:rPr>
              <a:t>Belady</a:t>
            </a:r>
            <a:r>
              <a:rPr lang="ja-JP" altLang="en-US" b="1">
                <a:solidFill>
                  <a:srgbClr val="3366FF"/>
                </a:solidFill>
              </a:rPr>
              <a:t>’</a:t>
            </a:r>
            <a:r>
              <a:rPr lang="en-US" altLang="ja-JP" b="1">
                <a:solidFill>
                  <a:srgbClr val="3366FF"/>
                </a:solidFill>
              </a:rPr>
              <a:t>s Anomaly</a:t>
            </a:r>
            <a:endParaRPr lang="en-US" altLang="en-US" sz="800"/>
          </a:p>
          <a:p>
            <a:r>
              <a:rPr lang="en-US" altLang="en-US"/>
              <a:t>How to track ages of pages? </a:t>
            </a:r>
          </a:p>
          <a:p>
            <a:pPr lvl="1"/>
            <a:r>
              <a:rPr lang="en-US" altLang="en-US"/>
              <a:t>Just use a FIFO queue</a:t>
            </a:r>
          </a:p>
        </p:txBody>
      </p:sp>
      <p:sp>
        <p:nvSpPr>
          <p:cNvPr id="35844" name="Text Box 16">
            <a:extLst>
              <a:ext uri="{FF2B5EF4-FFF2-40B4-BE49-F238E27FC236}">
                <a16:creationId xmlns:a16="http://schemas.microsoft.com/office/drawing/2014/main" id="{88A326B9-D41B-F797-2840-E74B23A0F6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3500" y="3546475"/>
            <a:ext cx="16335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5" tIns="45718" rIns="91435" bIns="45718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>
                <a:latin typeface="Helvetica" panose="020B0604020202020204" pitchFamily="34" charset="0"/>
              </a:rPr>
              <a:t>15 page faults</a:t>
            </a:r>
          </a:p>
        </p:txBody>
      </p:sp>
      <p:pic>
        <p:nvPicPr>
          <p:cNvPr id="35845" name="Picture 1">
            <a:extLst>
              <a:ext uri="{FF2B5EF4-FFF2-40B4-BE49-F238E27FC236}">
                <a16:creationId xmlns:a16="http://schemas.microsoft.com/office/drawing/2014/main" id="{D5AB72B9-BA94-4549-7B1A-05B2E23155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4338" y="1854200"/>
            <a:ext cx="5327650" cy="169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51385411-9430-5719-2A82-1F08C15BE7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68400" y="214313"/>
            <a:ext cx="7734300" cy="576262"/>
          </a:xfrm>
        </p:spPr>
        <p:txBody>
          <a:bodyPr/>
          <a:lstStyle/>
          <a:p>
            <a:pPr eaLnBrk="1" hangingPunct="1"/>
            <a:r>
              <a:rPr lang="en-US" altLang="en-US"/>
              <a:t>FIFO Illustrating Belady</a:t>
            </a:r>
            <a:r>
              <a:rPr lang="ja-JP" altLang="en-US"/>
              <a:t>’</a:t>
            </a:r>
            <a:r>
              <a:rPr lang="en-US" altLang="ja-JP"/>
              <a:t>s Anomaly</a:t>
            </a:r>
            <a:endParaRPr lang="en-US" altLang="en-US"/>
          </a:p>
        </p:txBody>
      </p:sp>
      <p:pic>
        <p:nvPicPr>
          <p:cNvPr id="36867" name="Picture 1" descr="9_13.pdf">
            <a:extLst>
              <a:ext uri="{FF2B5EF4-FFF2-40B4-BE49-F238E27FC236}">
                <a16:creationId xmlns:a16="http://schemas.microsoft.com/office/drawing/2014/main" id="{F55C5B32-3EBF-C7C8-484E-3D7DA89854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3538" y="1303338"/>
            <a:ext cx="5676900" cy="4062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894D8E07-50C8-21A3-8652-B02EE5956E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49300" y="138113"/>
            <a:ext cx="7937500" cy="576262"/>
          </a:xfrm>
        </p:spPr>
        <p:txBody>
          <a:bodyPr/>
          <a:lstStyle/>
          <a:p>
            <a:pPr eaLnBrk="1" hangingPunct="1"/>
            <a:r>
              <a:rPr lang="en-US" altLang="en-US"/>
              <a:t>Optimal Algorithm</a:t>
            </a:r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BD84C2A3-5B2D-D939-3B7C-824CFD4A22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95350" y="1119188"/>
            <a:ext cx="8229600" cy="4530725"/>
          </a:xfrm>
        </p:spPr>
        <p:txBody>
          <a:bodyPr/>
          <a:lstStyle/>
          <a:p>
            <a:pPr>
              <a:tabLst>
                <a:tab pos="1889125" algn="l"/>
              </a:tabLst>
            </a:pPr>
            <a:r>
              <a:rPr lang="en-US" altLang="en-US"/>
              <a:t>Replace page that will not be used for longest period of time</a:t>
            </a:r>
          </a:p>
          <a:p>
            <a:pPr lvl="1">
              <a:tabLst>
                <a:tab pos="1889125" algn="l"/>
              </a:tabLst>
            </a:pPr>
            <a:r>
              <a:rPr lang="en-US" altLang="en-US"/>
              <a:t>9 is optimal for the example</a:t>
            </a:r>
          </a:p>
          <a:p>
            <a:pPr>
              <a:tabLst>
                <a:tab pos="1889125" algn="l"/>
              </a:tabLst>
            </a:pPr>
            <a:r>
              <a:rPr lang="en-US" altLang="en-US"/>
              <a:t>How do you know this?</a:t>
            </a:r>
          </a:p>
          <a:p>
            <a:pPr lvl="1">
              <a:tabLst>
                <a:tab pos="1889125" algn="l"/>
              </a:tabLst>
            </a:pPr>
            <a:r>
              <a:rPr lang="en-US" altLang="en-US"/>
              <a:t>Can</a:t>
            </a:r>
            <a:r>
              <a:rPr lang="ja-JP" altLang="en-US"/>
              <a:t>’</a:t>
            </a:r>
            <a:r>
              <a:rPr lang="en-US" altLang="ja-JP"/>
              <a:t>t read the future</a:t>
            </a:r>
            <a:endParaRPr lang="en-US" altLang="en-US"/>
          </a:p>
          <a:p>
            <a:pPr>
              <a:tabLst>
                <a:tab pos="1889125" algn="l"/>
              </a:tabLst>
            </a:pPr>
            <a:r>
              <a:rPr lang="en-US" altLang="en-US"/>
              <a:t>Used for measuring how well your algorithm performs</a:t>
            </a:r>
          </a:p>
        </p:txBody>
      </p:sp>
      <p:pic>
        <p:nvPicPr>
          <p:cNvPr id="37892" name="Picture 3">
            <a:extLst>
              <a:ext uri="{FF2B5EF4-FFF2-40B4-BE49-F238E27FC236}">
                <a16:creationId xmlns:a16="http://schemas.microsoft.com/office/drawing/2014/main" id="{21378655-0E93-B9A7-4699-135ED46144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2900" y="3159125"/>
            <a:ext cx="6259513" cy="2105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B2C62CE1-CD42-1826-F188-C048EAA97D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68425" y="163513"/>
            <a:ext cx="7673975" cy="576262"/>
          </a:xfrm>
        </p:spPr>
        <p:txBody>
          <a:bodyPr/>
          <a:lstStyle/>
          <a:p>
            <a:pPr eaLnBrk="1" hangingPunct="1"/>
            <a:r>
              <a:rPr lang="en-US" altLang="en-US"/>
              <a:t>Least Recently Used (LRU) Algorithm</a:t>
            </a:r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6AF50F47-FD58-F2AF-FEFC-0894415982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89000" y="727075"/>
            <a:ext cx="7454900" cy="4835525"/>
          </a:xfrm>
        </p:spPr>
        <p:txBody>
          <a:bodyPr/>
          <a:lstStyle/>
          <a:p>
            <a:pPr>
              <a:buFont typeface="Monotype Sorts" pitchFamily="-84" charset="2"/>
              <a:buNone/>
              <a:defRPr/>
            </a:pPr>
            <a:endParaRPr lang="en-US" altLang="en-US" dirty="0"/>
          </a:p>
          <a:p>
            <a:pPr>
              <a:defRPr/>
            </a:pPr>
            <a:r>
              <a:rPr lang="en-US" altLang="en-US" dirty="0"/>
              <a:t>Use past knowledge rather than future</a:t>
            </a:r>
          </a:p>
          <a:p>
            <a:pPr>
              <a:defRPr/>
            </a:pPr>
            <a:r>
              <a:rPr lang="en-US" altLang="en-US" dirty="0"/>
              <a:t>Replace page that has not been used in the most amount of time</a:t>
            </a:r>
          </a:p>
          <a:p>
            <a:pPr>
              <a:defRPr/>
            </a:pPr>
            <a:r>
              <a:rPr lang="en-US" altLang="en-US" dirty="0"/>
              <a:t>Associate time of last use with each page</a:t>
            </a:r>
          </a:p>
          <a:p>
            <a:pPr>
              <a:buFont typeface="Monotype Sorts" pitchFamily="-84" charset="2"/>
              <a:buNone/>
              <a:defRPr/>
            </a:pPr>
            <a:endParaRPr lang="en-US" altLang="en-US" dirty="0"/>
          </a:p>
          <a:p>
            <a:pPr>
              <a:buFont typeface="Monotype Sorts" pitchFamily="-84" charset="2"/>
              <a:buNone/>
              <a:defRPr/>
            </a:pPr>
            <a:endParaRPr lang="en-US" altLang="en-US" dirty="0"/>
          </a:p>
          <a:p>
            <a:pPr>
              <a:defRPr/>
            </a:pPr>
            <a:endParaRPr lang="en-US" altLang="en-US" dirty="0"/>
          </a:p>
          <a:p>
            <a:pPr>
              <a:defRPr/>
            </a:pPr>
            <a:endParaRPr lang="en-US" altLang="en-US" dirty="0"/>
          </a:p>
          <a:p>
            <a:pPr marL="0" indent="0">
              <a:buFont typeface="Monotype Sorts" pitchFamily="-84" charset="2"/>
              <a:buNone/>
              <a:defRPr/>
            </a:pPr>
            <a:endParaRPr lang="en-US" altLang="en-US" dirty="0"/>
          </a:p>
          <a:p>
            <a:pPr>
              <a:defRPr/>
            </a:pPr>
            <a:endParaRPr lang="en-US" altLang="en-US" dirty="0"/>
          </a:p>
          <a:p>
            <a:pPr>
              <a:defRPr/>
            </a:pPr>
            <a:r>
              <a:rPr lang="en-US" altLang="en-US" dirty="0"/>
              <a:t>12 faults – better than FIFO but worse than OPT</a:t>
            </a:r>
          </a:p>
          <a:p>
            <a:pPr>
              <a:defRPr/>
            </a:pPr>
            <a:r>
              <a:rPr lang="en-US" altLang="en-US" dirty="0"/>
              <a:t>Generally good algorithm and frequently used</a:t>
            </a:r>
          </a:p>
          <a:p>
            <a:pPr>
              <a:defRPr/>
            </a:pPr>
            <a:r>
              <a:rPr lang="en-US" altLang="en-US" dirty="0"/>
              <a:t>But how to implement?</a:t>
            </a:r>
          </a:p>
          <a:p>
            <a:pPr>
              <a:buFont typeface="Monotype Sorts" pitchFamily="-84" charset="2"/>
              <a:buNone/>
              <a:defRPr/>
            </a:pPr>
            <a:endParaRPr lang="en-US" altLang="en-US" dirty="0"/>
          </a:p>
        </p:txBody>
      </p:sp>
      <p:pic>
        <p:nvPicPr>
          <p:cNvPr id="38916" name="Picture 4" descr="9">
            <a:extLst>
              <a:ext uri="{FF2B5EF4-FFF2-40B4-BE49-F238E27FC236}">
                <a16:creationId xmlns:a16="http://schemas.microsoft.com/office/drawing/2014/main" id="{E0FA5F79-5B84-1BDC-8245-29FBF8D3FE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5588" y="2363788"/>
            <a:ext cx="6902450" cy="1884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6B5262C9-B629-6DB6-E10F-61D9B11169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7621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LRU Algorithm (Cont.)</a:t>
            </a:r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764FF4ED-04CF-5BB6-4709-58CB317C07F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95350" y="950913"/>
            <a:ext cx="7524750" cy="5246687"/>
          </a:xfrm>
        </p:spPr>
        <p:txBody>
          <a:bodyPr/>
          <a:lstStyle/>
          <a:p>
            <a:r>
              <a:rPr lang="en-US" altLang="en-US"/>
              <a:t>Counter implementation</a:t>
            </a:r>
          </a:p>
          <a:p>
            <a:pPr lvl="1"/>
            <a:r>
              <a:rPr lang="en-US" altLang="en-US"/>
              <a:t>Every page entry has a counter; every time page is referenced through this entry, copy the clock into the counter</a:t>
            </a:r>
          </a:p>
          <a:p>
            <a:pPr lvl="1"/>
            <a:r>
              <a:rPr lang="en-US" altLang="en-US"/>
              <a:t>When a page needs to be changed, look at the counters to find smallest value</a:t>
            </a:r>
          </a:p>
          <a:p>
            <a:pPr lvl="2"/>
            <a:r>
              <a:rPr lang="en-US" altLang="en-US"/>
              <a:t>Search through table needed</a:t>
            </a:r>
          </a:p>
          <a:p>
            <a:r>
              <a:rPr lang="en-US" altLang="en-US"/>
              <a:t>Stack implementation</a:t>
            </a:r>
          </a:p>
          <a:p>
            <a:pPr lvl="1"/>
            <a:r>
              <a:rPr lang="en-US" altLang="en-US"/>
              <a:t>Keep a stack of page numbers in a double link form:</a:t>
            </a:r>
          </a:p>
          <a:p>
            <a:pPr lvl="1"/>
            <a:r>
              <a:rPr lang="en-US" altLang="en-US"/>
              <a:t>Page referenced:</a:t>
            </a:r>
          </a:p>
          <a:p>
            <a:pPr lvl="2"/>
            <a:r>
              <a:rPr lang="en-US" altLang="en-US"/>
              <a:t>move it to the top</a:t>
            </a:r>
          </a:p>
          <a:p>
            <a:pPr lvl="2"/>
            <a:r>
              <a:rPr lang="en-US" altLang="en-US"/>
              <a:t>requires 6 pointers to be changed</a:t>
            </a:r>
          </a:p>
          <a:p>
            <a:pPr lvl="1"/>
            <a:r>
              <a:rPr lang="en-US" altLang="en-US"/>
              <a:t>But each update more expensive</a:t>
            </a:r>
          </a:p>
          <a:p>
            <a:pPr lvl="1"/>
            <a:r>
              <a:rPr lang="en-US" altLang="en-US"/>
              <a:t>No search for replacement</a:t>
            </a:r>
          </a:p>
          <a:p>
            <a:r>
              <a:rPr lang="en-US" altLang="en-US"/>
              <a:t>LRU and OPT are cases of </a:t>
            </a:r>
            <a:r>
              <a:rPr lang="en-US" altLang="en-US" b="1">
                <a:solidFill>
                  <a:srgbClr val="3366FF"/>
                </a:solidFill>
              </a:rPr>
              <a:t>stack algorithms </a:t>
            </a:r>
            <a:r>
              <a:rPr lang="en-US" altLang="en-US"/>
              <a:t>that don</a:t>
            </a:r>
            <a:r>
              <a:rPr lang="ja-JP" altLang="en-US"/>
              <a:t>’</a:t>
            </a:r>
            <a:r>
              <a:rPr lang="en-US" altLang="ja-JP"/>
              <a:t>t have Belady</a:t>
            </a:r>
            <a:r>
              <a:rPr lang="ja-JP" altLang="en-US"/>
              <a:t>’</a:t>
            </a:r>
            <a:r>
              <a:rPr lang="en-US" altLang="ja-JP"/>
              <a:t>s Anomaly</a:t>
            </a:r>
            <a:endParaRPr lang="en-US" alt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54ACBD1E-E618-4695-94E4-47AA288A80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63650" y="103188"/>
            <a:ext cx="7626350" cy="576262"/>
          </a:xfrm>
        </p:spPr>
        <p:txBody>
          <a:bodyPr/>
          <a:lstStyle/>
          <a:p>
            <a:pPr eaLnBrk="1" hangingPunct="1"/>
            <a:r>
              <a:rPr lang="en-US" altLang="en-US" sz="2000"/>
              <a:t>Use Of A Stack to Record Most Recent Page References</a:t>
            </a:r>
          </a:p>
        </p:txBody>
      </p:sp>
      <p:pic>
        <p:nvPicPr>
          <p:cNvPr id="40963" name="Picture 1" descr="9_16.pdf">
            <a:extLst>
              <a:ext uri="{FF2B5EF4-FFF2-40B4-BE49-F238E27FC236}">
                <a16:creationId xmlns:a16="http://schemas.microsoft.com/office/drawing/2014/main" id="{93A1ED41-2AE1-0029-0EDC-9B371538E4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8038" y="1141413"/>
            <a:ext cx="4702175" cy="3673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70A3896A-DC0F-65A9-A5AA-A26688D42F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14400" y="150813"/>
            <a:ext cx="7772400" cy="576262"/>
          </a:xfrm>
        </p:spPr>
        <p:txBody>
          <a:bodyPr/>
          <a:lstStyle/>
          <a:p>
            <a:pPr eaLnBrk="1" hangingPunct="1"/>
            <a:r>
              <a:rPr lang="en-US" altLang="en-US"/>
              <a:t>LRU Approximation Algorithms</a:t>
            </a:r>
          </a:p>
        </p:txBody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83702DF7-8BD3-9B30-B80A-5E4F0A9FBD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9163" y="982663"/>
            <a:ext cx="7370762" cy="5146675"/>
          </a:xfrm>
        </p:spPr>
        <p:txBody>
          <a:bodyPr/>
          <a:lstStyle/>
          <a:p>
            <a:r>
              <a:rPr lang="en-US" altLang="en-US"/>
              <a:t>LRU needs special hardware and still slow</a:t>
            </a:r>
          </a:p>
          <a:p>
            <a:r>
              <a:rPr lang="en-US" altLang="en-US" b="1">
                <a:solidFill>
                  <a:srgbClr val="3366FF"/>
                </a:solidFill>
              </a:rPr>
              <a:t>Reference bit</a:t>
            </a:r>
          </a:p>
          <a:p>
            <a:pPr lvl="1"/>
            <a:r>
              <a:rPr lang="en-US" altLang="en-US"/>
              <a:t>With each page associate a bit, initially = 0</a:t>
            </a:r>
          </a:p>
          <a:p>
            <a:pPr lvl="1"/>
            <a:r>
              <a:rPr lang="en-US" altLang="en-US"/>
              <a:t>When page is referenced bit set to 1</a:t>
            </a:r>
          </a:p>
          <a:p>
            <a:pPr lvl="1"/>
            <a:r>
              <a:rPr lang="en-US" altLang="en-US"/>
              <a:t>Replace any with reference bit = 0 (if one exists)</a:t>
            </a:r>
          </a:p>
          <a:p>
            <a:pPr lvl="2"/>
            <a:r>
              <a:rPr lang="en-US" altLang="en-US"/>
              <a:t>We do not know the order, however</a:t>
            </a:r>
            <a:endParaRPr lang="en-US" altLang="en-US" sz="800"/>
          </a:p>
          <a:p>
            <a:r>
              <a:rPr lang="en-US" altLang="en-US" b="1">
                <a:solidFill>
                  <a:srgbClr val="3366FF"/>
                </a:solidFill>
              </a:rPr>
              <a:t>Second-chance algorithm</a:t>
            </a:r>
          </a:p>
          <a:p>
            <a:pPr lvl="1"/>
            <a:r>
              <a:rPr lang="en-US" altLang="en-US"/>
              <a:t>Generally FIFO, plus hardware-provided reference bit</a:t>
            </a:r>
          </a:p>
          <a:p>
            <a:pPr lvl="1"/>
            <a:r>
              <a:rPr lang="en-US" altLang="en-US" b="1">
                <a:solidFill>
                  <a:srgbClr val="3366FF"/>
                </a:solidFill>
              </a:rPr>
              <a:t>Clock</a:t>
            </a:r>
            <a:r>
              <a:rPr lang="en-US" altLang="en-US"/>
              <a:t> replacement</a:t>
            </a:r>
          </a:p>
          <a:p>
            <a:pPr lvl="1"/>
            <a:r>
              <a:rPr lang="en-US" altLang="en-US"/>
              <a:t>If page to be replaced has </a:t>
            </a:r>
          </a:p>
          <a:p>
            <a:pPr lvl="2"/>
            <a:r>
              <a:rPr lang="en-US" altLang="en-US"/>
              <a:t>Reference bit = 0 -&gt; replace it</a:t>
            </a:r>
          </a:p>
          <a:p>
            <a:pPr lvl="2"/>
            <a:r>
              <a:rPr lang="en-US" altLang="en-US"/>
              <a:t>reference bit = 1 then:</a:t>
            </a:r>
          </a:p>
          <a:p>
            <a:pPr lvl="3"/>
            <a:r>
              <a:rPr lang="en-US" altLang="en-US"/>
              <a:t>set reference bit 0, leave page in memory</a:t>
            </a:r>
          </a:p>
          <a:p>
            <a:pPr lvl="3"/>
            <a:r>
              <a:rPr lang="en-US" altLang="en-US"/>
              <a:t>replace next page, subject to same rules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8B171ECC-5417-5635-6DB9-57DA31381C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27100" y="177800"/>
            <a:ext cx="8010525" cy="463550"/>
          </a:xfrm>
        </p:spPr>
        <p:txBody>
          <a:bodyPr/>
          <a:lstStyle/>
          <a:p>
            <a:pPr eaLnBrk="1" hangingPunct="1"/>
            <a:r>
              <a:rPr lang="en-US" altLang="en-US" sz="2000"/>
              <a:t>Second-Chance (clock) Page-Replacement Algorithm</a:t>
            </a:r>
          </a:p>
        </p:txBody>
      </p:sp>
      <p:pic>
        <p:nvPicPr>
          <p:cNvPr id="43011" name="Picture 1" descr="9_17.pdf">
            <a:extLst>
              <a:ext uri="{FF2B5EF4-FFF2-40B4-BE49-F238E27FC236}">
                <a16:creationId xmlns:a16="http://schemas.microsoft.com/office/drawing/2014/main" id="{635CC184-F147-87DF-AB1A-7E6475B0CC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8525" y="1092200"/>
            <a:ext cx="4402138" cy="4443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987A3F70-6A8F-9AEA-DAC1-766E1BE984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16000" y="138113"/>
            <a:ext cx="7772400" cy="576262"/>
          </a:xfrm>
        </p:spPr>
        <p:txBody>
          <a:bodyPr/>
          <a:lstStyle/>
          <a:p>
            <a:pPr eaLnBrk="1" hangingPunct="1"/>
            <a:r>
              <a:rPr lang="en-US" altLang="en-US" sz="2800"/>
              <a:t>Enhanced Second-Chance Algorithm</a:t>
            </a:r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C01F7241-34AF-8F29-5132-4721B19608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06463" y="1071563"/>
            <a:ext cx="7158037" cy="5146675"/>
          </a:xfrm>
        </p:spPr>
        <p:txBody>
          <a:bodyPr/>
          <a:lstStyle/>
          <a:p>
            <a:r>
              <a:rPr lang="en-US" altLang="en-US"/>
              <a:t>Improve algorithm by using reference bit and modify bit (if available) in concert</a:t>
            </a:r>
          </a:p>
          <a:p>
            <a:r>
              <a:rPr lang="en-US" altLang="en-US"/>
              <a:t>Take ordered pair (reference, modify)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US" altLang="en-US"/>
              <a:t>(0, 0) neither recently used not modified – best page to replace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US" altLang="en-US"/>
              <a:t>(0, 1) not recently used but modified – not quite as good, must write out before replacement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US" altLang="en-US"/>
              <a:t>(1, 0) recently used but clean – probably will be used again soon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US" altLang="en-US"/>
              <a:t>(1, 1) recently used and modified – probably will be used again soon and need to write out before replacement</a:t>
            </a:r>
          </a:p>
          <a:p>
            <a:r>
              <a:rPr lang="en-US" altLang="en-US"/>
              <a:t>When page replacement called for, use the clock scheme  but use the four classes replace page in lowest non-empty class</a:t>
            </a:r>
          </a:p>
          <a:p>
            <a:pPr lvl="1"/>
            <a:r>
              <a:rPr lang="en-US" altLang="en-US"/>
              <a:t>Might need to search circular queue several times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D33F229D-4AD3-9324-C869-FEE1B3A885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6351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Counting Algorithms</a:t>
            </a:r>
          </a:p>
        </p:txBody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28C7294A-9BEB-9B45-4EE0-FE9C88FE0E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5988" y="1155700"/>
            <a:ext cx="7377112" cy="4551363"/>
          </a:xfrm>
        </p:spPr>
        <p:txBody>
          <a:bodyPr/>
          <a:lstStyle/>
          <a:p>
            <a:r>
              <a:rPr lang="en-US" altLang="en-US"/>
              <a:t>Keep a counter of the number of references that have been made to each page</a:t>
            </a:r>
          </a:p>
          <a:p>
            <a:pPr lvl="1"/>
            <a:r>
              <a:rPr lang="en-US" altLang="en-US"/>
              <a:t>Not common</a:t>
            </a:r>
            <a:br>
              <a:rPr lang="en-US" altLang="en-US"/>
            </a:br>
            <a:endParaRPr lang="en-US" altLang="en-US"/>
          </a:p>
          <a:p>
            <a:r>
              <a:rPr lang="en-US" altLang="en-US" b="1">
                <a:solidFill>
                  <a:srgbClr val="3366FF"/>
                </a:solidFill>
              </a:rPr>
              <a:t>Lease Frequently Used </a:t>
            </a:r>
            <a:r>
              <a:rPr lang="en-US" altLang="en-US"/>
              <a:t>(</a:t>
            </a:r>
            <a:r>
              <a:rPr lang="en-US" altLang="en-US" b="1">
                <a:solidFill>
                  <a:srgbClr val="3366FF"/>
                </a:solidFill>
              </a:rPr>
              <a:t>LFU</a:t>
            </a:r>
            <a:r>
              <a:rPr lang="en-US" altLang="en-US"/>
              <a:t>)</a:t>
            </a:r>
            <a:r>
              <a:rPr lang="en-US" altLang="en-US" b="1">
                <a:solidFill>
                  <a:srgbClr val="3366FF"/>
                </a:solidFill>
              </a:rPr>
              <a:t> Algorithm</a:t>
            </a:r>
            <a:r>
              <a:rPr lang="en-US" altLang="en-US"/>
              <a:t>:  replaces page with smallest count</a:t>
            </a:r>
            <a:br>
              <a:rPr lang="en-US" altLang="en-US"/>
            </a:br>
            <a:endParaRPr lang="en-US" altLang="en-US"/>
          </a:p>
          <a:p>
            <a:r>
              <a:rPr lang="en-US" altLang="en-US" b="1">
                <a:solidFill>
                  <a:srgbClr val="3366FF"/>
                </a:solidFill>
              </a:rPr>
              <a:t>Most Frequently Used </a:t>
            </a:r>
            <a:r>
              <a:rPr lang="en-US" altLang="en-US"/>
              <a:t>(</a:t>
            </a:r>
            <a:r>
              <a:rPr lang="en-US" altLang="en-US" b="1">
                <a:solidFill>
                  <a:srgbClr val="3366FF"/>
                </a:solidFill>
              </a:rPr>
              <a:t>MFU</a:t>
            </a:r>
            <a:r>
              <a:rPr lang="en-US" altLang="en-US"/>
              <a:t>)</a:t>
            </a:r>
            <a:r>
              <a:rPr lang="en-US" altLang="en-US" b="1">
                <a:solidFill>
                  <a:srgbClr val="3366FF"/>
                </a:solidFill>
              </a:rPr>
              <a:t> Algorithm</a:t>
            </a:r>
            <a:r>
              <a:rPr lang="en-US" altLang="en-US"/>
              <a:t>: based on the argument that the page with the smallest count was probably just brought in and has yet to be used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itle 1">
            <a:extLst>
              <a:ext uri="{FF2B5EF4-FFF2-40B4-BE49-F238E27FC236}">
                <a16:creationId xmlns:a16="http://schemas.microsoft.com/office/drawing/2014/main" id="{A7BE0367-6484-1AB3-790A-6D945CED68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1613"/>
            <a:ext cx="8229600" cy="576262"/>
          </a:xfrm>
        </p:spPr>
        <p:txBody>
          <a:bodyPr/>
          <a:lstStyle/>
          <a:p>
            <a:r>
              <a:rPr lang="en-US" altLang="en-US"/>
              <a:t>Page-Buffering Algorithms</a:t>
            </a:r>
          </a:p>
        </p:txBody>
      </p:sp>
      <p:sp>
        <p:nvSpPr>
          <p:cNvPr id="46083" name="Content Placeholder 2">
            <a:extLst>
              <a:ext uri="{FF2B5EF4-FFF2-40B4-BE49-F238E27FC236}">
                <a16:creationId xmlns:a16="http://schemas.microsoft.com/office/drawing/2014/main" id="{071F3E68-11CF-9DEF-229D-C54617B450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9950" y="1093788"/>
            <a:ext cx="7232650" cy="5078412"/>
          </a:xfrm>
        </p:spPr>
        <p:txBody>
          <a:bodyPr/>
          <a:lstStyle/>
          <a:p>
            <a:r>
              <a:rPr lang="en-US" altLang="en-US"/>
              <a:t>Keep a pool of free frames, always</a:t>
            </a:r>
          </a:p>
          <a:p>
            <a:pPr lvl="1"/>
            <a:r>
              <a:rPr lang="en-US" altLang="en-US"/>
              <a:t>Then frame available when needed, not found at fault time</a:t>
            </a:r>
          </a:p>
          <a:p>
            <a:pPr lvl="1"/>
            <a:r>
              <a:rPr lang="en-US" altLang="en-US"/>
              <a:t>Read page into free frame and select victim to evict and add to free pool</a:t>
            </a:r>
          </a:p>
          <a:p>
            <a:pPr lvl="1"/>
            <a:r>
              <a:rPr lang="en-US" altLang="en-US"/>
              <a:t>When convenient, evict victim</a:t>
            </a:r>
          </a:p>
          <a:p>
            <a:r>
              <a:rPr lang="en-US" altLang="en-US"/>
              <a:t>Possibly, keep list of modified pages</a:t>
            </a:r>
          </a:p>
          <a:p>
            <a:pPr lvl="1"/>
            <a:r>
              <a:rPr lang="en-US" altLang="en-US"/>
              <a:t>When backing store otherwise idle, write pages there and set to non-dirty</a:t>
            </a:r>
          </a:p>
          <a:p>
            <a:r>
              <a:rPr lang="en-US" altLang="en-US"/>
              <a:t>Possibly, keep free frame contents intact and note what is in them</a:t>
            </a:r>
          </a:p>
          <a:p>
            <a:pPr lvl="1"/>
            <a:r>
              <a:rPr lang="en-US" altLang="en-US"/>
              <a:t>If referenced again before reused, no need to load contents again from disk</a:t>
            </a:r>
          </a:p>
          <a:p>
            <a:pPr lvl="1"/>
            <a:r>
              <a:rPr lang="en-US" altLang="en-US"/>
              <a:t>Generally useful to reduce penalty if wrong victim frame selected  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itle 1">
            <a:extLst>
              <a:ext uri="{FF2B5EF4-FFF2-40B4-BE49-F238E27FC236}">
                <a16:creationId xmlns:a16="http://schemas.microsoft.com/office/drawing/2014/main" id="{E1C3C94E-E790-464F-CC73-6D2C8A78BB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38113"/>
            <a:ext cx="7867650" cy="576262"/>
          </a:xfrm>
        </p:spPr>
        <p:txBody>
          <a:bodyPr/>
          <a:lstStyle/>
          <a:p>
            <a:r>
              <a:rPr lang="en-US" altLang="en-US" sz="2800"/>
              <a:t>Applications and Page Replacement</a:t>
            </a:r>
          </a:p>
        </p:txBody>
      </p:sp>
      <p:sp>
        <p:nvSpPr>
          <p:cNvPr id="47107" name="Content Placeholder 2">
            <a:extLst>
              <a:ext uri="{FF2B5EF4-FFF2-40B4-BE49-F238E27FC236}">
                <a16:creationId xmlns:a16="http://schemas.microsoft.com/office/drawing/2014/main" id="{FFA1B688-ED1F-0C21-DE94-B635288E7F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5350" y="1131888"/>
            <a:ext cx="7067550" cy="4530725"/>
          </a:xfrm>
        </p:spPr>
        <p:txBody>
          <a:bodyPr/>
          <a:lstStyle/>
          <a:p>
            <a:r>
              <a:rPr lang="en-US" altLang="en-US"/>
              <a:t>All of these algorithms have OS guessing about future page access</a:t>
            </a:r>
          </a:p>
          <a:p>
            <a:r>
              <a:rPr lang="en-US" altLang="en-US"/>
              <a:t>Some applications have better knowledge – i.e. databases</a:t>
            </a:r>
          </a:p>
          <a:p>
            <a:r>
              <a:rPr lang="en-US" altLang="en-US"/>
              <a:t>Memory intensive applications can cause double buffering</a:t>
            </a:r>
          </a:p>
          <a:p>
            <a:pPr lvl="1"/>
            <a:r>
              <a:rPr lang="en-US" altLang="en-US"/>
              <a:t>OS keeps copy of page in memory as I/O buffer</a:t>
            </a:r>
          </a:p>
          <a:p>
            <a:pPr lvl="1"/>
            <a:r>
              <a:rPr lang="en-US" altLang="en-US"/>
              <a:t>Application keeps page in memory for its own work</a:t>
            </a:r>
          </a:p>
          <a:p>
            <a:r>
              <a:rPr lang="en-US" altLang="en-US"/>
              <a:t>Operating system can given direct access to the disk, getting out of the way of the applications</a:t>
            </a:r>
          </a:p>
          <a:p>
            <a:pPr lvl="1"/>
            <a:r>
              <a:rPr lang="en-US" altLang="en-US" b="1">
                <a:solidFill>
                  <a:srgbClr val="3366FF"/>
                </a:solidFill>
              </a:rPr>
              <a:t>Raw</a:t>
            </a:r>
            <a:r>
              <a:rPr lang="en-US" altLang="en-US" b="1"/>
              <a:t> </a:t>
            </a:r>
            <a:r>
              <a:rPr lang="en-US" altLang="en-US" b="1">
                <a:solidFill>
                  <a:srgbClr val="3366FF"/>
                </a:solidFill>
              </a:rPr>
              <a:t>disk</a:t>
            </a:r>
            <a:r>
              <a:rPr lang="en-US" altLang="en-US" b="1"/>
              <a:t> </a:t>
            </a:r>
            <a:r>
              <a:rPr lang="en-US" altLang="en-US"/>
              <a:t>mode</a:t>
            </a:r>
          </a:p>
          <a:p>
            <a:r>
              <a:rPr lang="en-US" altLang="en-US"/>
              <a:t>Bypasses buffering, locking, etc</a:t>
            </a:r>
          </a:p>
          <a:p>
            <a:endParaRPr lang="en-US" altLang="en-US"/>
          </a:p>
          <a:p>
            <a:endParaRPr lang="en-US" alt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BE875390-49B4-253C-8904-21251E7ACB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08038" y="163513"/>
            <a:ext cx="7878762" cy="576262"/>
          </a:xfrm>
        </p:spPr>
        <p:txBody>
          <a:bodyPr/>
          <a:lstStyle/>
          <a:p>
            <a:pPr eaLnBrk="1" hangingPunct="1"/>
            <a:r>
              <a:rPr lang="en-US" altLang="en-US"/>
              <a:t>Allocation of Frames</a:t>
            </a:r>
          </a:p>
        </p:txBody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20654E84-522D-9AD7-C933-208E9DB23C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90588" y="1120775"/>
            <a:ext cx="7351712" cy="4483100"/>
          </a:xfrm>
        </p:spPr>
        <p:txBody>
          <a:bodyPr/>
          <a:lstStyle/>
          <a:p>
            <a:r>
              <a:rPr lang="en-US" altLang="en-US"/>
              <a:t>Each process needs </a:t>
            </a:r>
            <a:r>
              <a:rPr lang="en-US" altLang="en-US" b="1" i="1"/>
              <a:t>minimum</a:t>
            </a:r>
            <a:r>
              <a:rPr lang="en-US" altLang="en-US"/>
              <a:t> number of frames</a:t>
            </a:r>
          </a:p>
          <a:p>
            <a:r>
              <a:rPr lang="en-US" altLang="en-US"/>
              <a:t>Example:  IBM 370 – 6 pages to handle SS MOVE instruction:</a:t>
            </a:r>
          </a:p>
          <a:p>
            <a:pPr lvl="1"/>
            <a:r>
              <a:rPr lang="en-US" altLang="en-US"/>
              <a:t>instruction is 6 bytes, might span 2 pages</a:t>
            </a:r>
          </a:p>
          <a:p>
            <a:pPr lvl="1"/>
            <a:r>
              <a:rPr lang="en-US" altLang="en-US"/>
              <a:t>2 pages to handle </a:t>
            </a:r>
            <a:r>
              <a:rPr lang="en-US" altLang="en-US" i="1"/>
              <a:t>from</a:t>
            </a:r>
          </a:p>
          <a:p>
            <a:pPr lvl="1"/>
            <a:r>
              <a:rPr lang="en-US" altLang="en-US"/>
              <a:t>2 pages to handle </a:t>
            </a:r>
            <a:r>
              <a:rPr lang="en-US" altLang="en-US" i="1"/>
              <a:t>to</a:t>
            </a:r>
          </a:p>
          <a:p>
            <a:r>
              <a:rPr lang="en-US" altLang="en-US" b="1" i="1"/>
              <a:t>Maximum</a:t>
            </a:r>
            <a:r>
              <a:rPr lang="en-US" altLang="en-US" i="1"/>
              <a:t> </a:t>
            </a:r>
            <a:r>
              <a:rPr lang="en-US" altLang="en-US"/>
              <a:t>of course is total frames in the system</a:t>
            </a:r>
          </a:p>
          <a:p>
            <a:r>
              <a:rPr lang="en-US" altLang="en-US"/>
              <a:t>Two major allocation schemes</a:t>
            </a:r>
          </a:p>
          <a:p>
            <a:pPr lvl="1"/>
            <a:r>
              <a:rPr lang="en-US" altLang="en-US"/>
              <a:t>fixed allocation</a:t>
            </a:r>
          </a:p>
          <a:p>
            <a:pPr lvl="1"/>
            <a:r>
              <a:rPr lang="en-US" altLang="en-US"/>
              <a:t>priority allocation</a:t>
            </a:r>
          </a:p>
          <a:p>
            <a:r>
              <a:rPr lang="en-US" altLang="en-US"/>
              <a:t>Many variations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2">
            <a:extLst>
              <a:ext uri="{FF2B5EF4-FFF2-40B4-BE49-F238E27FC236}">
                <a16:creationId xmlns:a16="http://schemas.microsoft.com/office/drawing/2014/main" id="{3A7BF89F-B9FD-9BE7-05EF-27051DCF85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38188" y="188913"/>
            <a:ext cx="7948612" cy="576262"/>
          </a:xfrm>
        </p:spPr>
        <p:txBody>
          <a:bodyPr/>
          <a:lstStyle/>
          <a:p>
            <a:pPr eaLnBrk="1" hangingPunct="1"/>
            <a:r>
              <a:rPr lang="en-US" altLang="en-US"/>
              <a:t>Fixed Allocation</a:t>
            </a:r>
          </a:p>
        </p:txBody>
      </p:sp>
      <p:sp>
        <p:nvSpPr>
          <p:cNvPr id="1029" name="Rectangle 3">
            <a:extLst>
              <a:ext uri="{FF2B5EF4-FFF2-40B4-BE49-F238E27FC236}">
                <a16:creationId xmlns:a16="http://schemas.microsoft.com/office/drawing/2014/main" id="{CCF5F34A-D6FC-D564-65CB-D2A56D105C3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01700" y="1082675"/>
            <a:ext cx="7226300" cy="4645025"/>
          </a:xfrm>
        </p:spPr>
        <p:txBody>
          <a:bodyPr/>
          <a:lstStyle/>
          <a:p>
            <a:r>
              <a:rPr lang="en-US" altLang="en-US"/>
              <a:t>Equal allocation – For example, if there are 100 frames (after allocating frames for the OS) and 5 processes, give each process 20 frames</a:t>
            </a:r>
          </a:p>
          <a:p>
            <a:pPr lvl="1"/>
            <a:r>
              <a:rPr lang="en-US" altLang="en-US"/>
              <a:t>Keep some as free frame buffer pool</a:t>
            </a:r>
          </a:p>
          <a:p>
            <a:endParaRPr lang="en-US" altLang="en-US" sz="800"/>
          </a:p>
          <a:p>
            <a:r>
              <a:rPr lang="en-US" altLang="en-US"/>
              <a:t>Proportional allocation – Allocate according to the size of process</a:t>
            </a:r>
          </a:p>
          <a:p>
            <a:pPr lvl="1"/>
            <a:r>
              <a:rPr lang="en-US" altLang="en-US"/>
              <a:t>Dynamic as degree of multiprogramming, process sizes change</a:t>
            </a:r>
          </a:p>
          <a:p>
            <a:pPr lvl="1">
              <a:buFont typeface="Monotype Sorts" pitchFamily="-84" charset="2"/>
              <a:buNone/>
            </a:pPr>
            <a:endParaRPr lang="en-US" altLang="en-US"/>
          </a:p>
          <a:p>
            <a:pPr lvl="1"/>
            <a:endParaRPr lang="en-US" altLang="en-US"/>
          </a:p>
          <a:p>
            <a:pPr lvl="1"/>
            <a:endParaRPr lang="en-US" altLang="en-US"/>
          </a:p>
          <a:p>
            <a:pPr lvl="1"/>
            <a:endParaRPr lang="en-US" altLang="en-US"/>
          </a:p>
          <a:p>
            <a:pPr lvl="1"/>
            <a:endParaRPr lang="en-US" altLang="en-US"/>
          </a:p>
        </p:txBody>
      </p:sp>
      <p:graphicFrame>
        <p:nvGraphicFramePr>
          <p:cNvPr id="1026" name="Object 2">
            <a:extLst>
              <a:ext uri="{FF2B5EF4-FFF2-40B4-BE49-F238E27FC236}">
                <a16:creationId xmlns:a16="http://schemas.microsoft.com/office/drawing/2014/main" id="{5BCD5E54-0CBB-51B2-5494-2CF4A5A20E5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76438" y="3630613"/>
          <a:ext cx="2857500" cy="1611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857500" imgH="1612900" progId="Equation.3">
                  <p:embed/>
                </p:oleObj>
              </mc:Choice>
              <mc:Fallback>
                <p:oleObj name="Equation" r:id="rId3" imgW="2857500" imgH="16129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6438" y="3630613"/>
                        <a:ext cx="2857500" cy="1611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" name="Line 5">
            <a:extLst>
              <a:ext uri="{FF2B5EF4-FFF2-40B4-BE49-F238E27FC236}">
                <a16:creationId xmlns:a16="http://schemas.microsoft.com/office/drawing/2014/main" id="{2E1E805A-7847-BD60-D1BB-6A18E7A21DAB}"/>
              </a:ext>
            </a:extLst>
          </p:cNvPr>
          <p:cNvSpPr>
            <a:spLocks noChangeShapeType="1"/>
          </p:cNvSpPr>
          <p:nvPr/>
        </p:nvSpPr>
        <p:spPr bwMode="auto">
          <a:xfrm>
            <a:off x="1782763" y="3792538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1435" tIns="45718" rIns="91435" bIns="45718" anchor="ctr"/>
          <a:lstStyle/>
          <a:p>
            <a:endParaRPr lang="en-IN"/>
          </a:p>
        </p:txBody>
      </p:sp>
      <p:sp>
        <p:nvSpPr>
          <p:cNvPr id="1031" name="Line 6">
            <a:extLst>
              <a:ext uri="{FF2B5EF4-FFF2-40B4-BE49-F238E27FC236}">
                <a16:creationId xmlns:a16="http://schemas.microsoft.com/office/drawing/2014/main" id="{F7A2A080-3EAF-C943-1DCA-253683845D57}"/>
              </a:ext>
            </a:extLst>
          </p:cNvPr>
          <p:cNvSpPr>
            <a:spLocks noChangeShapeType="1"/>
          </p:cNvSpPr>
          <p:nvPr/>
        </p:nvSpPr>
        <p:spPr bwMode="auto">
          <a:xfrm>
            <a:off x="1782763" y="4129088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1435" tIns="45718" rIns="91435" bIns="45718" anchor="ctr"/>
          <a:lstStyle/>
          <a:p>
            <a:endParaRPr lang="en-IN"/>
          </a:p>
        </p:txBody>
      </p:sp>
      <p:sp>
        <p:nvSpPr>
          <p:cNvPr id="1032" name="Line 7">
            <a:extLst>
              <a:ext uri="{FF2B5EF4-FFF2-40B4-BE49-F238E27FC236}">
                <a16:creationId xmlns:a16="http://schemas.microsoft.com/office/drawing/2014/main" id="{408E861E-A827-4043-61AE-95F2DF645954}"/>
              </a:ext>
            </a:extLst>
          </p:cNvPr>
          <p:cNvSpPr>
            <a:spLocks noChangeShapeType="1"/>
          </p:cNvSpPr>
          <p:nvPr/>
        </p:nvSpPr>
        <p:spPr bwMode="auto">
          <a:xfrm>
            <a:off x="1782763" y="4989513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1435" tIns="45718" rIns="91435" bIns="45718" anchor="ctr"/>
          <a:lstStyle/>
          <a:p>
            <a:endParaRPr lang="en-IN"/>
          </a:p>
        </p:txBody>
      </p:sp>
      <p:sp>
        <p:nvSpPr>
          <p:cNvPr id="1033" name="Line 8">
            <a:extLst>
              <a:ext uri="{FF2B5EF4-FFF2-40B4-BE49-F238E27FC236}">
                <a16:creationId xmlns:a16="http://schemas.microsoft.com/office/drawing/2014/main" id="{7F08A497-4ECB-5474-8BC3-05D9A4367F18}"/>
              </a:ext>
            </a:extLst>
          </p:cNvPr>
          <p:cNvSpPr>
            <a:spLocks noChangeShapeType="1"/>
          </p:cNvSpPr>
          <p:nvPr/>
        </p:nvSpPr>
        <p:spPr bwMode="auto">
          <a:xfrm>
            <a:off x="1776413" y="4456113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1435" tIns="45718" rIns="91435" bIns="45718" anchor="ctr"/>
          <a:lstStyle/>
          <a:p>
            <a:endParaRPr lang="en-IN"/>
          </a:p>
        </p:txBody>
      </p:sp>
      <p:graphicFrame>
        <p:nvGraphicFramePr>
          <p:cNvPr id="1027" name="Object 3">
            <a:extLst>
              <a:ext uri="{FF2B5EF4-FFF2-40B4-BE49-F238E27FC236}">
                <a16:creationId xmlns:a16="http://schemas.microsoft.com/office/drawing/2014/main" id="{7638589B-E64E-D65E-B558-DA168AE3434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45188" y="3425825"/>
          <a:ext cx="1506537" cy="192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143000" imgH="1460500" progId="Equation.3">
                  <p:embed/>
                </p:oleObj>
              </mc:Choice>
              <mc:Fallback>
                <p:oleObj name="Equation" r:id="rId5" imgW="1143000" imgH="14605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5188" y="3425825"/>
                        <a:ext cx="1506537" cy="1924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>
            <a:extLst>
              <a:ext uri="{FF2B5EF4-FFF2-40B4-BE49-F238E27FC236}">
                <a16:creationId xmlns:a16="http://schemas.microsoft.com/office/drawing/2014/main" id="{E8D8EE4E-8FEE-D9DC-D3BD-508A5F8EA5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66775" y="201613"/>
            <a:ext cx="7820025" cy="576262"/>
          </a:xfrm>
        </p:spPr>
        <p:txBody>
          <a:bodyPr/>
          <a:lstStyle/>
          <a:p>
            <a:pPr eaLnBrk="1" hangingPunct="1"/>
            <a:r>
              <a:rPr lang="en-US" altLang="en-US"/>
              <a:t>Priority Allocation</a:t>
            </a:r>
          </a:p>
        </p:txBody>
      </p:sp>
      <p:sp>
        <p:nvSpPr>
          <p:cNvPr id="49155" name="Rectangle 3">
            <a:extLst>
              <a:ext uri="{FF2B5EF4-FFF2-40B4-BE49-F238E27FC236}">
                <a16:creationId xmlns:a16="http://schemas.microsoft.com/office/drawing/2014/main" id="{B96CEAAA-407B-16A0-376C-67ECBEB487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20750" y="1190625"/>
            <a:ext cx="6851650" cy="4394200"/>
          </a:xfrm>
        </p:spPr>
        <p:txBody>
          <a:bodyPr/>
          <a:lstStyle/>
          <a:p>
            <a:r>
              <a:rPr lang="en-US" altLang="en-US"/>
              <a:t>Use a proportional allocation scheme using priorities rather than size</a:t>
            </a:r>
            <a:br>
              <a:rPr lang="en-US" altLang="en-US"/>
            </a:br>
            <a:endParaRPr lang="en-US" altLang="en-US"/>
          </a:p>
          <a:p>
            <a:r>
              <a:rPr lang="en-US" altLang="en-US"/>
              <a:t>If process </a:t>
            </a:r>
            <a:r>
              <a:rPr lang="en-US" altLang="en-US" b="1" i="1"/>
              <a:t>P</a:t>
            </a:r>
            <a:r>
              <a:rPr lang="en-US" altLang="en-US" b="1" i="1" baseline="-25000"/>
              <a:t>i</a:t>
            </a:r>
            <a:r>
              <a:rPr lang="en-US" altLang="en-US"/>
              <a:t> generates a page fault,</a:t>
            </a:r>
          </a:p>
          <a:p>
            <a:pPr lvl="1"/>
            <a:r>
              <a:rPr lang="en-US" altLang="en-US"/>
              <a:t>select for replacement one of its frames</a:t>
            </a:r>
          </a:p>
          <a:p>
            <a:pPr lvl="1"/>
            <a:r>
              <a:rPr lang="en-US" altLang="en-US"/>
              <a:t>select for replacement a frame from a process with lower priority number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7F8DEDC4-DDE6-F03B-EEE4-D48AFFF16E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30288" y="188913"/>
            <a:ext cx="7656512" cy="576262"/>
          </a:xfrm>
        </p:spPr>
        <p:txBody>
          <a:bodyPr/>
          <a:lstStyle/>
          <a:p>
            <a:pPr eaLnBrk="1" hangingPunct="1"/>
            <a:r>
              <a:rPr lang="en-US" altLang="en-US"/>
              <a:t>Global vs. Local Allocation</a:t>
            </a:r>
          </a:p>
        </p:txBody>
      </p:sp>
      <p:sp>
        <p:nvSpPr>
          <p:cNvPr id="50179" name="Rectangle 3">
            <a:extLst>
              <a:ext uri="{FF2B5EF4-FFF2-40B4-BE49-F238E27FC236}">
                <a16:creationId xmlns:a16="http://schemas.microsoft.com/office/drawing/2014/main" id="{25D8C6E7-5966-0E45-A451-0888D47096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77888" y="1116013"/>
            <a:ext cx="6958012" cy="4470400"/>
          </a:xfrm>
        </p:spPr>
        <p:txBody>
          <a:bodyPr/>
          <a:lstStyle/>
          <a:p>
            <a:r>
              <a:rPr lang="en-US" altLang="en-US" b="1">
                <a:solidFill>
                  <a:srgbClr val="3366FF"/>
                </a:solidFill>
              </a:rPr>
              <a:t>Global replacement</a:t>
            </a:r>
            <a:r>
              <a:rPr lang="en-US" altLang="en-US">
                <a:solidFill>
                  <a:srgbClr val="3366FF"/>
                </a:solidFill>
              </a:rPr>
              <a:t> </a:t>
            </a:r>
            <a:r>
              <a:rPr lang="en-US" altLang="en-US"/>
              <a:t>– process selects a replacement frame from the set of all frames; one process can take a frame from another</a:t>
            </a:r>
          </a:p>
          <a:p>
            <a:pPr lvl="1"/>
            <a:r>
              <a:rPr lang="en-US" altLang="en-US"/>
              <a:t>But then process execution time can vary greatly</a:t>
            </a:r>
          </a:p>
          <a:p>
            <a:pPr lvl="1"/>
            <a:r>
              <a:rPr lang="en-US" altLang="en-US"/>
              <a:t>But greater throughput so more common</a:t>
            </a:r>
          </a:p>
          <a:p>
            <a:pPr>
              <a:buFont typeface="Monotype Sorts" pitchFamily="-84" charset="2"/>
              <a:buNone/>
            </a:pPr>
            <a:endParaRPr lang="en-US" altLang="en-US"/>
          </a:p>
          <a:p>
            <a:r>
              <a:rPr lang="en-US" altLang="en-US" b="1">
                <a:solidFill>
                  <a:srgbClr val="3366FF"/>
                </a:solidFill>
              </a:rPr>
              <a:t>Local replacement</a:t>
            </a:r>
            <a:r>
              <a:rPr lang="en-US" altLang="en-US">
                <a:solidFill>
                  <a:srgbClr val="3366FF"/>
                </a:solidFill>
              </a:rPr>
              <a:t> </a:t>
            </a:r>
            <a:r>
              <a:rPr lang="en-US" altLang="en-US"/>
              <a:t>– each process selects from only its own set of allocated frames</a:t>
            </a:r>
          </a:p>
          <a:p>
            <a:pPr lvl="1"/>
            <a:r>
              <a:rPr lang="en-US" altLang="en-US"/>
              <a:t>More consistent per-process performance</a:t>
            </a:r>
          </a:p>
          <a:p>
            <a:pPr lvl="1"/>
            <a:r>
              <a:rPr lang="en-US" altLang="en-US"/>
              <a:t>But possibly underutilized memory</a:t>
            </a:r>
          </a:p>
          <a:p>
            <a:pPr lvl="1"/>
            <a:endParaRPr lang="en-US" altLang="en-US"/>
          </a:p>
          <a:p>
            <a:pPr lvl="1"/>
            <a:endParaRPr lang="en-US" alt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itle 1">
            <a:extLst>
              <a:ext uri="{FF2B5EF4-FFF2-40B4-BE49-F238E27FC236}">
                <a16:creationId xmlns:a16="http://schemas.microsoft.com/office/drawing/2014/main" id="{B2779257-C0D5-1E99-CBA3-C3BFCCD995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300" y="201613"/>
            <a:ext cx="8229600" cy="576262"/>
          </a:xfrm>
        </p:spPr>
        <p:txBody>
          <a:bodyPr/>
          <a:lstStyle/>
          <a:p>
            <a:r>
              <a:rPr lang="en-US" altLang="en-US"/>
              <a:t>Non-Uniform Memory Access</a:t>
            </a:r>
          </a:p>
        </p:txBody>
      </p:sp>
      <p:sp>
        <p:nvSpPr>
          <p:cNvPr id="51203" name="Content Placeholder 2">
            <a:extLst>
              <a:ext uri="{FF2B5EF4-FFF2-40B4-BE49-F238E27FC236}">
                <a16:creationId xmlns:a16="http://schemas.microsoft.com/office/drawing/2014/main" id="{499D4622-7FE2-77FA-842B-42714FB9A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5350" y="1081088"/>
            <a:ext cx="7169150" cy="4530725"/>
          </a:xfrm>
        </p:spPr>
        <p:txBody>
          <a:bodyPr/>
          <a:lstStyle/>
          <a:p>
            <a:r>
              <a:rPr lang="en-US" altLang="en-US"/>
              <a:t>So far all memory accessed equally</a:t>
            </a:r>
          </a:p>
          <a:p>
            <a:r>
              <a:rPr lang="en-US" altLang="en-US"/>
              <a:t>Many systems are </a:t>
            </a:r>
            <a:r>
              <a:rPr lang="en-US" altLang="en-US" b="1">
                <a:solidFill>
                  <a:srgbClr val="3366FF"/>
                </a:solidFill>
              </a:rPr>
              <a:t>NUMA</a:t>
            </a:r>
            <a:r>
              <a:rPr lang="en-US" altLang="en-US"/>
              <a:t> – speed of access to memory varies</a:t>
            </a:r>
          </a:p>
          <a:p>
            <a:pPr lvl="1"/>
            <a:r>
              <a:rPr lang="en-US" altLang="en-US"/>
              <a:t>Consider system boards containing CPUs and memory, interconnected over a system bus</a:t>
            </a:r>
          </a:p>
          <a:p>
            <a:r>
              <a:rPr lang="en-US" altLang="en-US"/>
              <a:t>Optimal performance comes from allocating memory </a:t>
            </a:r>
            <a:r>
              <a:rPr lang="ja-JP" altLang="en-US"/>
              <a:t>“</a:t>
            </a:r>
            <a:r>
              <a:rPr lang="en-US" altLang="ja-JP"/>
              <a:t>close to</a:t>
            </a:r>
            <a:r>
              <a:rPr lang="ja-JP" altLang="en-US"/>
              <a:t>”</a:t>
            </a:r>
            <a:r>
              <a:rPr lang="en-US" altLang="ja-JP"/>
              <a:t> the CPU on which the thread is scheduled</a:t>
            </a:r>
          </a:p>
          <a:p>
            <a:pPr lvl="1"/>
            <a:r>
              <a:rPr lang="en-US" altLang="en-US"/>
              <a:t>And modifying the scheduler to schedule the thread on the same system board when possible</a:t>
            </a:r>
          </a:p>
          <a:p>
            <a:pPr lvl="1"/>
            <a:r>
              <a:rPr lang="en-US" altLang="en-US"/>
              <a:t>Solved by Solaris by creating </a:t>
            </a:r>
            <a:r>
              <a:rPr lang="en-US" altLang="en-US" b="1">
                <a:solidFill>
                  <a:srgbClr val="3366FF"/>
                </a:solidFill>
              </a:rPr>
              <a:t>lgroups </a:t>
            </a:r>
          </a:p>
          <a:p>
            <a:pPr lvl="2"/>
            <a:r>
              <a:rPr lang="en-US" altLang="en-US"/>
              <a:t>Structure to track CPU / Memory low latency groups</a:t>
            </a:r>
          </a:p>
          <a:p>
            <a:pPr lvl="2"/>
            <a:r>
              <a:rPr lang="en-US" altLang="en-US"/>
              <a:t>Used my schedule and pager</a:t>
            </a:r>
          </a:p>
          <a:p>
            <a:pPr lvl="2"/>
            <a:r>
              <a:rPr lang="en-US" altLang="en-US"/>
              <a:t>When possible schedule all threads of a process and allocate all memory for that process within the lgroup</a:t>
            </a:r>
          </a:p>
          <a:p>
            <a:endParaRPr lang="en-US" alt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A68146EF-B892-FDC6-D65D-9199544B34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8891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Thrashing</a:t>
            </a:r>
          </a:p>
        </p:txBody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E2433F95-76D1-7752-C361-87110FF118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89000" y="1131888"/>
            <a:ext cx="7353300" cy="4483100"/>
          </a:xfrm>
        </p:spPr>
        <p:txBody>
          <a:bodyPr/>
          <a:lstStyle/>
          <a:p>
            <a:r>
              <a:rPr lang="en-US" altLang="en-US"/>
              <a:t>If a process does not have </a:t>
            </a:r>
            <a:r>
              <a:rPr lang="ja-JP" altLang="en-US"/>
              <a:t>“</a:t>
            </a:r>
            <a:r>
              <a:rPr lang="en-US" altLang="ja-JP"/>
              <a:t>enough</a:t>
            </a:r>
            <a:r>
              <a:rPr lang="ja-JP" altLang="en-US"/>
              <a:t>”</a:t>
            </a:r>
            <a:r>
              <a:rPr lang="en-US" altLang="ja-JP"/>
              <a:t> pages, the page-fault rate is very high</a:t>
            </a:r>
          </a:p>
          <a:p>
            <a:pPr lvl="1"/>
            <a:r>
              <a:rPr lang="en-US" altLang="en-US"/>
              <a:t>Page fault to get page</a:t>
            </a:r>
          </a:p>
          <a:p>
            <a:pPr lvl="1"/>
            <a:r>
              <a:rPr lang="en-US" altLang="en-US"/>
              <a:t>Replace existing frame</a:t>
            </a:r>
          </a:p>
          <a:p>
            <a:pPr lvl="1"/>
            <a:r>
              <a:rPr lang="en-US" altLang="en-US"/>
              <a:t>But quickly need replaced frame back</a:t>
            </a:r>
          </a:p>
          <a:p>
            <a:pPr lvl="1"/>
            <a:r>
              <a:rPr lang="en-US" altLang="en-US"/>
              <a:t>This leads to:</a:t>
            </a:r>
          </a:p>
          <a:p>
            <a:pPr lvl="2"/>
            <a:r>
              <a:rPr lang="en-US" altLang="en-US"/>
              <a:t>Low CPU utilization</a:t>
            </a:r>
          </a:p>
          <a:p>
            <a:pPr lvl="2"/>
            <a:r>
              <a:rPr lang="en-US" altLang="en-US"/>
              <a:t>Operating system thinking that it needs to increase the degree of multiprogramming</a:t>
            </a:r>
          </a:p>
          <a:p>
            <a:pPr lvl="2"/>
            <a:r>
              <a:rPr lang="en-US" altLang="en-US"/>
              <a:t>Another process added to the system</a:t>
            </a:r>
            <a:br>
              <a:rPr lang="en-US" altLang="en-US"/>
            </a:br>
            <a:endParaRPr lang="en-US" altLang="en-US"/>
          </a:p>
          <a:p>
            <a:r>
              <a:rPr lang="en-US" altLang="en-US" b="1">
                <a:solidFill>
                  <a:srgbClr val="3366FF"/>
                </a:solidFill>
              </a:rPr>
              <a:t>Thrashing</a:t>
            </a:r>
            <a:r>
              <a:rPr lang="en-US" altLang="en-US">
                <a:solidFill>
                  <a:srgbClr val="3366FF"/>
                </a:solidFill>
              </a:rPr>
              <a:t> </a:t>
            </a:r>
            <a:r>
              <a:rPr lang="en-US" altLang="en-US">
                <a:sym typeface="Symbol" panose="05050102010706020507" pitchFamily="18" charset="2"/>
              </a:rPr>
              <a:t> a process is busy swapping pages in and out</a:t>
            </a:r>
            <a:endParaRPr lang="en-US" alt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9A19958A-E346-948E-961B-049E86DF54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44563" y="163513"/>
            <a:ext cx="6923087" cy="576262"/>
          </a:xfrm>
        </p:spPr>
        <p:txBody>
          <a:bodyPr/>
          <a:lstStyle/>
          <a:p>
            <a:pPr eaLnBrk="1" hangingPunct="1"/>
            <a:r>
              <a:rPr lang="en-US" altLang="en-US"/>
              <a:t>Thrashing (Cont.)</a:t>
            </a:r>
            <a:endParaRPr lang="en-US" altLang="en-US" sz="2400"/>
          </a:p>
        </p:txBody>
      </p:sp>
      <p:pic>
        <p:nvPicPr>
          <p:cNvPr id="53251" name="Picture 4" descr="9">
            <a:extLst>
              <a:ext uri="{FF2B5EF4-FFF2-40B4-BE49-F238E27FC236}">
                <a16:creationId xmlns:a16="http://schemas.microsoft.com/office/drawing/2014/main" id="{7F8DE601-355B-469A-AEBB-A4FBB2A1EA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1100" y="1206500"/>
            <a:ext cx="6678613" cy="386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>
            <a:extLst>
              <a:ext uri="{FF2B5EF4-FFF2-40B4-BE49-F238E27FC236}">
                <a16:creationId xmlns:a16="http://schemas.microsoft.com/office/drawing/2014/main" id="{B0B310A4-9864-A28B-F8EF-E20095EC66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62063" y="188913"/>
            <a:ext cx="7159625" cy="576262"/>
          </a:xfrm>
        </p:spPr>
        <p:txBody>
          <a:bodyPr/>
          <a:lstStyle/>
          <a:p>
            <a:pPr eaLnBrk="1" hangingPunct="1"/>
            <a:r>
              <a:rPr lang="en-US" altLang="en-US"/>
              <a:t>Demand Paging and Thrashing </a:t>
            </a:r>
            <a:endParaRPr lang="en-US" altLang="en-US" sz="2400"/>
          </a:p>
        </p:txBody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1D2BB45A-B03B-26DB-579A-E8BB2D76B8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8213" y="1084263"/>
            <a:ext cx="7100887" cy="3001962"/>
          </a:xfrm>
        </p:spPr>
        <p:txBody>
          <a:bodyPr/>
          <a:lstStyle/>
          <a:p>
            <a:r>
              <a:rPr lang="en-US" altLang="en-US"/>
              <a:t>Why does demand paging work?</a:t>
            </a:r>
            <a:br>
              <a:rPr lang="en-US" altLang="en-US"/>
            </a:br>
            <a:r>
              <a:rPr lang="en-US" altLang="en-US" b="1">
                <a:solidFill>
                  <a:srgbClr val="3366FF"/>
                </a:solidFill>
              </a:rPr>
              <a:t>Locality model</a:t>
            </a:r>
          </a:p>
          <a:p>
            <a:pPr lvl="1"/>
            <a:r>
              <a:rPr lang="en-US" altLang="en-US"/>
              <a:t>Process migrates from one locality to another</a:t>
            </a:r>
          </a:p>
          <a:p>
            <a:pPr lvl="1"/>
            <a:r>
              <a:rPr lang="en-US" altLang="en-US"/>
              <a:t>Localities may overlap</a:t>
            </a:r>
          </a:p>
          <a:p>
            <a:pPr lvl="1">
              <a:buFont typeface="Monotype Sorts" pitchFamily="-84" charset="2"/>
              <a:buNone/>
            </a:pPr>
            <a:endParaRPr lang="en-US" altLang="en-US"/>
          </a:p>
          <a:p>
            <a:r>
              <a:rPr lang="en-US" altLang="en-US"/>
              <a:t>Why does thrashing occur?</a:t>
            </a:r>
            <a:br>
              <a:rPr lang="en-US" altLang="en-US"/>
            </a:br>
            <a:r>
              <a:rPr lang="en-US" altLang="en-US">
                <a:sym typeface="Symbol" panose="05050102010706020507" pitchFamily="18" charset="2"/>
              </a:rPr>
              <a:t> size of locality &gt; total memory size</a:t>
            </a:r>
          </a:p>
          <a:p>
            <a:pPr lvl="1"/>
            <a:r>
              <a:rPr lang="en-US" altLang="en-US">
                <a:sym typeface="Symbol" panose="05050102010706020507" pitchFamily="18" charset="2"/>
              </a:rPr>
              <a:t>Limit effects by using local or priority page replacement</a:t>
            </a:r>
            <a:endParaRPr lang="en-US" alt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965DB9E1-47F5-AF5E-CCDA-A5309E0994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77913" y="125413"/>
            <a:ext cx="7850187" cy="576262"/>
          </a:xfrm>
        </p:spPr>
        <p:txBody>
          <a:bodyPr/>
          <a:lstStyle/>
          <a:p>
            <a:pPr eaLnBrk="1" hangingPunct="1"/>
            <a:r>
              <a:rPr lang="en-US" altLang="en-US" sz="2800"/>
              <a:t>Locality In A Memory-Reference Pattern</a:t>
            </a:r>
          </a:p>
        </p:txBody>
      </p:sp>
      <p:pic>
        <p:nvPicPr>
          <p:cNvPr id="55299" name="Picture 1" descr="9_19.pdf">
            <a:extLst>
              <a:ext uri="{FF2B5EF4-FFF2-40B4-BE49-F238E27FC236}">
                <a16:creationId xmlns:a16="http://schemas.microsoft.com/office/drawing/2014/main" id="{71B14585-C631-EA72-4CC9-5619E326AB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5263" y="1017588"/>
            <a:ext cx="3770312" cy="5408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>
            <a:extLst>
              <a:ext uri="{FF2B5EF4-FFF2-40B4-BE49-F238E27FC236}">
                <a16:creationId xmlns:a16="http://schemas.microsoft.com/office/drawing/2014/main" id="{1E714D53-7DFF-ABB3-BB37-01507A0CC3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5081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Working-Set Model</a:t>
            </a:r>
          </a:p>
        </p:txBody>
      </p:sp>
      <p:sp>
        <p:nvSpPr>
          <p:cNvPr id="56323" name="Rectangle 3">
            <a:extLst>
              <a:ext uri="{FF2B5EF4-FFF2-40B4-BE49-F238E27FC236}">
                <a16:creationId xmlns:a16="http://schemas.microsoft.com/office/drawing/2014/main" id="{642706E9-3CEC-11AE-5785-F3F4B9FD03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08050" y="979488"/>
            <a:ext cx="7573963" cy="4881562"/>
          </a:xfrm>
        </p:spPr>
        <p:txBody>
          <a:bodyPr/>
          <a:lstStyle/>
          <a:p>
            <a:r>
              <a:rPr lang="en-US" altLang="en-US" sz="1600">
                <a:sym typeface="Symbol" panose="05050102010706020507" pitchFamily="18" charset="2"/>
              </a:rPr>
              <a:t>  working-set window  a fixed number of page references </a:t>
            </a:r>
            <a:br>
              <a:rPr lang="en-US" altLang="en-US" sz="1600">
                <a:sym typeface="Symbol" panose="05050102010706020507" pitchFamily="18" charset="2"/>
              </a:rPr>
            </a:br>
            <a:r>
              <a:rPr lang="en-US" altLang="en-US" sz="1600">
                <a:sym typeface="Symbol" panose="05050102010706020507" pitchFamily="18" charset="2"/>
              </a:rPr>
              <a:t>Example:  10,000 instructions</a:t>
            </a:r>
          </a:p>
          <a:p>
            <a:r>
              <a:rPr lang="en-US" altLang="en-US" sz="1600" i="1">
                <a:sym typeface="Symbol" panose="05050102010706020507" pitchFamily="18" charset="2"/>
              </a:rPr>
              <a:t>WSS</a:t>
            </a:r>
            <a:r>
              <a:rPr lang="en-US" altLang="en-US" sz="1600" i="1" baseline="-25000">
                <a:sym typeface="Symbol" panose="05050102010706020507" pitchFamily="18" charset="2"/>
              </a:rPr>
              <a:t>i</a:t>
            </a:r>
            <a:r>
              <a:rPr lang="en-US" altLang="en-US" sz="1600">
                <a:sym typeface="Symbol" panose="05050102010706020507" pitchFamily="18" charset="2"/>
              </a:rPr>
              <a:t> (working set of Process </a:t>
            </a:r>
            <a:r>
              <a:rPr lang="en-US" altLang="en-US" sz="1600" i="1">
                <a:sym typeface="Symbol" panose="05050102010706020507" pitchFamily="18" charset="2"/>
              </a:rPr>
              <a:t>P</a:t>
            </a:r>
            <a:r>
              <a:rPr lang="en-US" altLang="en-US" sz="1600" i="1" baseline="-25000">
                <a:sym typeface="Symbol" panose="05050102010706020507" pitchFamily="18" charset="2"/>
              </a:rPr>
              <a:t>i</a:t>
            </a:r>
            <a:r>
              <a:rPr lang="en-US" altLang="en-US" sz="1600">
                <a:sym typeface="Symbol" panose="05050102010706020507" pitchFamily="18" charset="2"/>
              </a:rPr>
              <a:t>) =</a:t>
            </a:r>
            <a:br>
              <a:rPr lang="en-US" altLang="en-US" sz="1600">
                <a:sym typeface="Symbol" panose="05050102010706020507" pitchFamily="18" charset="2"/>
              </a:rPr>
            </a:br>
            <a:r>
              <a:rPr lang="en-US" altLang="en-US" sz="1600">
                <a:sym typeface="Symbol" panose="05050102010706020507" pitchFamily="18" charset="2"/>
              </a:rPr>
              <a:t>total number of pages referenced in the most recent  (varies in time)</a:t>
            </a:r>
          </a:p>
          <a:p>
            <a:pPr lvl="1"/>
            <a:r>
              <a:rPr lang="en-US" altLang="en-US" sz="1600">
                <a:sym typeface="Symbol" panose="05050102010706020507" pitchFamily="18" charset="2"/>
              </a:rPr>
              <a:t>if  too small will not encompass entire locality</a:t>
            </a:r>
          </a:p>
          <a:p>
            <a:pPr lvl="1"/>
            <a:r>
              <a:rPr lang="en-US" altLang="en-US" sz="1600">
                <a:sym typeface="Symbol" panose="05050102010706020507" pitchFamily="18" charset="2"/>
              </a:rPr>
              <a:t>if  too large will encompass several localities</a:t>
            </a:r>
          </a:p>
          <a:p>
            <a:pPr lvl="1"/>
            <a:r>
              <a:rPr lang="en-US" altLang="en-US" sz="1600">
                <a:sym typeface="Symbol" panose="05050102010706020507" pitchFamily="18" charset="2"/>
              </a:rPr>
              <a:t>if  =   will encompass entire program</a:t>
            </a:r>
          </a:p>
          <a:p>
            <a:r>
              <a:rPr lang="en-US" altLang="en-US" sz="1600" i="1">
                <a:sym typeface="Symbol" panose="05050102010706020507" pitchFamily="18" charset="2"/>
              </a:rPr>
              <a:t>D</a:t>
            </a:r>
            <a:r>
              <a:rPr lang="en-US" altLang="en-US" sz="1600">
                <a:sym typeface="Symbol" panose="05050102010706020507" pitchFamily="18" charset="2"/>
              </a:rPr>
              <a:t> =  </a:t>
            </a:r>
            <a:r>
              <a:rPr lang="en-US" altLang="en-US" sz="1600" i="1">
                <a:sym typeface="Symbol" panose="05050102010706020507" pitchFamily="18" charset="2"/>
              </a:rPr>
              <a:t>WSS</a:t>
            </a:r>
            <a:r>
              <a:rPr lang="en-US" altLang="en-US" sz="1600" i="1" baseline="-25000">
                <a:sym typeface="Symbol" panose="05050102010706020507" pitchFamily="18" charset="2"/>
              </a:rPr>
              <a:t>i</a:t>
            </a:r>
            <a:r>
              <a:rPr lang="en-US" altLang="en-US" sz="1600">
                <a:sym typeface="Symbol" panose="05050102010706020507" pitchFamily="18" charset="2"/>
              </a:rPr>
              <a:t>  total demand frames </a:t>
            </a:r>
          </a:p>
          <a:p>
            <a:pPr lvl="1"/>
            <a:r>
              <a:rPr lang="en-US" altLang="en-US" sz="1600">
                <a:sym typeface="Symbol" panose="05050102010706020507" pitchFamily="18" charset="2"/>
              </a:rPr>
              <a:t>Approximation of locality</a:t>
            </a:r>
          </a:p>
          <a:p>
            <a:r>
              <a:rPr lang="en-US" altLang="en-US" sz="1600">
                <a:sym typeface="Symbol" panose="05050102010706020507" pitchFamily="18" charset="2"/>
              </a:rPr>
              <a:t>if </a:t>
            </a:r>
            <a:r>
              <a:rPr lang="en-US" altLang="en-US" sz="1600" i="1">
                <a:sym typeface="Symbol" panose="05050102010706020507" pitchFamily="18" charset="2"/>
              </a:rPr>
              <a:t>D</a:t>
            </a:r>
            <a:r>
              <a:rPr lang="en-US" altLang="en-US" sz="1600">
                <a:sym typeface="Symbol" panose="05050102010706020507" pitchFamily="18" charset="2"/>
              </a:rPr>
              <a:t> &gt; </a:t>
            </a:r>
            <a:r>
              <a:rPr lang="en-US" altLang="en-US" sz="1600" i="1">
                <a:sym typeface="Symbol" panose="05050102010706020507" pitchFamily="18" charset="2"/>
              </a:rPr>
              <a:t>m</a:t>
            </a:r>
            <a:r>
              <a:rPr lang="en-US" altLang="en-US" sz="1600">
                <a:sym typeface="Symbol" panose="05050102010706020507" pitchFamily="18" charset="2"/>
              </a:rPr>
              <a:t>  Thrashing</a:t>
            </a:r>
          </a:p>
          <a:p>
            <a:r>
              <a:rPr lang="en-US" altLang="en-US" sz="1600">
                <a:sym typeface="Symbol" panose="05050102010706020507" pitchFamily="18" charset="2"/>
              </a:rPr>
              <a:t>Policy if </a:t>
            </a:r>
            <a:r>
              <a:rPr lang="en-US" altLang="en-US" sz="1600" i="1">
                <a:sym typeface="Symbol" panose="05050102010706020507" pitchFamily="18" charset="2"/>
              </a:rPr>
              <a:t>D</a:t>
            </a:r>
            <a:r>
              <a:rPr lang="en-US" altLang="en-US" sz="1600">
                <a:sym typeface="Symbol" panose="05050102010706020507" pitchFamily="18" charset="2"/>
              </a:rPr>
              <a:t> &gt; m, then suspe</a:t>
            </a:r>
            <a:r>
              <a:rPr lang="en-US" altLang="en-US">
                <a:sym typeface="Symbol" panose="05050102010706020507" pitchFamily="18" charset="2"/>
              </a:rPr>
              <a:t>nd or swap out one of the processes </a:t>
            </a:r>
          </a:p>
        </p:txBody>
      </p:sp>
      <p:pic>
        <p:nvPicPr>
          <p:cNvPr id="56324" name="Picture 5">
            <a:extLst>
              <a:ext uri="{FF2B5EF4-FFF2-40B4-BE49-F238E27FC236}">
                <a16:creationId xmlns:a16="http://schemas.microsoft.com/office/drawing/2014/main" id="{E5A1B961-4D91-97C9-A9DC-EB72EC2BA7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1475" y="4546600"/>
            <a:ext cx="6707188" cy="178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>
            <a:extLst>
              <a:ext uri="{FF2B5EF4-FFF2-40B4-BE49-F238E27FC236}">
                <a16:creationId xmlns:a16="http://schemas.microsoft.com/office/drawing/2014/main" id="{9E13DFD7-D7C6-7D8D-3366-EA14A28C5F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69963" y="163513"/>
            <a:ext cx="7742237" cy="576262"/>
          </a:xfrm>
        </p:spPr>
        <p:txBody>
          <a:bodyPr/>
          <a:lstStyle/>
          <a:p>
            <a:pPr eaLnBrk="1" hangingPunct="1"/>
            <a:r>
              <a:rPr lang="en-US" altLang="en-US"/>
              <a:t>Keeping Track of the Working Set</a:t>
            </a:r>
          </a:p>
        </p:txBody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34A41DDC-0704-28F2-0949-A988796CBB1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9950" y="1119188"/>
            <a:ext cx="7743825" cy="4530725"/>
          </a:xfrm>
        </p:spPr>
        <p:txBody>
          <a:bodyPr/>
          <a:lstStyle/>
          <a:p>
            <a:r>
              <a:rPr lang="en-US" altLang="en-US"/>
              <a:t>Approximate with interval timer + a reference bit</a:t>
            </a:r>
          </a:p>
          <a:p>
            <a:r>
              <a:rPr lang="en-US" altLang="en-US"/>
              <a:t>Example: </a:t>
            </a:r>
            <a:r>
              <a:rPr lang="en-US" altLang="en-US">
                <a:sym typeface="Symbol" panose="05050102010706020507" pitchFamily="18" charset="2"/>
              </a:rPr>
              <a:t> = 10,000</a:t>
            </a:r>
          </a:p>
          <a:p>
            <a:pPr lvl="1"/>
            <a:r>
              <a:rPr lang="en-US" altLang="en-US">
                <a:sym typeface="Symbol" panose="05050102010706020507" pitchFamily="18" charset="2"/>
              </a:rPr>
              <a:t>Timer interrupts after every 5000 time units</a:t>
            </a:r>
          </a:p>
          <a:p>
            <a:pPr lvl="1"/>
            <a:r>
              <a:rPr lang="en-US" altLang="en-US">
                <a:sym typeface="Symbol" panose="05050102010706020507" pitchFamily="18" charset="2"/>
              </a:rPr>
              <a:t>Keep in memory 2 bits for each page</a:t>
            </a:r>
          </a:p>
          <a:p>
            <a:pPr lvl="1"/>
            <a:r>
              <a:rPr lang="en-US" altLang="en-US">
                <a:sym typeface="Symbol" panose="05050102010706020507" pitchFamily="18" charset="2"/>
              </a:rPr>
              <a:t>Whenever a timer interrupts copy and sets the values of all reference bits to 0</a:t>
            </a:r>
          </a:p>
          <a:p>
            <a:pPr lvl="1"/>
            <a:r>
              <a:rPr lang="en-US" altLang="en-US">
                <a:sym typeface="Symbol" panose="05050102010706020507" pitchFamily="18" charset="2"/>
              </a:rPr>
              <a:t>If one of the bits in memory = 1  page in working set</a:t>
            </a:r>
          </a:p>
          <a:p>
            <a:r>
              <a:rPr lang="en-US" altLang="en-US">
                <a:sym typeface="Symbol" panose="05050102010706020507" pitchFamily="18" charset="2"/>
              </a:rPr>
              <a:t>Why is this not completely accurate?</a:t>
            </a:r>
          </a:p>
          <a:p>
            <a:r>
              <a:rPr lang="en-US" altLang="en-US">
                <a:sym typeface="Symbol" panose="05050102010706020507" pitchFamily="18" charset="2"/>
              </a:rPr>
              <a:t>Improvement = 10 bits and interrupt every 1000 time units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>
            <a:extLst>
              <a:ext uri="{FF2B5EF4-FFF2-40B4-BE49-F238E27FC236}">
                <a16:creationId xmlns:a16="http://schemas.microsoft.com/office/drawing/2014/main" id="{4D6914F0-3A03-0CA1-6A66-C990A0F62FB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96925" y="163513"/>
            <a:ext cx="7889875" cy="576262"/>
          </a:xfrm>
        </p:spPr>
        <p:txBody>
          <a:bodyPr/>
          <a:lstStyle/>
          <a:p>
            <a:pPr eaLnBrk="1" hangingPunct="1"/>
            <a:r>
              <a:rPr lang="en-US" altLang="en-US"/>
              <a:t>Page-Fault Frequency</a:t>
            </a:r>
          </a:p>
        </p:txBody>
      </p:sp>
      <p:sp>
        <p:nvSpPr>
          <p:cNvPr id="58371" name="Rectangle 3">
            <a:extLst>
              <a:ext uri="{FF2B5EF4-FFF2-40B4-BE49-F238E27FC236}">
                <a16:creationId xmlns:a16="http://schemas.microsoft.com/office/drawing/2014/main" id="{4EB9CD4F-1AFB-6F8C-DF95-3BB6A3E735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27100" y="1049338"/>
            <a:ext cx="6604000" cy="1668462"/>
          </a:xfrm>
        </p:spPr>
        <p:txBody>
          <a:bodyPr/>
          <a:lstStyle/>
          <a:p>
            <a:r>
              <a:rPr lang="en-US" altLang="en-US"/>
              <a:t>More direct approach than WSS</a:t>
            </a:r>
          </a:p>
          <a:p>
            <a:r>
              <a:rPr lang="en-US" altLang="en-US"/>
              <a:t>Establish </a:t>
            </a:r>
            <a:r>
              <a:rPr lang="ja-JP" altLang="en-US"/>
              <a:t>“</a:t>
            </a:r>
            <a:r>
              <a:rPr lang="en-US" altLang="ja-JP"/>
              <a:t>acceptable</a:t>
            </a:r>
            <a:r>
              <a:rPr lang="ja-JP" altLang="en-US"/>
              <a:t>”</a:t>
            </a:r>
            <a:r>
              <a:rPr lang="en-US" altLang="ja-JP"/>
              <a:t> </a:t>
            </a:r>
            <a:r>
              <a:rPr lang="en-US" altLang="ja-JP" b="1">
                <a:solidFill>
                  <a:srgbClr val="3366FF"/>
                </a:solidFill>
              </a:rPr>
              <a:t>page-fault frequency </a:t>
            </a:r>
            <a:r>
              <a:rPr lang="en-US" altLang="ja-JP"/>
              <a:t>(</a:t>
            </a:r>
            <a:r>
              <a:rPr lang="en-US" altLang="ja-JP" b="1">
                <a:solidFill>
                  <a:srgbClr val="3366FF"/>
                </a:solidFill>
              </a:rPr>
              <a:t>PFF</a:t>
            </a:r>
            <a:r>
              <a:rPr lang="en-US" altLang="ja-JP"/>
              <a:t>)</a:t>
            </a:r>
            <a:r>
              <a:rPr lang="en-US" altLang="ja-JP" b="1">
                <a:solidFill>
                  <a:srgbClr val="3366FF"/>
                </a:solidFill>
              </a:rPr>
              <a:t> </a:t>
            </a:r>
            <a:r>
              <a:rPr lang="en-US" altLang="ja-JP"/>
              <a:t>rate and use local replacement policy</a:t>
            </a:r>
          </a:p>
          <a:p>
            <a:pPr lvl="1"/>
            <a:r>
              <a:rPr lang="en-US" altLang="en-US"/>
              <a:t>If actual rate too low, process loses frame</a:t>
            </a:r>
          </a:p>
          <a:p>
            <a:pPr lvl="1"/>
            <a:r>
              <a:rPr lang="en-US" altLang="en-US"/>
              <a:t>If actual rate too high, process gains frame</a:t>
            </a:r>
          </a:p>
        </p:txBody>
      </p:sp>
      <p:pic>
        <p:nvPicPr>
          <p:cNvPr id="58372" name="Picture 1" descr="9_21.pdf">
            <a:extLst>
              <a:ext uri="{FF2B5EF4-FFF2-40B4-BE49-F238E27FC236}">
                <a16:creationId xmlns:a16="http://schemas.microsoft.com/office/drawing/2014/main" id="{1643484F-AC48-A035-E35C-5FFEF194C0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8000" y="2954338"/>
            <a:ext cx="5103813" cy="2954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itle 1">
            <a:extLst>
              <a:ext uri="{FF2B5EF4-FFF2-40B4-BE49-F238E27FC236}">
                <a16:creationId xmlns:a16="http://schemas.microsoft.com/office/drawing/2014/main" id="{C3CCD4FD-EC7A-DB52-79EC-DB3D386A5C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3625" y="17621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Working Sets and Page Fault Rates</a:t>
            </a:r>
          </a:p>
        </p:txBody>
      </p:sp>
      <p:pic>
        <p:nvPicPr>
          <p:cNvPr id="59395" name="Picture 4" descr="9">
            <a:extLst>
              <a:ext uri="{FF2B5EF4-FFF2-40B4-BE49-F238E27FC236}">
                <a16:creationId xmlns:a16="http://schemas.microsoft.com/office/drawing/2014/main" id="{49E7A2CA-31BB-071A-457C-BD383899FA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3700" y="2684463"/>
            <a:ext cx="5802313" cy="264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FD2D021-FFB8-A8D9-1338-83E6C0E0DE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8050" y="1042988"/>
            <a:ext cx="7194550" cy="2071687"/>
          </a:xfrm>
          <a:prstGeom prst="rect">
            <a:avLst/>
          </a:prstGeom>
          <a:noFill/>
          <a:ln>
            <a:noFill/>
          </a:ln>
          <a:extLst>
            <a:ext uri="{FAA26D3D-D897-4be2-8F04-BA451C77F1D7}"/>
          </a:extLst>
        </p:spPr>
        <p:txBody>
          <a:bodyPr lIns="91435" tIns="45718" rIns="91435" bIns="45718"/>
          <a:lstStyle>
            <a:lvl1pPr marL="488950" indent="-4889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Monotype Sorts" charset="0"/>
              <a:buChar char="n"/>
              <a:defRPr kumimoji="1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1060450" indent="-407988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Monotype Sorts" charset="0"/>
              <a:buChar char="l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2pPr>
            <a:lvl3pPr marL="1550988" indent="-325438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charset="0"/>
              <a:buChar char="4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3pPr>
            <a:lvl4pPr marL="2039938" indent="-325438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4pPr>
            <a:lvl5pPr marL="2530475" indent="-325438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5pPr>
            <a:lvl6pPr marL="3183912" indent="-326555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3837022" indent="-326555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4490133" indent="-326555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5143243" indent="-326555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>
              <a:defRPr/>
            </a:pPr>
            <a:r>
              <a:rPr lang="en-US" dirty="0">
                <a:ea typeface="ＭＳ Ｐゴシック" charset="0"/>
                <a:cs typeface="ＭＳ Ｐゴシック" charset="0"/>
              </a:rPr>
              <a:t>Direct relationship between working set of a process and its page-fault rate</a:t>
            </a:r>
          </a:p>
          <a:p>
            <a:pPr>
              <a:defRPr/>
            </a:pPr>
            <a:r>
              <a:rPr lang="en-US" dirty="0">
                <a:ea typeface="ＭＳ Ｐゴシック" charset="0"/>
                <a:cs typeface="ＭＳ Ｐゴシック" charset="0"/>
              </a:rPr>
              <a:t>Working set changes over time</a:t>
            </a:r>
          </a:p>
          <a:p>
            <a:pPr>
              <a:defRPr/>
            </a:pPr>
            <a:r>
              <a:rPr lang="en-US" dirty="0">
                <a:ea typeface="ＭＳ Ｐゴシック" charset="0"/>
                <a:cs typeface="ＭＳ Ｐゴシック" charset="0"/>
              </a:rPr>
              <a:t>Peaks and valleys over time</a:t>
            </a:r>
          </a:p>
          <a:p>
            <a:pPr marL="0" indent="0">
              <a:buFont typeface="Monotype Sorts" charset="0"/>
              <a:buNone/>
              <a:defRPr/>
            </a:pPr>
            <a:endParaRPr lang="en-US" dirty="0"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53B136D9-73F9-0E07-77FF-3A13B9F109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7621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Memory-Mapped Files</a:t>
            </a:r>
          </a:p>
        </p:txBody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D4E57175-5B63-8181-1059-D6B1BE4BFCE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95350" y="1081088"/>
            <a:ext cx="7296150" cy="4684712"/>
          </a:xfrm>
        </p:spPr>
        <p:txBody>
          <a:bodyPr/>
          <a:lstStyle/>
          <a:p>
            <a:r>
              <a:rPr lang="en-US" altLang="en-US"/>
              <a:t>Memory-mapped file I/O allows file I/O to be treated as routine memory access by </a:t>
            </a:r>
            <a:r>
              <a:rPr lang="en-US" altLang="en-US" b="1">
                <a:solidFill>
                  <a:srgbClr val="3366FF"/>
                </a:solidFill>
              </a:rPr>
              <a:t>mapping</a:t>
            </a:r>
            <a:r>
              <a:rPr lang="en-US" altLang="en-US">
                <a:solidFill>
                  <a:srgbClr val="3366FF"/>
                </a:solidFill>
              </a:rPr>
              <a:t> </a:t>
            </a:r>
            <a:r>
              <a:rPr lang="en-US" altLang="en-US"/>
              <a:t>a disk block to a page in memory</a:t>
            </a:r>
          </a:p>
          <a:p>
            <a:r>
              <a:rPr lang="en-US" altLang="en-US"/>
              <a:t>A file is initially read using demand paging</a:t>
            </a:r>
          </a:p>
          <a:p>
            <a:pPr lvl="1"/>
            <a:r>
              <a:rPr lang="en-US" altLang="en-US"/>
              <a:t>A page-sized portion of the file is read from the file system into a physical page</a:t>
            </a:r>
          </a:p>
          <a:p>
            <a:pPr lvl="1"/>
            <a:r>
              <a:rPr lang="en-US" altLang="en-US"/>
              <a:t>Subsequent reads/writes to/from the file are treated as ordinary memory accesses</a:t>
            </a:r>
          </a:p>
          <a:p>
            <a:r>
              <a:rPr lang="en-US" altLang="en-US"/>
              <a:t>Simplifies and speeds file access by driving file I/O through memory rather than </a:t>
            </a:r>
            <a:r>
              <a:rPr lang="en-US" altLang="en-US">
                <a:latin typeface="Courier New" panose="02070309020205020404" pitchFamily="49" charset="0"/>
              </a:rPr>
              <a:t>read()</a:t>
            </a:r>
            <a:r>
              <a:rPr lang="en-US" altLang="en-US" b="1">
                <a:latin typeface="Courier New" panose="02070309020205020404" pitchFamily="49" charset="0"/>
              </a:rPr>
              <a:t> </a:t>
            </a:r>
            <a:r>
              <a:rPr lang="en-US" altLang="en-US"/>
              <a:t>and</a:t>
            </a:r>
            <a:r>
              <a:rPr lang="en-US" altLang="en-US">
                <a:latin typeface="Courier New" panose="02070309020205020404" pitchFamily="49" charset="0"/>
              </a:rPr>
              <a:t> write()</a:t>
            </a:r>
            <a:r>
              <a:rPr lang="en-US" altLang="en-US"/>
              <a:t> system calls</a:t>
            </a:r>
          </a:p>
          <a:p>
            <a:r>
              <a:rPr lang="en-US" altLang="en-US"/>
              <a:t>Also allows several processes to map the same file allowing the pages in memory to be shared</a:t>
            </a:r>
          </a:p>
          <a:p>
            <a:r>
              <a:rPr lang="en-US" altLang="en-US"/>
              <a:t>But when does written data make it to disk?</a:t>
            </a:r>
          </a:p>
          <a:p>
            <a:pPr lvl="1"/>
            <a:r>
              <a:rPr lang="en-US" altLang="en-US"/>
              <a:t>Periodically and / or at file </a:t>
            </a:r>
            <a:r>
              <a:rPr lang="en-US" altLang="en-US">
                <a:latin typeface="Courier New" panose="02070309020205020404" pitchFamily="49" charset="0"/>
              </a:rPr>
              <a:t>close()</a:t>
            </a:r>
            <a:r>
              <a:rPr lang="en-US" altLang="en-US"/>
              <a:t> time</a:t>
            </a:r>
          </a:p>
          <a:p>
            <a:pPr lvl="1"/>
            <a:r>
              <a:rPr lang="en-US" altLang="en-US"/>
              <a:t>For example, when the pager scans for dirty pages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itle 1">
            <a:extLst>
              <a:ext uri="{FF2B5EF4-FFF2-40B4-BE49-F238E27FC236}">
                <a16:creationId xmlns:a16="http://schemas.microsoft.com/office/drawing/2014/main" id="{AC891817-4CC4-7F95-D9E9-0A0D639C0C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7013" y="138113"/>
            <a:ext cx="7431087" cy="576262"/>
          </a:xfrm>
        </p:spPr>
        <p:txBody>
          <a:bodyPr/>
          <a:lstStyle/>
          <a:p>
            <a:r>
              <a:rPr lang="en-US" altLang="en-US" sz="2800"/>
              <a:t>Memory-Mapped File Technique for all I/O</a:t>
            </a:r>
          </a:p>
        </p:txBody>
      </p:sp>
      <p:sp>
        <p:nvSpPr>
          <p:cNvPr id="61443" name="Content Placeholder 2">
            <a:extLst>
              <a:ext uri="{FF2B5EF4-FFF2-40B4-BE49-F238E27FC236}">
                <a16:creationId xmlns:a16="http://schemas.microsoft.com/office/drawing/2014/main" id="{F6CEA5F1-4573-073F-7F7D-75605C754B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0750" y="1042988"/>
            <a:ext cx="7696200" cy="4900612"/>
          </a:xfrm>
        </p:spPr>
        <p:txBody>
          <a:bodyPr/>
          <a:lstStyle/>
          <a:p>
            <a:r>
              <a:rPr lang="en-US" altLang="en-US"/>
              <a:t>Some OSes  uses memory mapped files for standard I/O</a:t>
            </a:r>
          </a:p>
          <a:p>
            <a:r>
              <a:rPr lang="en-US" altLang="en-US"/>
              <a:t>Process can explicitly request memory mapping a file via </a:t>
            </a:r>
            <a:r>
              <a:rPr lang="en-US" altLang="en-US">
                <a:latin typeface="Courier New" panose="02070309020205020404" pitchFamily="49" charset="0"/>
                <a:cs typeface="Courier New" panose="02070309020205020404" pitchFamily="49" charset="0"/>
              </a:rPr>
              <a:t>mmap()</a:t>
            </a:r>
            <a:r>
              <a:rPr lang="en-US" altLang="en-US"/>
              <a:t> system call</a:t>
            </a:r>
          </a:p>
          <a:p>
            <a:pPr lvl="1"/>
            <a:r>
              <a:rPr lang="en-US" altLang="en-US"/>
              <a:t>Now file mapped into process address space</a:t>
            </a:r>
          </a:p>
          <a:p>
            <a:r>
              <a:rPr lang="en-US" altLang="en-US"/>
              <a:t>For standard I/O (</a:t>
            </a:r>
            <a:r>
              <a:rPr lang="en-US" altLang="en-US">
                <a:latin typeface="Courier New" panose="02070309020205020404" pitchFamily="49" charset="0"/>
                <a:cs typeface="Courier New" panose="02070309020205020404" pitchFamily="49" charset="0"/>
              </a:rPr>
              <a:t>open(), read(), write(), close()</a:t>
            </a:r>
            <a:r>
              <a:rPr lang="en-US" altLang="en-US"/>
              <a:t>), mmap anyway</a:t>
            </a:r>
          </a:p>
          <a:p>
            <a:pPr lvl="1"/>
            <a:r>
              <a:rPr lang="en-US" altLang="en-US"/>
              <a:t>But map file into kernel address space</a:t>
            </a:r>
          </a:p>
          <a:p>
            <a:pPr lvl="1"/>
            <a:r>
              <a:rPr lang="en-US" altLang="en-US"/>
              <a:t>Process still does read() and write()</a:t>
            </a:r>
          </a:p>
          <a:p>
            <a:pPr lvl="2"/>
            <a:r>
              <a:rPr lang="en-US" altLang="en-US"/>
              <a:t>Copies data to and from kernel space and user space</a:t>
            </a:r>
          </a:p>
          <a:p>
            <a:pPr lvl="1"/>
            <a:r>
              <a:rPr lang="en-US" altLang="en-US"/>
              <a:t>Uses efficient memory management subsystem</a:t>
            </a:r>
          </a:p>
          <a:p>
            <a:pPr lvl="2"/>
            <a:r>
              <a:rPr lang="en-US" altLang="en-US"/>
              <a:t>Avoids needing separate subsystem</a:t>
            </a:r>
          </a:p>
          <a:p>
            <a:r>
              <a:rPr lang="en-US" altLang="en-US"/>
              <a:t>COW can be used for read/write non-shared pages</a:t>
            </a:r>
          </a:p>
          <a:p>
            <a:r>
              <a:rPr lang="en-US" altLang="en-US"/>
              <a:t>Memory mapped files can be  used for shared memory (although again via separate system calls)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>
            <a:extLst>
              <a:ext uri="{FF2B5EF4-FFF2-40B4-BE49-F238E27FC236}">
                <a16:creationId xmlns:a16="http://schemas.microsoft.com/office/drawing/2014/main" id="{2CA3424B-F187-565F-929D-BCF857E55B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2541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Memory Mapped Files</a:t>
            </a:r>
          </a:p>
        </p:txBody>
      </p:sp>
      <p:pic>
        <p:nvPicPr>
          <p:cNvPr id="62467" name="Picture 1" descr="9_22.pdf">
            <a:extLst>
              <a:ext uri="{FF2B5EF4-FFF2-40B4-BE49-F238E27FC236}">
                <a16:creationId xmlns:a16="http://schemas.microsoft.com/office/drawing/2014/main" id="{4B4448BA-C3FE-5268-A93A-2A651E3030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1173163"/>
            <a:ext cx="5149850" cy="4651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>
            <a:extLst>
              <a:ext uri="{FF2B5EF4-FFF2-40B4-BE49-F238E27FC236}">
                <a16:creationId xmlns:a16="http://schemas.microsoft.com/office/drawing/2014/main" id="{5189966B-F309-7DB5-E27E-877E1260C3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57300" y="103188"/>
            <a:ext cx="7658100" cy="576262"/>
          </a:xfrm>
        </p:spPr>
        <p:txBody>
          <a:bodyPr/>
          <a:lstStyle/>
          <a:p>
            <a:pPr eaLnBrk="1" hangingPunct="1"/>
            <a:r>
              <a:rPr lang="en-US" altLang="en-US" sz="2800"/>
              <a:t>Shared Memory via Memory-Mapped I/O</a:t>
            </a:r>
          </a:p>
        </p:txBody>
      </p:sp>
      <p:pic>
        <p:nvPicPr>
          <p:cNvPr id="63491" name="Picture 1" descr="9_23.pdf">
            <a:extLst>
              <a:ext uri="{FF2B5EF4-FFF2-40B4-BE49-F238E27FC236}">
                <a16:creationId xmlns:a16="http://schemas.microsoft.com/office/drawing/2014/main" id="{33DB3621-791A-7327-F9AB-DCF5B7DE92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1313" y="1320800"/>
            <a:ext cx="6070600" cy="2781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E5FA9E07-E3C9-013A-2A41-AB2FCD69F2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84200" y="17621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Shared Memory in Windows API</a:t>
            </a:r>
          </a:p>
        </p:txBody>
      </p:sp>
      <p:sp>
        <p:nvSpPr>
          <p:cNvPr id="64515" name="Rectangle 3">
            <a:extLst>
              <a:ext uri="{FF2B5EF4-FFF2-40B4-BE49-F238E27FC236}">
                <a16:creationId xmlns:a16="http://schemas.microsoft.com/office/drawing/2014/main" id="{72C043F5-8182-EA4D-F1A3-579259EC9D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95350" y="1131888"/>
            <a:ext cx="7385050" cy="4530725"/>
          </a:xfrm>
        </p:spPr>
        <p:txBody>
          <a:bodyPr/>
          <a:lstStyle/>
          <a:p>
            <a:r>
              <a:rPr lang="en-US" altLang="en-US"/>
              <a:t>First create a </a:t>
            </a:r>
            <a:r>
              <a:rPr lang="en-US" altLang="en-US" b="1">
                <a:solidFill>
                  <a:srgbClr val="3366FF"/>
                </a:solidFill>
              </a:rPr>
              <a:t>file mapping</a:t>
            </a:r>
            <a:r>
              <a:rPr lang="en-US" altLang="en-US">
                <a:solidFill>
                  <a:srgbClr val="3366FF"/>
                </a:solidFill>
              </a:rPr>
              <a:t> </a:t>
            </a:r>
            <a:r>
              <a:rPr lang="en-US" altLang="en-US"/>
              <a:t>for file to be mapped</a:t>
            </a:r>
          </a:p>
          <a:p>
            <a:pPr lvl="1"/>
            <a:r>
              <a:rPr lang="en-US" altLang="en-US"/>
              <a:t>Then establish a view of the mapped file in process’s virtual address space</a:t>
            </a:r>
          </a:p>
          <a:p>
            <a:r>
              <a:rPr lang="en-US" altLang="en-US"/>
              <a:t>Consider producer / consumer</a:t>
            </a:r>
          </a:p>
          <a:p>
            <a:pPr lvl="1"/>
            <a:r>
              <a:rPr lang="en-US" altLang="en-US"/>
              <a:t>Producer create shared-memory object using memory mapping features</a:t>
            </a:r>
          </a:p>
          <a:p>
            <a:pPr lvl="1"/>
            <a:r>
              <a:rPr lang="en-US" altLang="en-US"/>
              <a:t>Open file via </a:t>
            </a:r>
            <a:r>
              <a:rPr lang="en-US" altLang="en-US">
                <a:latin typeface="Courier New" panose="02070309020205020404" pitchFamily="49" charset="0"/>
              </a:rPr>
              <a:t>CreateFile(), </a:t>
            </a:r>
            <a:r>
              <a:rPr lang="en-US" altLang="en-US"/>
              <a:t>returning a</a:t>
            </a:r>
            <a:r>
              <a:rPr lang="en-US" altLang="en-US">
                <a:latin typeface="Courier New" panose="02070309020205020404" pitchFamily="49" charset="0"/>
              </a:rPr>
              <a:t> HANDLE</a:t>
            </a:r>
          </a:p>
          <a:p>
            <a:pPr lvl="1"/>
            <a:r>
              <a:rPr lang="en-US" altLang="en-US"/>
              <a:t>Create mapping via </a:t>
            </a:r>
            <a:r>
              <a:rPr lang="en-US" altLang="en-US">
                <a:latin typeface="Courier New" panose="02070309020205020404" pitchFamily="49" charset="0"/>
              </a:rPr>
              <a:t>CreateFileMapping() </a:t>
            </a:r>
            <a:r>
              <a:rPr lang="en-US" altLang="en-US"/>
              <a:t>creating a</a:t>
            </a:r>
            <a:r>
              <a:rPr lang="en-US" altLang="en-US">
                <a:latin typeface="Courier New" panose="02070309020205020404" pitchFamily="49" charset="0"/>
              </a:rPr>
              <a:t> </a:t>
            </a:r>
            <a:r>
              <a:rPr lang="en-US" altLang="en-US" b="1">
                <a:solidFill>
                  <a:srgbClr val="3366FF"/>
                </a:solidFill>
              </a:rPr>
              <a:t>named shared-memory object</a:t>
            </a:r>
          </a:p>
          <a:p>
            <a:pPr lvl="1"/>
            <a:r>
              <a:rPr lang="en-US" altLang="en-US"/>
              <a:t>Create view via </a:t>
            </a:r>
            <a:r>
              <a:rPr lang="en-US" altLang="en-US">
                <a:latin typeface="Courier New" panose="02070309020205020404" pitchFamily="49" charset="0"/>
              </a:rPr>
              <a:t>MapViewOfFile()</a:t>
            </a:r>
          </a:p>
          <a:p>
            <a:r>
              <a:rPr lang="en-US" altLang="en-US"/>
              <a:t>Sample code in Textbook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>
            <a:extLst>
              <a:ext uri="{FF2B5EF4-FFF2-40B4-BE49-F238E27FC236}">
                <a16:creationId xmlns:a16="http://schemas.microsoft.com/office/drawing/2014/main" id="{748AB90F-E0FA-2C9F-449D-059D68D9C1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63613" y="163513"/>
            <a:ext cx="7723187" cy="576262"/>
          </a:xfrm>
        </p:spPr>
        <p:txBody>
          <a:bodyPr/>
          <a:lstStyle/>
          <a:p>
            <a:pPr eaLnBrk="1" hangingPunct="1"/>
            <a:r>
              <a:rPr lang="en-US" altLang="en-US"/>
              <a:t>Allocating Kernel Memory</a:t>
            </a:r>
          </a:p>
        </p:txBody>
      </p:sp>
      <p:sp>
        <p:nvSpPr>
          <p:cNvPr id="65539" name="Rectangle 3">
            <a:extLst>
              <a:ext uri="{FF2B5EF4-FFF2-40B4-BE49-F238E27FC236}">
                <a16:creationId xmlns:a16="http://schemas.microsoft.com/office/drawing/2014/main" id="{C92A43C2-C6B5-1F28-E299-4C437DF3A2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95350" y="1093788"/>
            <a:ext cx="7677150" cy="4530725"/>
          </a:xfrm>
        </p:spPr>
        <p:txBody>
          <a:bodyPr/>
          <a:lstStyle/>
          <a:p>
            <a:r>
              <a:rPr lang="en-US" altLang="en-US"/>
              <a:t>Treated differently from user memory</a:t>
            </a:r>
          </a:p>
          <a:p>
            <a:r>
              <a:rPr lang="en-US" altLang="en-US"/>
              <a:t>Often allocated from a free-memory pool</a:t>
            </a:r>
          </a:p>
          <a:p>
            <a:pPr lvl="1"/>
            <a:r>
              <a:rPr lang="en-US" altLang="en-US"/>
              <a:t>Kernel requests memory for structures of varying sizes</a:t>
            </a:r>
          </a:p>
          <a:p>
            <a:pPr lvl="1"/>
            <a:r>
              <a:rPr lang="en-US" altLang="en-US"/>
              <a:t>Some kernel memory needs to be contiguous</a:t>
            </a:r>
          </a:p>
          <a:p>
            <a:pPr lvl="2"/>
            <a:r>
              <a:rPr lang="en-US" altLang="en-US"/>
              <a:t>I.e. for device I/O</a:t>
            </a:r>
          </a:p>
          <a:p>
            <a:pPr>
              <a:buFont typeface="Monotype Sorts" pitchFamily="-84" charset="2"/>
              <a:buNone/>
            </a:pPr>
            <a:endParaRPr lang="en-US" altLang="en-US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>
            <a:extLst>
              <a:ext uri="{FF2B5EF4-FFF2-40B4-BE49-F238E27FC236}">
                <a16:creationId xmlns:a16="http://schemas.microsoft.com/office/drawing/2014/main" id="{4E611254-A0C8-36F6-6623-0B8A35D178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3811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Buddy System</a:t>
            </a:r>
          </a:p>
        </p:txBody>
      </p:sp>
      <p:sp>
        <p:nvSpPr>
          <p:cNvPr id="66563" name="Rectangle 3">
            <a:extLst>
              <a:ext uri="{FF2B5EF4-FFF2-40B4-BE49-F238E27FC236}">
                <a16:creationId xmlns:a16="http://schemas.microsoft.com/office/drawing/2014/main" id="{5DC083A7-84C5-9D68-ACF9-617FACAB560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08050" y="1042988"/>
            <a:ext cx="7854950" cy="5243512"/>
          </a:xfrm>
        </p:spPr>
        <p:txBody>
          <a:bodyPr/>
          <a:lstStyle/>
          <a:p>
            <a:r>
              <a:rPr lang="en-US" altLang="en-US"/>
              <a:t>Allocates memory from fixed-size segment consisting of physically-contiguous pages</a:t>
            </a:r>
          </a:p>
          <a:p>
            <a:r>
              <a:rPr lang="en-US" altLang="en-US"/>
              <a:t>Memory allocated using </a:t>
            </a:r>
            <a:r>
              <a:rPr lang="en-US" altLang="en-US" b="1">
                <a:solidFill>
                  <a:srgbClr val="3366FF"/>
                </a:solidFill>
              </a:rPr>
              <a:t>power-of-2 allocator</a:t>
            </a:r>
          </a:p>
          <a:p>
            <a:pPr lvl="1"/>
            <a:r>
              <a:rPr lang="en-US" altLang="en-US"/>
              <a:t>Satisfies requests in units sized as power of 2</a:t>
            </a:r>
          </a:p>
          <a:p>
            <a:pPr lvl="1"/>
            <a:r>
              <a:rPr lang="en-US" altLang="en-US"/>
              <a:t>Request rounded up to next highest power of 2</a:t>
            </a:r>
          </a:p>
          <a:p>
            <a:pPr lvl="1"/>
            <a:r>
              <a:rPr lang="en-US" altLang="en-US"/>
              <a:t>When smaller allocation needed than is available, current chunk split into two buddies of next-lower power of 2</a:t>
            </a:r>
          </a:p>
          <a:p>
            <a:pPr lvl="2"/>
            <a:r>
              <a:rPr lang="en-US" altLang="en-US"/>
              <a:t>Continue until appropriate sized chunk available</a:t>
            </a:r>
          </a:p>
          <a:p>
            <a:r>
              <a:rPr lang="en-US" altLang="en-US"/>
              <a:t>For example, assume 256KB chunk available, kernel requests 21KB</a:t>
            </a:r>
          </a:p>
          <a:p>
            <a:pPr lvl="1"/>
            <a:r>
              <a:rPr lang="en-US" altLang="en-US"/>
              <a:t>Split into A</a:t>
            </a:r>
            <a:r>
              <a:rPr lang="en-US" altLang="en-US" baseline="-25000"/>
              <a:t>L</a:t>
            </a:r>
            <a:r>
              <a:rPr lang="en-US" altLang="en-US"/>
              <a:t> </a:t>
            </a:r>
            <a:r>
              <a:rPr lang="en-US" altLang="en-US" baseline="-25000"/>
              <a:t>and</a:t>
            </a:r>
            <a:r>
              <a:rPr lang="en-US" altLang="en-US"/>
              <a:t> A</a:t>
            </a:r>
            <a:r>
              <a:rPr lang="en-US" altLang="en-US" baseline="-25000"/>
              <a:t>R</a:t>
            </a:r>
            <a:r>
              <a:rPr lang="en-US" altLang="en-US"/>
              <a:t> of 128KB each</a:t>
            </a:r>
          </a:p>
          <a:p>
            <a:pPr lvl="2"/>
            <a:r>
              <a:rPr lang="en-US" altLang="en-US"/>
              <a:t>One further divided into B</a:t>
            </a:r>
            <a:r>
              <a:rPr lang="en-US" altLang="en-US" baseline="-25000"/>
              <a:t>L</a:t>
            </a:r>
            <a:r>
              <a:rPr lang="en-US" altLang="en-US"/>
              <a:t> and B</a:t>
            </a:r>
            <a:r>
              <a:rPr lang="en-US" altLang="en-US" baseline="-25000"/>
              <a:t>R</a:t>
            </a:r>
            <a:r>
              <a:rPr lang="en-US" altLang="en-US"/>
              <a:t> of 64KB</a:t>
            </a:r>
          </a:p>
          <a:p>
            <a:pPr lvl="3"/>
            <a:r>
              <a:rPr lang="en-US" altLang="en-US"/>
              <a:t>One further into C</a:t>
            </a:r>
            <a:r>
              <a:rPr lang="en-US" altLang="en-US" baseline="-25000"/>
              <a:t>L</a:t>
            </a:r>
            <a:r>
              <a:rPr lang="en-US" altLang="en-US"/>
              <a:t> and C</a:t>
            </a:r>
            <a:r>
              <a:rPr lang="en-US" altLang="en-US" baseline="-25000"/>
              <a:t>R</a:t>
            </a:r>
            <a:r>
              <a:rPr lang="en-US" altLang="en-US"/>
              <a:t> of 32KB each – one used to satisfy request</a:t>
            </a:r>
          </a:p>
          <a:p>
            <a:r>
              <a:rPr lang="en-US" altLang="en-US"/>
              <a:t>Advantage – quickly </a:t>
            </a:r>
            <a:r>
              <a:rPr lang="en-US" altLang="en-US" b="1">
                <a:solidFill>
                  <a:srgbClr val="3366FF"/>
                </a:solidFill>
              </a:rPr>
              <a:t>coalesce</a:t>
            </a:r>
            <a:r>
              <a:rPr lang="en-US" altLang="en-US"/>
              <a:t> unused chunks into larger chunk</a:t>
            </a:r>
          </a:p>
          <a:p>
            <a:r>
              <a:rPr lang="en-US" altLang="en-US"/>
              <a:t>Disadvantage - fragmentation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>
            <a:extLst>
              <a:ext uri="{FF2B5EF4-FFF2-40B4-BE49-F238E27FC236}">
                <a16:creationId xmlns:a16="http://schemas.microsoft.com/office/drawing/2014/main" id="{53F95A00-D252-3ADD-2800-6E8FB0F699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63613" y="201613"/>
            <a:ext cx="7723187" cy="576262"/>
          </a:xfrm>
        </p:spPr>
        <p:txBody>
          <a:bodyPr/>
          <a:lstStyle/>
          <a:p>
            <a:pPr eaLnBrk="1" hangingPunct="1"/>
            <a:r>
              <a:rPr lang="en-US" altLang="en-US"/>
              <a:t>Buddy System Allocator</a:t>
            </a:r>
          </a:p>
        </p:txBody>
      </p:sp>
      <p:pic>
        <p:nvPicPr>
          <p:cNvPr id="67587" name="Picture 1" descr="9_26.pdf">
            <a:extLst>
              <a:ext uri="{FF2B5EF4-FFF2-40B4-BE49-F238E27FC236}">
                <a16:creationId xmlns:a16="http://schemas.microsoft.com/office/drawing/2014/main" id="{E184F522-78A6-6426-63AE-1764F7774A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7600" y="1111250"/>
            <a:ext cx="4589463" cy="4497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>
            <a:extLst>
              <a:ext uri="{FF2B5EF4-FFF2-40B4-BE49-F238E27FC236}">
                <a16:creationId xmlns:a16="http://schemas.microsoft.com/office/drawing/2014/main" id="{F9771BE8-63E6-078C-F4E6-2BAC4CA102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81088" y="188913"/>
            <a:ext cx="7605712" cy="576262"/>
          </a:xfrm>
        </p:spPr>
        <p:txBody>
          <a:bodyPr/>
          <a:lstStyle/>
          <a:p>
            <a:pPr eaLnBrk="1" hangingPunct="1"/>
            <a:r>
              <a:rPr lang="en-US" altLang="en-US"/>
              <a:t>Slab Allocator</a:t>
            </a:r>
          </a:p>
        </p:txBody>
      </p:sp>
      <p:sp>
        <p:nvSpPr>
          <p:cNvPr id="68611" name="Rectangle 3">
            <a:extLst>
              <a:ext uri="{FF2B5EF4-FFF2-40B4-BE49-F238E27FC236}">
                <a16:creationId xmlns:a16="http://schemas.microsoft.com/office/drawing/2014/main" id="{8C8404AA-42EB-B357-991F-45E95EB09E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9950" y="1081088"/>
            <a:ext cx="7067550" cy="5046662"/>
          </a:xfrm>
        </p:spPr>
        <p:txBody>
          <a:bodyPr/>
          <a:lstStyle/>
          <a:p>
            <a:r>
              <a:rPr lang="en-US" altLang="en-US"/>
              <a:t>Alternate strategy</a:t>
            </a:r>
            <a:endParaRPr lang="en-US" altLang="en-US" sz="800"/>
          </a:p>
          <a:p>
            <a:r>
              <a:rPr lang="en-US" altLang="en-US" b="1">
                <a:solidFill>
                  <a:srgbClr val="3366FF"/>
                </a:solidFill>
              </a:rPr>
              <a:t>Slab</a:t>
            </a:r>
            <a:r>
              <a:rPr lang="en-US" altLang="en-US">
                <a:solidFill>
                  <a:srgbClr val="3366FF"/>
                </a:solidFill>
              </a:rPr>
              <a:t> </a:t>
            </a:r>
            <a:r>
              <a:rPr lang="en-US" altLang="en-US"/>
              <a:t>is one or more physically contiguous pages</a:t>
            </a:r>
            <a:endParaRPr lang="en-US" altLang="en-US" sz="800"/>
          </a:p>
          <a:p>
            <a:r>
              <a:rPr lang="en-US" altLang="en-US" b="1">
                <a:solidFill>
                  <a:srgbClr val="3366FF"/>
                </a:solidFill>
              </a:rPr>
              <a:t>Cache</a:t>
            </a:r>
            <a:r>
              <a:rPr lang="en-US" altLang="en-US">
                <a:solidFill>
                  <a:srgbClr val="3366FF"/>
                </a:solidFill>
              </a:rPr>
              <a:t> </a:t>
            </a:r>
            <a:r>
              <a:rPr lang="en-US" altLang="en-US"/>
              <a:t>consists of one or more slabs</a:t>
            </a:r>
            <a:endParaRPr lang="en-US" altLang="en-US" sz="800"/>
          </a:p>
          <a:p>
            <a:r>
              <a:rPr lang="en-US" altLang="en-US"/>
              <a:t>Single cache for each unique kernel data structure</a:t>
            </a:r>
          </a:p>
          <a:p>
            <a:pPr lvl="1"/>
            <a:r>
              <a:rPr lang="en-US" altLang="en-US"/>
              <a:t>Each cache filled with </a:t>
            </a:r>
            <a:r>
              <a:rPr lang="en-US" altLang="en-US" b="1">
                <a:solidFill>
                  <a:srgbClr val="3366FF"/>
                </a:solidFill>
              </a:rPr>
              <a:t>objects</a:t>
            </a:r>
            <a:r>
              <a:rPr lang="en-US" altLang="en-US">
                <a:solidFill>
                  <a:srgbClr val="3366FF"/>
                </a:solidFill>
              </a:rPr>
              <a:t> </a:t>
            </a:r>
            <a:r>
              <a:rPr lang="en-US" altLang="en-US"/>
              <a:t>– instantiations of the data structure</a:t>
            </a:r>
            <a:endParaRPr lang="en-US" altLang="en-US" sz="800"/>
          </a:p>
          <a:p>
            <a:r>
              <a:rPr lang="en-US" altLang="en-US"/>
              <a:t>When cache created, filled with objects marked as </a:t>
            </a:r>
            <a:r>
              <a:rPr lang="en-US" altLang="en-US" b="1">
                <a:latin typeface="Courier New" panose="02070309020205020404" pitchFamily="49" charset="0"/>
                <a:cs typeface="Courier New" panose="02070309020205020404" pitchFamily="49" charset="0"/>
              </a:rPr>
              <a:t>free</a:t>
            </a:r>
            <a:endParaRPr lang="en-US" altLang="en-US" sz="800" b="1"/>
          </a:p>
          <a:p>
            <a:r>
              <a:rPr lang="en-US" altLang="en-US"/>
              <a:t>When structures stored, objects marked as </a:t>
            </a:r>
            <a:r>
              <a:rPr lang="en-US" altLang="en-US" b="1">
                <a:latin typeface="Courier New" panose="02070309020205020404" pitchFamily="49" charset="0"/>
                <a:cs typeface="Courier New" panose="02070309020205020404" pitchFamily="49" charset="0"/>
              </a:rPr>
              <a:t>used</a:t>
            </a:r>
            <a:endParaRPr lang="en-US" altLang="en-US" sz="800" b="1"/>
          </a:p>
          <a:p>
            <a:r>
              <a:rPr lang="en-US" altLang="en-US"/>
              <a:t>If slab is full of used objects, next object allocated from empty slab</a:t>
            </a:r>
          </a:p>
          <a:p>
            <a:pPr lvl="1"/>
            <a:r>
              <a:rPr lang="en-US" altLang="en-US"/>
              <a:t>If no empty slabs, new slab allocated</a:t>
            </a:r>
            <a:endParaRPr lang="en-US" altLang="en-US" sz="800"/>
          </a:p>
          <a:p>
            <a:r>
              <a:rPr lang="en-US" altLang="en-US"/>
              <a:t>Benefits include no fragmentation, fast memory request satisfaction</a:t>
            </a:r>
          </a:p>
          <a:p>
            <a:pPr>
              <a:buFont typeface="Monotype Sorts" pitchFamily="-84" charset="2"/>
              <a:buNone/>
            </a:pPr>
            <a:endParaRPr lang="en-US" altLang="en-US"/>
          </a:p>
          <a:p>
            <a:endParaRPr lang="en-US" altLang="en-US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>
            <a:extLst>
              <a:ext uri="{FF2B5EF4-FFF2-40B4-BE49-F238E27FC236}">
                <a16:creationId xmlns:a16="http://schemas.microsoft.com/office/drawing/2014/main" id="{6CF593C5-3EA1-CCA9-4A16-9A4E8F8133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50925" y="163513"/>
            <a:ext cx="7635875" cy="576262"/>
          </a:xfrm>
        </p:spPr>
        <p:txBody>
          <a:bodyPr/>
          <a:lstStyle/>
          <a:p>
            <a:pPr eaLnBrk="1" hangingPunct="1"/>
            <a:r>
              <a:rPr lang="en-US" altLang="en-US"/>
              <a:t>Slab Allocation</a:t>
            </a:r>
          </a:p>
        </p:txBody>
      </p:sp>
      <p:pic>
        <p:nvPicPr>
          <p:cNvPr id="69635" name="Picture 1" descr="9_27.pdf">
            <a:extLst>
              <a:ext uri="{FF2B5EF4-FFF2-40B4-BE49-F238E27FC236}">
                <a16:creationId xmlns:a16="http://schemas.microsoft.com/office/drawing/2014/main" id="{0FEE9096-5C49-2B9D-AE5B-01B830A891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3900" y="1182688"/>
            <a:ext cx="5129213" cy="40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>
            <a:extLst>
              <a:ext uri="{FF2B5EF4-FFF2-40B4-BE49-F238E27FC236}">
                <a16:creationId xmlns:a16="http://schemas.microsoft.com/office/drawing/2014/main" id="{BF89F4A2-7647-0DC6-1215-83EA1F35CD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81088" y="188913"/>
            <a:ext cx="7605712" cy="576262"/>
          </a:xfrm>
        </p:spPr>
        <p:txBody>
          <a:bodyPr/>
          <a:lstStyle/>
          <a:p>
            <a:pPr eaLnBrk="1" hangingPunct="1"/>
            <a:r>
              <a:rPr lang="en-US" altLang="en-US"/>
              <a:t>Slab Allocator in Linux</a:t>
            </a:r>
          </a:p>
        </p:txBody>
      </p:sp>
      <p:sp>
        <p:nvSpPr>
          <p:cNvPr id="70659" name="Rectangle 3">
            <a:extLst>
              <a:ext uri="{FF2B5EF4-FFF2-40B4-BE49-F238E27FC236}">
                <a16:creationId xmlns:a16="http://schemas.microsoft.com/office/drawing/2014/main" id="{4DFB757E-0BB5-6501-81CF-6FDF365CBF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95350" y="1065213"/>
            <a:ext cx="7704138" cy="5214937"/>
          </a:xfrm>
        </p:spPr>
        <p:txBody>
          <a:bodyPr/>
          <a:lstStyle/>
          <a:p>
            <a:r>
              <a:rPr lang="en-US" altLang="en-US"/>
              <a:t>For example process descriptor is of type </a:t>
            </a:r>
            <a:r>
              <a:rPr lang="en-US" altLang="en-US">
                <a:latin typeface="Courier New" panose="02070309020205020404" pitchFamily="49" charset="0"/>
                <a:cs typeface="Courier New" panose="02070309020205020404" pitchFamily="49" charset="0"/>
              </a:rPr>
              <a:t>struct task_struct</a:t>
            </a:r>
            <a:endParaRPr lang="en-US" altLang="en-US"/>
          </a:p>
          <a:p>
            <a:r>
              <a:rPr lang="en-US" altLang="en-US"/>
              <a:t>Approx 1.7KB of memory</a:t>
            </a:r>
          </a:p>
          <a:p>
            <a:r>
              <a:rPr lang="en-US" altLang="en-US"/>
              <a:t>New task -&gt; allocate new struct from cache</a:t>
            </a:r>
          </a:p>
          <a:p>
            <a:pPr lvl="1"/>
            <a:r>
              <a:rPr lang="en-US" altLang="en-US"/>
              <a:t>Will use existing free </a:t>
            </a:r>
            <a:r>
              <a:rPr lang="en-US" altLang="en-US">
                <a:latin typeface="Courier New" panose="02070309020205020404" pitchFamily="49" charset="0"/>
                <a:cs typeface="Courier New" panose="02070309020205020404" pitchFamily="49" charset="0"/>
              </a:rPr>
              <a:t>struct task_struct</a:t>
            </a:r>
            <a:endParaRPr lang="en-US" altLang="en-US"/>
          </a:p>
          <a:p>
            <a:r>
              <a:rPr lang="en-US" altLang="en-US"/>
              <a:t>Slab can be in three possible states</a:t>
            </a:r>
          </a:p>
          <a:p>
            <a:pPr lvl="1">
              <a:buFont typeface="Arial" panose="020B0604020202020204" pitchFamily="34" charset="0"/>
              <a:buAutoNum type="arabicPeriod"/>
            </a:pPr>
            <a:r>
              <a:rPr lang="en-US" altLang="en-US"/>
              <a:t>Full – all used</a:t>
            </a:r>
          </a:p>
          <a:p>
            <a:pPr lvl="1">
              <a:buFont typeface="Arial" panose="020B0604020202020204" pitchFamily="34" charset="0"/>
              <a:buAutoNum type="arabicPeriod"/>
            </a:pPr>
            <a:r>
              <a:rPr lang="en-US" altLang="en-US"/>
              <a:t>Empty – all free</a:t>
            </a:r>
          </a:p>
          <a:p>
            <a:pPr lvl="1">
              <a:buFont typeface="Arial" panose="020B0604020202020204" pitchFamily="34" charset="0"/>
              <a:buAutoNum type="arabicPeriod"/>
            </a:pPr>
            <a:r>
              <a:rPr lang="en-US" altLang="en-US"/>
              <a:t>Partial – mix of free and used</a:t>
            </a:r>
          </a:p>
          <a:p>
            <a:r>
              <a:rPr lang="en-US" altLang="en-US"/>
              <a:t>Upon request, slab allocator</a:t>
            </a:r>
          </a:p>
          <a:p>
            <a:pPr lvl="1">
              <a:buFont typeface="Arial" panose="020B0604020202020204" pitchFamily="34" charset="0"/>
              <a:buAutoNum type="arabicPeriod"/>
            </a:pPr>
            <a:r>
              <a:rPr lang="en-US" altLang="en-US"/>
              <a:t>Uses free struct in partial slab</a:t>
            </a:r>
          </a:p>
          <a:p>
            <a:pPr lvl="1">
              <a:buFont typeface="Arial" panose="020B0604020202020204" pitchFamily="34" charset="0"/>
              <a:buAutoNum type="arabicPeriod"/>
            </a:pPr>
            <a:r>
              <a:rPr lang="en-US" altLang="en-US"/>
              <a:t>If none, takes one from empty slab</a:t>
            </a:r>
          </a:p>
          <a:p>
            <a:pPr lvl="1">
              <a:buFont typeface="Arial" panose="020B0604020202020204" pitchFamily="34" charset="0"/>
              <a:buAutoNum type="arabicPeriod"/>
            </a:pPr>
            <a:r>
              <a:rPr lang="en-US" altLang="en-US"/>
              <a:t>If no empty slab, create new empty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>
            <a:extLst>
              <a:ext uri="{FF2B5EF4-FFF2-40B4-BE49-F238E27FC236}">
                <a16:creationId xmlns:a16="http://schemas.microsoft.com/office/drawing/2014/main" id="{8333A83B-F7D7-F973-DC93-B269A6B1BA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81088" y="188913"/>
            <a:ext cx="7605712" cy="576262"/>
          </a:xfrm>
        </p:spPr>
        <p:txBody>
          <a:bodyPr/>
          <a:lstStyle/>
          <a:p>
            <a:pPr eaLnBrk="1" hangingPunct="1"/>
            <a:r>
              <a:rPr lang="en-US" altLang="en-US"/>
              <a:t>Slab Allocator in Linux (Cont.)</a:t>
            </a:r>
          </a:p>
        </p:txBody>
      </p:sp>
      <p:sp>
        <p:nvSpPr>
          <p:cNvPr id="71683" name="Rectangle 3">
            <a:extLst>
              <a:ext uri="{FF2B5EF4-FFF2-40B4-BE49-F238E27FC236}">
                <a16:creationId xmlns:a16="http://schemas.microsoft.com/office/drawing/2014/main" id="{E70A8609-7487-3F0A-4098-C4D6609E4E3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9950" y="1103313"/>
            <a:ext cx="7321550" cy="5214937"/>
          </a:xfrm>
        </p:spPr>
        <p:txBody>
          <a:bodyPr/>
          <a:lstStyle/>
          <a:p>
            <a:r>
              <a:rPr lang="en-US" altLang="en-US"/>
              <a:t>Slab started in Solaris, now wide-spread for both kernel mode and user memory in various OSes</a:t>
            </a:r>
          </a:p>
          <a:p>
            <a:r>
              <a:rPr lang="en-US" altLang="en-US"/>
              <a:t>Linux  2.2 had SLAB, now has both SLOB and SLUB allocators</a:t>
            </a:r>
          </a:p>
          <a:p>
            <a:pPr lvl="1"/>
            <a:r>
              <a:rPr lang="en-US" altLang="en-US"/>
              <a:t>SLOB for systems with limited memory</a:t>
            </a:r>
          </a:p>
          <a:p>
            <a:pPr lvl="2"/>
            <a:r>
              <a:rPr lang="en-US" altLang="en-US"/>
              <a:t>Simple List of Blocks – maintains 3 list objects for small, medium, large objects</a:t>
            </a:r>
          </a:p>
          <a:p>
            <a:pPr lvl="1"/>
            <a:r>
              <a:rPr lang="en-US" altLang="en-US"/>
              <a:t>SLUB is performance-optimized SLAB removes per-CPU queues, metadata stored in page structure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>
            <a:extLst>
              <a:ext uri="{FF2B5EF4-FFF2-40B4-BE49-F238E27FC236}">
                <a16:creationId xmlns:a16="http://schemas.microsoft.com/office/drawing/2014/main" id="{33899D63-F3CA-AC67-4551-6DE50530A7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46150" y="188913"/>
            <a:ext cx="7791450" cy="576262"/>
          </a:xfrm>
        </p:spPr>
        <p:txBody>
          <a:bodyPr/>
          <a:lstStyle/>
          <a:p>
            <a:pPr eaLnBrk="1" hangingPunct="1"/>
            <a:r>
              <a:rPr lang="en-US" altLang="en-US"/>
              <a:t>Other Considerations -- Prepaging</a:t>
            </a:r>
          </a:p>
        </p:txBody>
      </p:sp>
      <p:sp>
        <p:nvSpPr>
          <p:cNvPr id="72707" name="Rectangle 3">
            <a:extLst>
              <a:ext uri="{FF2B5EF4-FFF2-40B4-BE49-F238E27FC236}">
                <a16:creationId xmlns:a16="http://schemas.microsoft.com/office/drawing/2014/main" id="{82C5D60C-03E4-A4B9-0328-2DFB1B5F1C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77888" y="1104900"/>
            <a:ext cx="7427912" cy="4908550"/>
          </a:xfrm>
        </p:spPr>
        <p:txBody>
          <a:bodyPr/>
          <a:lstStyle/>
          <a:p>
            <a:r>
              <a:rPr lang="en-US" altLang="en-US"/>
              <a:t>Prepaging </a:t>
            </a:r>
          </a:p>
          <a:p>
            <a:pPr lvl="1"/>
            <a:r>
              <a:rPr lang="en-US" altLang="en-US"/>
              <a:t>To reduce the large number of page faults that occurs at process startup</a:t>
            </a:r>
          </a:p>
          <a:p>
            <a:pPr lvl="1"/>
            <a:r>
              <a:rPr lang="en-US" altLang="en-US"/>
              <a:t>Prepage all or some of the pages a process will need, before they are referenced</a:t>
            </a:r>
          </a:p>
          <a:p>
            <a:pPr lvl="1"/>
            <a:r>
              <a:rPr lang="en-US" altLang="en-US"/>
              <a:t>But if prepaged pages are unused, I/O and memory was wasted</a:t>
            </a:r>
          </a:p>
          <a:p>
            <a:pPr lvl="1"/>
            <a:r>
              <a:rPr lang="en-US" altLang="en-US"/>
              <a:t>Assume </a:t>
            </a:r>
            <a:r>
              <a:rPr lang="en-US" altLang="en-US" i="1"/>
              <a:t>s</a:t>
            </a:r>
            <a:r>
              <a:rPr lang="en-US" altLang="en-US"/>
              <a:t> pages are prepaged and </a:t>
            </a:r>
            <a:r>
              <a:rPr lang="el-GR" altLang="en-US" i="1"/>
              <a:t>α</a:t>
            </a:r>
            <a:r>
              <a:rPr lang="en-US" altLang="en-US" i="1"/>
              <a:t> </a:t>
            </a:r>
            <a:r>
              <a:rPr lang="en-US" altLang="en-US"/>
              <a:t>of the pages is used</a:t>
            </a:r>
          </a:p>
          <a:p>
            <a:pPr lvl="2"/>
            <a:r>
              <a:rPr lang="en-US" altLang="en-US"/>
              <a:t>Is cost of </a:t>
            </a:r>
            <a:r>
              <a:rPr lang="en-US" altLang="en-US" b="1" i="1"/>
              <a:t>s * </a:t>
            </a:r>
            <a:r>
              <a:rPr lang="el-GR" altLang="en-US" b="1" i="1"/>
              <a:t>α</a:t>
            </a:r>
            <a:r>
              <a:rPr lang="en-US" altLang="en-US" b="1" i="1"/>
              <a:t>  </a:t>
            </a:r>
            <a:r>
              <a:rPr lang="en-US" altLang="en-US"/>
              <a:t>save pages faults &gt; or &lt; than the cost of prepaging</a:t>
            </a:r>
            <a:r>
              <a:rPr lang="en-US" altLang="en-US" i="1"/>
              <a:t> </a:t>
            </a:r>
            <a:br>
              <a:rPr lang="en-US" altLang="en-US" i="1"/>
            </a:br>
            <a:r>
              <a:rPr lang="en-US" altLang="en-US" b="1" i="1"/>
              <a:t>s * (1- </a:t>
            </a:r>
            <a:r>
              <a:rPr lang="el-GR" altLang="en-US" b="1" i="1"/>
              <a:t>α</a:t>
            </a:r>
            <a:r>
              <a:rPr lang="en-US" altLang="en-US" b="1" i="1"/>
              <a:t>) </a:t>
            </a:r>
            <a:r>
              <a:rPr lang="en-US" altLang="en-US"/>
              <a:t>unnecessary pages</a:t>
            </a:r>
            <a:r>
              <a:rPr lang="en-US" altLang="en-US" i="1"/>
              <a:t>?  </a:t>
            </a:r>
          </a:p>
          <a:p>
            <a:pPr lvl="2"/>
            <a:r>
              <a:rPr lang="el-GR" altLang="en-US" b="1" i="1"/>
              <a:t>α</a:t>
            </a:r>
            <a:r>
              <a:rPr lang="en-US" altLang="en-US" i="1"/>
              <a:t> </a:t>
            </a:r>
            <a:r>
              <a:rPr lang="en-US" altLang="en-US"/>
              <a:t>near zero </a:t>
            </a:r>
            <a:r>
              <a:rPr lang="en-US" altLang="en-US">
                <a:sym typeface="Symbol" panose="05050102010706020507" pitchFamily="18" charset="2"/>
              </a:rPr>
              <a:t> prepaging loses</a:t>
            </a:r>
            <a:r>
              <a:rPr lang="en-US" altLang="en-US"/>
              <a:t> 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>
            <a:extLst>
              <a:ext uri="{FF2B5EF4-FFF2-40B4-BE49-F238E27FC236}">
                <a16:creationId xmlns:a16="http://schemas.microsoft.com/office/drawing/2014/main" id="{A7E4B342-2013-A6EA-ED9B-DCAD0638DD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55713" y="163513"/>
            <a:ext cx="7431087" cy="576262"/>
          </a:xfrm>
        </p:spPr>
        <p:txBody>
          <a:bodyPr/>
          <a:lstStyle/>
          <a:p>
            <a:pPr eaLnBrk="1" hangingPunct="1"/>
            <a:r>
              <a:rPr lang="en-US" altLang="en-US"/>
              <a:t>Other Issues – Page Size</a:t>
            </a:r>
          </a:p>
        </p:txBody>
      </p:sp>
      <p:sp>
        <p:nvSpPr>
          <p:cNvPr id="73731" name="Rectangle 3">
            <a:extLst>
              <a:ext uri="{FF2B5EF4-FFF2-40B4-BE49-F238E27FC236}">
                <a16:creationId xmlns:a16="http://schemas.microsoft.com/office/drawing/2014/main" id="{BDCBE956-30B4-4371-6C63-126F6B1179F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20750" y="1069975"/>
            <a:ext cx="7289800" cy="4759325"/>
          </a:xfrm>
        </p:spPr>
        <p:txBody>
          <a:bodyPr/>
          <a:lstStyle/>
          <a:p>
            <a:r>
              <a:rPr lang="en-US" altLang="en-US"/>
              <a:t>Sometimes OS designers have a choice</a:t>
            </a:r>
          </a:p>
          <a:p>
            <a:pPr lvl="1"/>
            <a:r>
              <a:rPr lang="en-US" altLang="en-US"/>
              <a:t>Especially if running on custom-built CPU</a:t>
            </a:r>
          </a:p>
          <a:p>
            <a:r>
              <a:rPr lang="en-US" altLang="en-US"/>
              <a:t>Page size selection must take into consideration:</a:t>
            </a:r>
          </a:p>
          <a:p>
            <a:pPr lvl="1"/>
            <a:r>
              <a:rPr lang="en-US" altLang="en-US"/>
              <a:t>Fragmentation</a:t>
            </a:r>
          </a:p>
          <a:p>
            <a:pPr lvl="1"/>
            <a:r>
              <a:rPr lang="en-US" altLang="en-US"/>
              <a:t>Page table size </a:t>
            </a:r>
          </a:p>
          <a:p>
            <a:pPr lvl="1"/>
            <a:r>
              <a:rPr lang="en-US" altLang="en-US" b="1">
                <a:solidFill>
                  <a:srgbClr val="3366FF"/>
                </a:solidFill>
              </a:rPr>
              <a:t>Resolution</a:t>
            </a:r>
          </a:p>
          <a:p>
            <a:pPr lvl="1"/>
            <a:r>
              <a:rPr lang="en-US" altLang="en-US"/>
              <a:t>I/O overhead</a:t>
            </a:r>
          </a:p>
          <a:p>
            <a:pPr lvl="1"/>
            <a:r>
              <a:rPr lang="en-US" altLang="en-US"/>
              <a:t>Number of page faults</a:t>
            </a:r>
          </a:p>
          <a:p>
            <a:pPr lvl="1"/>
            <a:r>
              <a:rPr lang="en-US" altLang="en-US"/>
              <a:t>Locality</a:t>
            </a:r>
          </a:p>
          <a:p>
            <a:pPr lvl="1"/>
            <a:r>
              <a:rPr lang="en-US" altLang="en-US"/>
              <a:t>TLB size and effectiveness</a:t>
            </a:r>
          </a:p>
          <a:p>
            <a:r>
              <a:rPr lang="en-US" altLang="en-US"/>
              <a:t>Always power of 2, usually in the range 2</a:t>
            </a:r>
            <a:r>
              <a:rPr lang="en-US" altLang="en-US" baseline="30000"/>
              <a:t>12</a:t>
            </a:r>
            <a:r>
              <a:rPr lang="en-US" altLang="en-US"/>
              <a:t> (4,096 bytes) to 2</a:t>
            </a:r>
            <a:r>
              <a:rPr lang="en-US" altLang="en-US" baseline="30000"/>
              <a:t>22</a:t>
            </a:r>
            <a:r>
              <a:rPr lang="en-US" altLang="en-US"/>
              <a:t> (4,194,304 bytes)</a:t>
            </a:r>
          </a:p>
          <a:p>
            <a:r>
              <a:rPr lang="en-US" altLang="en-US"/>
              <a:t>On average, growing over time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>
            <a:extLst>
              <a:ext uri="{FF2B5EF4-FFF2-40B4-BE49-F238E27FC236}">
                <a16:creationId xmlns:a16="http://schemas.microsoft.com/office/drawing/2014/main" id="{3E906765-3F7A-DE92-23BC-1D77F2EAAA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92188" y="176213"/>
            <a:ext cx="7694612" cy="576262"/>
          </a:xfrm>
        </p:spPr>
        <p:txBody>
          <a:bodyPr/>
          <a:lstStyle/>
          <a:p>
            <a:pPr eaLnBrk="1" hangingPunct="1"/>
            <a:r>
              <a:rPr lang="en-US" altLang="en-US"/>
              <a:t>Other Issues – TLB Reach </a:t>
            </a:r>
          </a:p>
        </p:txBody>
      </p:sp>
      <p:sp>
        <p:nvSpPr>
          <p:cNvPr id="74755" name="Rectangle 3">
            <a:extLst>
              <a:ext uri="{FF2B5EF4-FFF2-40B4-BE49-F238E27FC236}">
                <a16:creationId xmlns:a16="http://schemas.microsoft.com/office/drawing/2014/main" id="{9D463171-21CB-A89B-2CB1-7A8D47482C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90588" y="1165225"/>
            <a:ext cx="7631112" cy="4418013"/>
          </a:xfrm>
        </p:spPr>
        <p:txBody>
          <a:bodyPr/>
          <a:lstStyle/>
          <a:p>
            <a:r>
              <a:rPr lang="en-US" altLang="en-US"/>
              <a:t>TLB Reach - The amount of memory accessible from the TLB</a:t>
            </a:r>
          </a:p>
          <a:p>
            <a:endParaRPr lang="en-US" altLang="en-US" sz="800"/>
          </a:p>
          <a:p>
            <a:r>
              <a:rPr lang="en-US" altLang="en-US"/>
              <a:t>TLB Reach = (TLB Size) X (Page Size)</a:t>
            </a:r>
          </a:p>
          <a:p>
            <a:endParaRPr lang="en-US" altLang="en-US" sz="800"/>
          </a:p>
          <a:p>
            <a:r>
              <a:rPr lang="en-US" altLang="en-US"/>
              <a:t>Ideally, the working set of each process is stored in the TLB</a:t>
            </a:r>
          </a:p>
          <a:p>
            <a:pPr lvl="1"/>
            <a:r>
              <a:rPr lang="en-US" altLang="en-US"/>
              <a:t>Otherwise there is a high degree of page faults</a:t>
            </a:r>
          </a:p>
          <a:p>
            <a:pPr lvl="1"/>
            <a:endParaRPr lang="en-US" altLang="en-US" sz="800"/>
          </a:p>
          <a:p>
            <a:r>
              <a:rPr lang="en-US" altLang="en-US"/>
              <a:t>Increase the Page Size</a:t>
            </a:r>
          </a:p>
          <a:p>
            <a:pPr lvl="1"/>
            <a:r>
              <a:rPr lang="en-US" altLang="en-US"/>
              <a:t>This may lead to an increase in fragmentation as not all applications require a large page size</a:t>
            </a:r>
          </a:p>
          <a:p>
            <a:pPr lvl="1"/>
            <a:endParaRPr lang="en-US" altLang="en-US" sz="800"/>
          </a:p>
          <a:p>
            <a:r>
              <a:rPr lang="en-US" altLang="en-US"/>
              <a:t>Provide Multiple Page Sizes</a:t>
            </a:r>
          </a:p>
          <a:p>
            <a:pPr lvl="1"/>
            <a:r>
              <a:rPr lang="en-US" altLang="en-US"/>
              <a:t>This allows applications that require larger page sizes the opportunity to use them without an increase in fragmentation</a:t>
            </a:r>
          </a:p>
          <a:p>
            <a:endParaRPr lang="en-US" altLang="en-US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>
            <a:extLst>
              <a:ext uri="{FF2B5EF4-FFF2-40B4-BE49-F238E27FC236}">
                <a16:creationId xmlns:a16="http://schemas.microsoft.com/office/drawing/2014/main" id="{BE905023-2266-0BF9-6394-E184C4ABA2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19188" y="163513"/>
            <a:ext cx="7605712" cy="576262"/>
          </a:xfrm>
        </p:spPr>
        <p:txBody>
          <a:bodyPr/>
          <a:lstStyle/>
          <a:p>
            <a:pPr eaLnBrk="1" hangingPunct="1"/>
            <a:r>
              <a:rPr lang="en-US" altLang="en-US"/>
              <a:t>Other Issues – Program Structure</a:t>
            </a:r>
          </a:p>
        </p:txBody>
      </p:sp>
      <p:sp>
        <p:nvSpPr>
          <p:cNvPr id="75779" name="Rectangle 3">
            <a:extLst>
              <a:ext uri="{FF2B5EF4-FFF2-40B4-BE49-F238E27FC236}">
                <a16:creationId xmlns:a16="http://schemas.microsoft.com/office/drawing/2014/main" id="{369F1306-AB04-3C15-E83B-C420F2D1FE8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77888" y="1104900"/>
            <a:ext cx="7548562" cy="4995863"/>
          </a:xfrm>
        </p:spPr>
        <p:txBody>
          <a:bodyPr/>
          <a:lstStyle/>
          <a:p>
            <a:pPr>
              <a:lnSpc>
                <a:spcPct val="90000"/>
              </a:lnSpc>
              <a:tabLst>
                <a:tab pos="3317875" algn="l"/>
                <a:tab pos="3649663" algn="l"/>
              </a:tabLst>
            </a:pPr>
            <a:r>
              <a:rPr lang="en-US" altLang="en-US"/>
              <a:t>Program structure</a:t>
            </a:r>
          </a:p>
          <a:p>
            <a:pPr lvl="1">
              <a:lnSpc>
                <a:spcPct val="90000"/>
              </a:lnSpc>
              <a:tabLst>
                <a:tab pos="3317875" algn="l"/>
                <a:tab pos="3649663" algn="l"/>
              </a:tabLst>
            </a:pPr>
            <a:r>
              <a:rPr lang="en-US" altLang="en-US">
                <a:latin typeface="Courier New" panose="02070309020205020404" pitchFamily="49" charset="0"/>
              </a:rPr>
              <a:t>int[128,128] data;</a:t>
            </a:r>
          </a:p>
          <a:p>
            <a:pPr lvl="1">
              <a:lnSpc>
                <a:spcPct val="90000"/>
              </a:lnSpc>
              <a:tabLst>
                <a:tab pos="3317875" algn="l"/>
                <a:tab pos="3649663" algn="l"/>
              </a:tabLst>
            </a:pPr>
            <a:r>
              <a:rPr lang="en-US" altLang="en-US"/>
              <a:t>Each row is stored in one page </a:t>
            </a:r>
          </a:p>
          <a:p>
            <a:pPr lvl="1">
              <a:lnSpc>
                <a:spcPct val="90000"/>
              </a:lnSpc>
              <a:tabLst>
                <a:tab pos="3317875" algn="l"/>
                <a:tab pos="3649663" algn="l"/>
              </a:tabLst>
            </a:pPr>
            <a:r>
              <a:rPr lang="en-US" altLang="en-US"/>
              <a:t>Program 1 	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317875" algn="l"/>
                <a:tab pos="3649663" algn="l"/>
              </a:tabLst>
            </a:pPr>
            <a:r>
              <a:rPr lang="en-US" altLang="en-US">
                <a:latin typeface="Courier New" panose="02070309020205020404" pitchFamily="49" charset="0"/>
              </a:rPr>
              <a:t>                for (j = 0; j &lt;128; j++)</a:t>
            </a:r>
            <a:br>
              <a:rPr lang="en-US" altLang="en-US">
                <a:latin typeface="Courier New" panose="02070309020205020404" pitchFamily="49" charset="0"/>
              </a:rPr>
            </a:br>
            <a:r>
              <a:rPr lang="en-US" altLang="en-US">
                <a:latin typeface="Courier New" panose="02070309020205020404" pitchFamily="49" charset="0"/>
              </a:rPr>
              <a:t>                  for (i = 0; i &lt; 128; i++)</a:t>
            </a:r>
            <a:br>
              <a:rPr lang="en-US" altLang="en-US">
                <a:latin typeface="Courier New" panose="02070309020205020404" pitchFamily="49" charset="0"/>
              </a:rPr>
            </a:br>
            <a:r>
              <a:rPr lang="en-US" altLang="en-US">
                <a:latin typeface="Courier New" panose="02070309020205020404" pitchFamily="49" charset="0"/>
              </a:rPr>
              <a:t>                        data[i,j] = 0;</a:t>
            </a:r>
            <a:br>
              <a:rPr lang="en-US" altLang="en-US">
                <a:latin typeface="Courier New" panose="02070309020205020404" pitchFamily="49" charset="0"/>
              </a:rPr>
            </a:br>
            <a:endParaRPr lang="en-US" altLang="en-US">
              <a:latin typeface="Courier New" panose="02070309020205020404" pitchFamily="49" charset="0"/>
            </a:endParaRPr>
          </a:p>
          <a:p>
            <a:pPr lvl="1">
              <a:lnSpc>
                <a:spcPct val="90000"/>
              </a:lnSpc>
              <a:buFont typeface="Monotype Sorts" pitchFamily="-84" charset="2"/>
              <a:buNone/>
              <a:tabLst>
                <a:tab pos="3317875" algn="l"/>
                <a:tab pos="3649663" algn="l"/>
              </a:tabLst>
            </a:pPr>
            <a:r>
              <a:rPr lang="en-US" altLang="en-US"/>
              <a:t>     128 x 128 = 16,384 page faults </a:t>
            </a:r>
            <a:br>
              <a:rPr lang="en-US" altLang="en-US"/>
            </a:br>
            <a:endParaRPr lang="en-US" altLang="en-US"/>
          </a:p>
          <a:p>
            <a:pPr lvl="1">
              <a:lnSpc>
                <a:spcPct val="90000"/>
              </a:lnSpc>
              <a:tabLst>
                <a:tab pos="3317875" algn="l"/>
                <a:tab pos="3649663" algn="l"/>
              </a:tabLst>
            </a:pPr>
            <a:r>
              <a:rPr lang="en-US" altLang="en-US"/>
              <a:t>Program 2 	</a:t>
            </a:r>
          </a:p>
          <a:p>
            <a:pPr lvl="1">
              <a:lnSpc>
                <a:spcPct val="90000"/>
              </a:lnSpc>
              <a:buFont typeface="Monotype Sorts" pitchFamily="-84" charset="2"/>
              <a:buNone/>
              <a:tabLst>
                <a:tab pos="3317875" algn="l"/>
                <a:tab pos="3649663" algn="l"/>
              </a:tabLst>
            </a:pPr>
            <a:r>
              <a:rPr lang="en-US" altLang="en-US">
                <a:latin typeface="Courier New" panose="02070309020205020404" pitchFamily="49" charset="0"/>
              </a:rPr>
              <a:t>             for (i = 0; i &lt; 128; i++)</a:t>
            </a:r>
            <a:br>
              <a:rPr lang="en-US" altLang="en-US">
                <a:latin typeface="Courier New" panose="02070309020205020404" pitchFamily="49" charset="0"/>
              </a:rPr>
            </a:br>
            <a:r>
              <a:rPr lang="en-US" altLang="en-US">
                <a:latin typeface="Courier New" panose="02070309020205020404" pitchFamily="49" charset="0"/>
              </a:rPr>
              <a:t>               for (j = 0; j &lt; 128; j++)</a:t>
            </a:r>
            <a:br>
              <a:rPr lang="en-US" altLang="en-US">
                <a:latin typeface="Courier New" panose="02070309020205020404" pitchFamily="49" charset="0"/>
              </a:rPr>
            </a:br>
            <a:r>
              <a:rPr lang="en-US" altLang="en-US">
                <a:latin typeface="Courier New" panose="02070309020205020404" pitchFamily="49" charset="0"/>
              </a:rPr>
              <a:t>                     data[i,j] = 0;</a:t>
            </a:r>
          </a:p>
          <a:p>
            <a:pPr lvl="1">
              <a:lnSpc>
                <a:spcPct val="90000"/>
              </a:lnSpc>
              <a:buFont typeface="Monotype Sorts" pitchFamily="-84" charset="2"/>
              <a:buNone/>
              <a:tabLst>
                <a:tab pos="3317875" algn="l"/>
                <a:tab pos="3649663" algn="l"/>
              </a:tabLst>
            </a:pPr>
            <a:br>
              <a:rPr lang="en-US" altLang="en-US"/>
            </a:br>
            <a:r>
              <a:rPr lang="en-US" altLang="en-US"/>
              <a:t>128 page faults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>
            <a:extLst>
              <a:ext uri="{FF2B5EF4-FFF2-40B4-BE49-F238E27FC236}">
                <a16:creationId xmlns:a16="http://schemas.microsoft.com/office/drawing/2014/main" id="{5DF501C6-96D1-FB43-D2F3-7F37B06D24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85825" y="150813"/>
            <a:ext cx="7800975" cy="576262"/>
          </a:xfrm>
        </p:spPr>
        <p:txBody>
          <a:bodyPr/>
          <a:lstStyle/>
          <a:p>
            <a:pPr eaLnBrk="1" hangingPunct="1"/>
            <a:r>
              <a:rPr lang="en-US" altLang="en-US"/>
              <a:t>Other Issues – I/O interlock</a:t>
            </a:r>
          </a:p>
        </p:txBody>
      </p:sp>
      <p:sp>
        <p:nvSpPr>
          <p:cNvPr id="76803" name="Rectangle 3">
            <a:extLst>
              <a:ext uri="{FF2B5EF4-FFF2-40B4-BE49-F238E27FC236}">
                <a16:creationId xmlns:a16="http://schemas.microsoft.com/office/drawing/2014/main" id="{06E1D6A6-8F85-3A1F-4506-93D585F2CE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7088" y="1193800"/>
            <a:ext cx="4176712" cy="4459288"/>
          </a:xfrm>
        </p:spPr>
        <p:txBody>
          <a:bodyPr/>
          <a:lstStyle/>
          <a:p>
            <a:r>
              <a:rPr lang="en-US" altLang="en-US" b="1">
                <a:solidFill>
                  <a:srgbClr val="3366FF"/>
                </a:solidFill>
              </a:rPr>
              <a:t>I/O Interlock</a:t>
            </a:r>
            <a:r>
              <a:rPr lang="en-US" altLang="en-US">
                <a:solidFill>
                  <a:srgbClr val="3366FF"/>
                </a:solidFill>
              </a:rPr>
              <a:t> </a:t>
            </a:r>
            <a:r>
              <a:rPr lang="en-US" altLang="en-US"/>
              <a:t>– Pages must sometimes be locked into memory</a:t>
            </a:r>
          </a:p>
          <a:p>
            <a:r>
              <a:rPr lang="en-US" altLang="en-US"/>
              <a:t>Consider I/O - Pages that are used for copying a file from a device must be locked from being selected for eviction by a page replacement algorithm</a:t>
            </a:r>
          </a:p>
          <a:p>
            <a:r>
              <a:rPr lang="en-US" altLang="en-US" b="1">
                <a:solidFill>
                  <a:srgbClr val="3366FF"/>
                </a:solidFill>
              </a:rPr>
              <a:t>Pinning</a:t>
            </a:r>
            <a:r>
              <a:rPr lang="en-US" altLang="en-US"/>
              <a:t> of pages to lock into memory</a:t>
            </a:r>
          </a:p>
        </p:txBody>
      </p:sp>
      <p:pic>
        <p:nvPicPr>
          <p:cNvPr id="76804" name="Picture 5">
            <a:extLst>
              <a:ext uri="{FF2B5EF4-FFF2-40B4-BE49-F238E27FC236}">
                <a16:creationId xmlns:a16="http://schemas.microsoft.com/office/drawing/2014/main" id="{7F70D1E4-78B1-9242-F637-ECEA07C05A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0700" y="1677988"/>
            <a:ext cx="2914650" cy="3376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>
            <a:extLst>
              <a:ext uri="{FF2B5EF4-FFF2-40B4-BE49-F238E27FC236}">
                <a16:creationId xmlns:a16="http://schemas.microsoft.com/office/drawing/2014/main" id="{AFAD0547-2FB4-5351-79F9-52F5CF37CE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76300" y="176213"/>
            <a:ext cx="7810500" cy="576262"/>
          </a:xfrm>
        </p:spPr>
        <p:txBody>
          <a:bodyPr/>
          <a:lstStyle/>
          <a:p>
            <a:pPr eaLnBrk="1" hangingPunct="1"/>
            <a:r>
              <a:rPr lang="en-US" altLang="en-US"/>
              <a:t>Operating System Examples</a:t>
            </a:r>
          </a:p>
        </p:txBody>
      </p:sp>
      <p:sp>
        <p:nvSpPr>
          <p:cNvPr id="77827" name="Rectangle 3">
            <a:extLst>
              <a:ext uri="{FF2B5EF4-FFF2-40B4-BE49-F238E27FC236}">
                <a16:creationId xmlns:a16="http://schemas.microsoft.com/office/drawing/2014/main" id="{DC0EF008-F673-4804-80D3-4EC12532F51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7088" y="1435100"/>
            <a:ext cx="7351712" cy="4483100"/>
          </a:xfrm>
        </p:spPr>
        <p:txBody>
          <a:bodyPr/>
          <a:lstStyle/>
          <a:p>
            <a:r>
              <a:rPr lang="en-US" altLang="en-US"/>
              <a:t>Windows</a:t>
            </a:r>
          </a:p>
          <a:p>
            <a:endParaRPr lang="en-US" altLang="en-US"/>
          </a:p>
          <a:p>
            <a:r>
              <a:rPr lang="en-US" altLang="en-US"/>
              <a:t>Solaris 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>
            <a:extLst>
              <a:ext uri="{FF2B5EF4-FFF2-40B4-BE49-F238E27FC236}">
                <a16:creationId xmlns:a16="http://schemas.microsoft.com/office/drawing/2014/main" id="{09237208-9D9B-9938-83CC-BACCD11A4B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5081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Windows</a:t>
            </a:r>
          </a:p>
        </p:txBody>
      </p:sp>
      <p:sp>
        <p:nvSpPr>
          <p:cNvPr id="78851" name="Rectangle 3">
            <a:extLst>
              <a:ext uri="{FF2B5EF4-FFF2-40B4-BE49-F238E27FC236}">
                <a16:creationId xmlns:a16="http://schemas.microsoft.com/office/drawing/2014/main" id="{701989F1-5903-D43A-EB34-4C2C67C323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82650" y="1017588"/>
            <a:ext cx="7296150" cy="5299075"/>
          </a:xfrm>
        </p:spPr>
        <p:txBody>
          <a:bodyPr/>
          <a:lstStyle/>
          <a:p>
            <a:r>
              <a:rPr lang="en-US" altLang="en-US"/>
              <a:t>Uses demand paging with </a:t>
            </a:r>
            <a:r>
              <a:rPr lang="en-US" altLang="en-US" b="1">
                <a:solidFill>
                  <a:srgbClr val="3366FF"/>
                </a:solidFill>
              </a:rPr>
              <a:t>clustering</a:t>
            </a:r>
            <a:r>
              <a:rPr lang="en-US" altLang="en-US"/>
              <a:t>. Clustering brings in pages surrounding the faulting page</a:t>
            </a:r>
            <a:endParaRPr lang="en-US" altLang="en-US" sz="800"/>
          </a:p>
          <a:p>
            <a:r>
              <a:rPr lang="en-US" altLang="en-US"/>
              <a:t>Processes are assigned </a:t>
            </a:r>
            <a:r>
              <a:rPr lang="en-US" altLang="en-US" b="1">
                <a:solidFill>
                  <a:srgbClr val="3366FF"/>
                </a:solidFill>
              </a:rPr>
              <a:t>working set minimum</a:t>
            </a:r>
            <a:r>
              <a:rPr lang="en-US" altLang="en-US">
                <a:solidFill>
                  <a:srgbClr val="3366FF"/>
                </a:solidFill>
              </a:rPr>
              <a:t> </a:t>
            </a:r>
            <a:r>
              <a:rPr lang="en-US" altLang="en-US"/>
              <a:t>and </a:t>
            </a:r>
            <a:r>
              <a:rPr lang="en-US" altLang="en-US" b="1">
                <a:solidFill>
                  <a:srgbClr val="3366FF"/>
                </a:solidFill>
              </a:rPr>
              <a:t>working set maximum</a:t>
            </a:r>
            <a:endParaRPr lang="en-US" altLang="en-US" sz="800">
              <a:solidFill>
                <a:srgbClr val="3366FF"/>
              </a:solidFill>
            </a:endParaRPr>
          </a:p>
          <a:p>
            <a:r>
              <a:rPr lang="en-US" altLang="en-US"/>
              <a:t>Working set minimum is the minimum number of pages the process is guaranteed to have in memory</a:t>
            </a:r>
            <a:endParaRPr lang="en-US" altLang="en-US" sz="800"/>
          </a:p>
          <a:p>
            <a:r>
              <a:rPr lang="en-US" altLang="en-US"/>
              <a:t>A process may be assigned as many pages up to its working set maximum</a:t>
            </a:r>
            <a:endParaRPr lang="en-US" altLang="en-US" sz="800"/>
          </a:p>
          <a:p>
            <a:r>
              <a:rPr lang="en-US" altLang="en-US"/>
              <a:t>When the amount of free memory in the system falls below a threshold, </a:t>
            </a:r>
            <a:r>
              <a:rPr lang="en-US" altLang="en-US" b="1">
                <a:solidFill>
                  <a:srgbClr val="3366FF"/>
                </a:solidFill>
              </a:rPr>
              <a:t>automatic working set trimming</a:t>
            </a:r>
            <a:r>
              <a:rPr lang="en-US" altLang="en-US">
                <a:solidFill>
                  <a:srgbClr val="3366FF"/>
                </a:solidFill>
              </a:rPr>
              <a:t> </a:t>
            </a:r>
            <a:r>
              <a:rPr lang="en-US" altLang="en-US"/>
              <a:t>is performed to restore the amount of free memory</a:t>
            </a:r>
            <a:endParaRPr lang="en-US" altLang="en-US" sz="800"/>
          </a:p>
          <a:p>
            <a:r>
              <a:rPr lang="en-US" altLang="en-US"/>
              <a:t>Working set trimming removes pages from processes that have pages in excess of their working set minimum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>
            <a:extLst>
              <a:ext uri="{FF2B5EF4-FFF2-40B4-BE49-F238E27FC236}">
                <a16:creationId xmlns:a16="http://schemas.microsoft.com/office/drawing/2014/main" id="{EC9DD0CE-2F1C-43F2-A36B-9AF0718A90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1271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Solaris </a:t>
            </a:r>
          </a:p>
        </p:txBody>
      </p:sp>
      <p:sp>
        <p:nvSpPr>
          <p:cNvPr id="79875" name="Rectangle 3">
            <a:extLst>
              <a:ext uri="{FF2B5EF4-FFF2-40B4-BE49-F238E27FC236}">
                <a16:creationId xmlns:a16="http://schemas.microsoft.com/office/drawing/2014/main" id="{7835E3FF-0041-1FBD-816D-68CDE6C63A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9950" y="1030288"/>
            <a:ext cx="7334250" cy="5386387"/>
          </a:xfrm>
        </p:spPr>
        <p:txBody>
          <a:bodyPr/>
          <a:lstStyle/>
          <a:p>
            <a:r>
              <a:rPr lang="en-US" altLang="en-US"/>
              <a:t>Maintains a list of free pages to assign faulting processes</a:t>
            </a:r>
            <a:endParaRPr lang="en-US" altLang="en-US" sz="800"/>
          </a:p>
          <a:p>
            <a:r>
              <a:rPr lang="en-US" altLang="en-US" b="1">
                <a:latin typeface="Courier New" panose="02070309020205020404" pitchFamily="49" charset="0"/>
                <a:cs typeface="Courier New" panose="02070309020205020404" pitchFamily="49" charset="0"/>
              </a:rPr>
              <a:t>Lotsfree</a:t>
            </a:r>
            <a:r>
              <a:rPr lang="en-US" altLang="en-US"/>
              <a:t> – threshold parameter (amount of free memory) to begin paging</a:t>
            </a:r>
            <a:endParaRPr lang="en-US" altLang="en-US" sz="800"/>
          </a:p>
          <a:p>
            <a:r>
              <a:rPr lang="en-US" altLang="en-US" b="1">
                <a:latin typeface="Courier New" panose="02070309020205020404" pitchFamily="49" charset="0"/>
                <a:cs typeface="Courier New" panose="02070309020205020404" pitchFamily="49" charset="0"/>
              </a:rPr>
              <a:t>Desfree</a:t>
            </a:r>
            <a:r>
              <a:rPr lang="en-US" altLang="en-US"/>
              <a:t> – threshold parameter to increasing paging</a:t>
            </a:r>
            <a:endParaRPr lang="en-US" altLang="en-US" sz="800"/>
          </a:p>
          <a:p>
            <a:r>
              <a:rPr lang="en-US" altLang="en-US" b="1">
                <a:latin typeface="Courier New" panose="02070309020205020404" pitchFamily="49" charset="0"/>
                <a:cs typeface="Courier New" panose="02070309020205020404" pitchFamily="49" charset="0"/>
              </a:rPr>
              <a:t>Minfree</a:t>
            </a:r>
            <a:r>
              <a:rPr lang="en-US" altLang="en-US"/>
              <a:t> – threshold parameter to being swapping</a:t>
            </a:r>
            <a:endParaRPr lang="en-US" altLang="en-US" sz="800"/>
          </a:p>
          <a:p>
            <a:r>
              <a:rPr lang="en-US" altLang="en-US"/>
              <a:t>Paging is performed by </a:t>
            </a:r>
            <a:r>
              <a:rPr lang="en-US" altLang="en-US" b="1">
                <a:latin typeface="Courier New" panose="02070309020205020404" pitchFamily="49" charset="0"/>
                <a:cs typeface="Courier New" panose="02070309020205020404" pitchFamily="49" charset="0"/>
              </a:rPr>
              <a:t>pageout</a:t>
            </a:r>
            <a:r>
              <a:rPr lang="en-US" altLang="en-US"/>
              <a:t> process</a:t>
            </a:r>
            <a:endParaRPr lang="en-US" altLang="en-US" sz="800"/>
          </a:p>
          <a:p>
            <a:r>
              <a:rPr lang="en-US" altLang="en-US" b="1">
                <a:latin typeface="Courier New" panose="02070309020205020404" pitchFamily="49" charset="0"/>
                <a:cs typeface="Courier New" panose="02070309020205020404" pitchFamily="49" charset="0"/>
              </a:rPr>
              <a:t>Pageout</a:t>
            </a:r>
            <a:r>
              <a:rPr lang="en-US" altLang="en-US"/>
              <a:t> scans pages using modified clock algorithm</a:t>
            </a:r>
            <a:endParaRPr lang="en-US" altLang="en-US" sz="800"/>
          </a:p>
          <a:p>
            <a:r>
              <a:rPr lang="en-US" altLang="en-US" b="1">
                <a:latin typeface="Courier New" panose="02070309020205020404" pitchFamily="49" charset="0"/>
                <a:cs typeface="Courier New" panose="02070309020205020404" pitchFamily="49" charset="0"/>
              </a:rPr>
              <a:t>Scanrate</a:t>
            </a:r>
            <a:r>
              <a:rPr lang="en-US" altLang="en-US"/>
              <a:t> is the rate at which pages are scanned. This ranges from </a:t>
            </a:r>
            <a:r>
              <a:rPr lang="en-US" altLang="en-US" b="1">
                <a:latin typeface="Courier New" panose="02070309020205020404" pitchFamily="49" charset="0"/>
                <a:cs typeface="Courier New" panose="02070309020205020404" pitchFamily="49" charset="0"/>
              </a:rPr>
              <a:t>slowscan</a:t>
            </a:r>
            <a:r>
              <a:rPr lang="en-US" altLang="en-US"/>
              <a:t> to </a:t>
            </a:r>
            <a:r>
              <a:rPr lang="en-US" altLang="en-US" b="1">
                <a:latin typeface="Courier New" panose="02070309020205020404" pitchFamily="49" charset="0"/>
                <a:cs typeface="Courier New" panose="02070309020205020404" pitchFamily="49" charset="0"/>
              </a:rPr>
              <a:t>fastscan</a:t>
            </a:r>
          </a:p>
          <a:p>
            <a:r>
              <a:rPr lang="en-US" altLang="en-US" b="1">
                <a:latin typeface="Courier New" panose="02070309020205020404" pitchFamily="49" charset="0"/>
                <a:cs typeface="Courier New" panose="02070309020205020404" pitchFamily="49" charset="0"/>
              </a:rPr>
              <a:t>Pageout</a:t>
            </a:r>
            <a:r>
              <a:rPr lang="en-US" altLang="en-US"/>
              <a:t> is called more frequently depending upon the amount of free memory available</a:t>
            </a:r>
          </a:p>
          <a:p>
            <a:r>
              <a:rPr lang="en-US" altLang="en-US" b="1">
                <a:solidFill>
                  <a:srgbClr val="3366FF"/>
                </a:solidFill>
              </a:rPr>
              <a:t>Priority paging </a:t>
            </a:r>
            <a:r>
              <a:rPr lang="en-US" altLang="en-US"/>
              <a:t>gives priority to process code pages</a:t>
            </a:r>
          </a:p>
          <a:p>
            <a:endParaRPr lang="en-US" altLang="en-US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>
            <a:extLst>
              <a:ext uri="{FF2B5EF4-FFF2-40B4-BE49-F238E27FC236}">
                <a16:creationId xmlns:a16="http://schemas.microsoft.com/office/drawing/2014/main" id="{8AFB4523-5494-84A9-C1C8-98644EC124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8891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Solaris 2 Page Scanner</a:t>
            </a:r>
          </a:p>
        </p:txBody>
      </p:sp>
      <p:pic>
        <p:nvPicPr>
          <p:cNvPr id="80899" name="Picture 1" descr="9_29.pdf">
            <a:extLst>
              <a:ext uri="{FF2B5EF4-FFF2-40B4-BE49-F238E27FC236}">
                <a16:creationId xmlns:a16="http://schemas.microsoft.com/office/drawing/2014/main" id="{DFBE6EC7-BA2F-239B-6C71-808838DD30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4200" y="1189038"/>
            <a:ext cx="5454650" cy="413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>
            <a:extLst>
              <a:ext uri="{FF2B5EF4-FFF2-40B4-BE49-F238E27FC236}">
                <a16:creationId xmlns:a16="http://schemas.microsoft.com/office/drawing/2014/main" id="{9994760E-B869-1EEA-7B09-58A1EFF807E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End of Chapter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s-8">
  <a:themeElements>
    <a:clrScheme name="os-8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os-8">
      <a:majorFont>
        <a:latin typeface="Arial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lnDef>
  </a:objectDefaults>
  <a:extraClrSchemeLst>
    <a:extraClrScheme>
      <a:clrScheme name="os-8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OS8</Template>
  <TotalTime>10398</TotalTime>
  <Words>4801</Words>
  <Application>Microsoft Office PowerPoint</Application>
  <PresentationFormat>On-screen Show (4:3)</PresentationFormat>
  <Paragraphs>638</Paragraphs>
  <Slides>78</Slides>
  <Notes>71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78</vt:i4>
      </vt:variant>
    </vt:vector>
  </HeadingPairs>
  <TitlesOfParts>
    <vt:vector size="90" baseType="lpstr">
      <vt:lpstr>Verdana</vt:lpstr>
      <vt:lpstr>MS PGothic</vt:lpstr>
      <vt:lpstr>Arial</vt:lpstr>
      <vt:lpstr>Helvetica</vt:lpstr>
      <vt:lpstr>Monotype Sorts</vt:lpstr>
      <vt:lpstr>Webdings</vt:lpstr>
      <vt:lpstr>Times New Roman</vt:lpstr>
      <vt:lpstr>Courier New</vt:lpstr>
      <vt:lpstr>Symbol</vt:lpstr>
      <vt:lpstr>os-8</vt:lpstr>
      <vt:lpstr>Microsoft Equation 3.0</vt:lpstr>
      <vt:lpstr>Microsoft Equation</vt:lpstr>
      <vt:lpstr>Chapter 9:  Virtual Memory</vt:lpstr>
      <vt:lpstr>Chapter 9:  Virtual Memory</vt:lpstr>
      <vt:lpstr>Objectives</vt:lpstr>
      <vt:lpstr>Background</vt:lpstr>
      <vt:lpstr>Background (Cont.)</vt:lpstr>
      <vt:lpstr>Background (Cont.)</vt:lpstr>
      <vt:lpstr>Virtual Memory That is Larger Than Physical Memory</vt:lpstr>
      <vt:lpstr>Virtual-address Space</vt:lpstr>
      <vt:lpstr>Shared Library Using Virtual Memory</vt:lpstr>
      <vt:lpstr>Demand Paging</vt:lpstr>
      <vt:lpstr>Basic Concepts</vt:lpstr>
      <vt:lpstr>Valid-Invalid Bit</vt:lpstr>
      <vt:lpstr>Page Table When Some Pages Are Not in Main Memory</vt:lpstr>
      <vt:lpstr>Page Fault</vt:lpstr>
      <vt:lpstr>Steps in Handling a Page Fault</vt:lpstr>
      <vt:lpstr>Aspects of Demand Paging</vt:lpstr>
      <vt:lpstr>Instruction Restart</vt:lpstr>
      <vt:lpstr>Performance of Demand Paging</vt:lpstr>
      <vt:lpstr>Performance of Demand Paging (Cont.)</vt:lpstr>
      <vt:lpstr>Demand Paging Example</vt:lpstr>
      <vt:lpstr>Demand Paging Optimizations</vt:lpstr>
      <vt:lpstr>Copy-on-Write</vt:lpstr>
      <vt:lpstr>Before Process 1 Modifies Page C</vt:lpstr>
      <vt:lpstr>After Process 1 Modifies Page C</vt:lpstr>
      <vt:lpstr>What Happens if There is no Free Frame?</vt:lpstr>
      <vt:lpstr>Page Replacement</vt:lpstr>
      <vt:lpstr>Need For Page Replacement</vt:lpstr>
      <vt:lpstr>Basic Page Replacement</vt:lpstr>
      <vt:lpstr>Page Replacement</vt:lpstr>
      <vt:lpstr>Page and Frame Replacement Algorithms</vt:lpstr>
      <vt:lpstr>Graph of Page Faults Versus The Number of Frames</vt:lpstr>
      <vt:lpstr>First-In-First-Out (FIFO) Algorithm</vt:lpstr>
      <vt:lpstr>FIFO Illustrating Belady’s Anomaly</vt:lpstr>
      <vt:lpstr>Optimal Algorithm</vt:lpstr>
      <vt:lpstr>Least Recently Used (LRU) Algorithm</vt:lpstr>
      <vt:lpstr>LRU Algorithm (Cont.)</vt:lpstr>
      <vt:lpstr>Use Of A Stack to Record Most Recent Page References</vt:lpstr>
      <vt:lpstr>LRU Approximation Algorithms</vt:lpstr>
      <vt:lpstr>Second-Chance (clock) Page-Replacement Algorithm</vt:lpstr>
      <vt:lpstr>Enhanced Second-Chance Algorithm</vt:lpstr>
      <vt:lpstr>Counting Algorithms</vt:lpstr>
      <vt:lpstr>Page-Buffering Algorithms</vt:lpstr>
      <vt:lpstr>Applications and Page Replacement</vt:lpstr>
      <vt:lpstr>Allocation of Frames</vt:lpstr>
      <vt:lpstr>Fixed Allocation</vt:lpstr>
      <vt:lpstr>Priority Allocation</vt:lpstr>
      <vt:lpstr>Global vs. Local Allocation</vt:lpstr>
      <vt:lpstr>Non-Uniform Memory Access</vt:lpstr>
      <vt:lpstr>Thrashing</vt:lpstr>
      <vt:lpstr>Thrashing (Cont.)</vt:lpstr>
      <vt:lpstr>Demand Paging and Thrashing </vt:lpstr>
      <vt:lpstr>Locality In A Memory-Reference Pattern</vt:lpstr>
      <vt:lpstr>Working-Set Model</vt:lpstr>
      <vt:lpstr>Keeping Track of the Working Set</vt:lpstr>
      <vt:lpstr>Page-Fault Frequency</vt:lpstr>
      <vt:lpstr>Working Sets and Page Fault Rates</vt:lpstr>
      <vt:lpstr>Memory-Mapped Files</vt:lpstr>
      <vt:lpstr>Memory-Mapped File Technique for all I/O</vt:lpstr>
      <vt:lpstr>Memory Mapped Files</vt:lpstr>
      <vt:lpstr>Shared Memory via Memory-Mapped I/O</vt:lpstr>
      <vt:lpstr>Shared Memory in Windows API</vt:lpstr>
      <vt:lpstr>Allocating Kernel Memory</vt:lpstr>
      <vt:lpstr>Buddy System</vt:lpstr>
      <vt:lpstr>Buddy System Allocator</vt:lpstr>
      <vt:lpstr>Slab Allocator</vt:lpstr>
      <vt:lpstr>Slab Allocation</vt:lpstr>
      <vt:lpstr>Slab Allocator in Linux</vt:lpstr>
      <vt:lpstr>Slab Allocator in Linux (Cont.)</vt:lpstr>
      <vt:lpstr>Other Considerations -- Prepaging</vt:lpstr>
      <vt:lpstr>Other Issues – Page Size</vt:lpstr>
      <vt:lpstr>Other Issues – TLB Reach </vt:lpstr>
      <vt:lpstr>Other Issues – Program Structure</vt:lpstr>
      <vt:lpstr>Other Issues – I/O interlock</vt:lpstr>
      <vt:lpstr>Operating System Examples</vt:lpstr>
      <vt:lpstr>Windows</vt:lpstr>
      <vt:lpstr>Solaris </vt:lpstr>
      <vt:lpstr>Solaris 2 Page Scanner</vt:lpstr>
      <vt:lpstr>End of Chapter 9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2.01</dc:title>
  <dc:creator>Lucent End User</dc:creator>
  <cp:lastModifiedBy>S Bhavani</cp:lastModifiedBy>
  <cp:revision>198</cp:revision>
  <cp:lastPrinted>2013-09-10T17:57:57Z</cp:lastPrinted>
  <dcterms:created xsi:type="dcterms:W3CDTF">2011-01-13T23:43:38Z</dcterms:created>
  <dcterms:modified xsi:type="dcterms:W3CDTF">2026-04-07T06:36:33Z</dcterms:modified>
</cp:coreProperties>
</file>
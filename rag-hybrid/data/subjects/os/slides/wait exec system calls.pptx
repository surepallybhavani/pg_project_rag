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300" r:id="rId2"/>
    <p:sldId id="308" r:id="rId3"/>
    <p:sldId id="309" r:id="rId4"/>
    <p:sldId id="310" r:id="rId5"/>
    <p:sldId id="311" r:id="rId6"/>
    <p:sldId id="328" r:id="rId7"/>
    <p:sldId id="312" r:id="rId8"/>
    <p:sldId id="329" r:id="rId9"/>
    <p:sldId id="313" r:id="rId10"/>
    <p:sldId id="314" r:id="rId11"/>
    <p:sldId id="324" r:id="rId12"/>
    <p:sldId id="325" r:id="rId13"/>
    <p:sldId id="315" r:id="rId14"/>
    <p:sldId id="316" r:id="rId15"/>
    <p:sldId id="317" r:id="rId16"/>
    <p:sldId id="318" r:id="rId17"/>
    <p:sldId id="330" r:id="rId18"/>
    <p:sldId id="320" r:id="rId19"/>
    <p:sldId id="319" r:id="rId20"/>
    <p:sldId id="321" r:id="rId21"/>
    <p:sldId id="322" r:id="rId22"/>
    <p:sldId id="323" r:id="rId23"/>
    <p:sldId id="326" r:id="rId24"/>
    <p:sldId id="327" r:id="rId25"/>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panose="020B0604020202020204" pitchFamily="34" charset="0"/>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CC33"/>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62" autoAdjust="0"/>
    <p:restoredTop sz="94660"/>
  </p:normalViewPr>
  <p:slideViewPr>
    <p:cSldViewPr>
      <p:cViewPr varScale="1">
        <p:scale>
          <a:sx n="77" d="100"/>
          <a:sy n="77" d="100"/>
        </p:scale>
        <p:origin x="1618" y="5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a:extLst>
              <a:ext uri="{FF2B5EF4-FFF2-40B4-BE49-F238E27FC236}">
                <a16:creationId xmlns:a16="http://schemas.microsoft.com/office/drawing/2014/main" id="{F0128676-509F-BEA5-7866-1636FB620B92}"/>
              </a:ext>
            </a:extLst>
          </p:cNvPr>
          <p:cNvSpPr>
            <a:spLocks noGrp="1"/>
          </p:cNvSpPr>
          <p:nvPr>
            <p:ph type="dt" sz="half" idx="10"/>
          </p:nvPr>
        </p:nvSpPr>
        <p:spPr/>
        <p:txBody>
          <a:bodyPr/>
          <a:lstStyle>
            <a:lvl1pPr>
              <a:defRPr/>
            </a:lvl1pPr>
          </a:lstStyle>
          <a:p>
            <a:pPr>
              <a:defRPr/>
            </a:pPr>
            <a:fld id="{9BF3DD8D-C801-4A43-9EBB-93A0577CA75D}" type="datetimeFigureOut">
              <a:rPr lang="en-US"/>
              <a:pPr>
                <a:defRPr/>
              </a:pPr>
              <a:t>4/7/2026</a:t>
            </a:fld>
            <a:endParaRPr lang="en-US"/>
          </a:p>
        </p:txBody>
      </p:sp>
      <p:sp>
        <p:nvSpPr>
          <p:cNvPr id="5" name="Footer Placeholder 4">
            <a:extLst>
              <a:ext uri="{FF2B5EF4-FFF2-40B4-BE49-F238E27FC236}">
                <a16:creationId xmlns:a16="http://schemas.microsoft.com/office/drawing/2014/main" id="{B2578AF2-C70E-1466-72EB-8F5C668F4B37}"/>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BACF8D88-1F6F-B66E-72E9-B42874A37C03}"/>
              </a:ext>
            </a:extLst>
          </p:cNvPr>
          <p:cNvSpPr>
            <a:spLocks noGrp="1"/>
          </p:cNvSpPr>
          <p:nvPr>
            <p:ph type="sldNum" sz="quarter" idx="12"/>
          </p:nvPr>
        </p:nvSpPr>
        <p:spPr/>
        <p:txBody>
          <a:bodyPr/>
          <a:lstStyle>
            <a:lvl1pPr>
              <a:defRPr/>
            </a:lvl1pPr>
          </a:lstStyle>
          <a:p>
            <a:fld id="{2CC7F347-CF73-40AC-A068-96E19CE581BE}" type="slidenum">
              <a:rPr lang="en-US" altLang="en-US"/>
              <a:pPr/>
              <a:t>‹#›</a:t>
            </a:fld>
            <a:endParaRPr lang="en-US" altLang="en-US"/>
          </a:p>
        </p:txBody>
      </p:sp>
    </p:spTree>
    <p:extLst>
      <p:ext uri="{BB962C8B-B14F-4D97-AF65-F5344CB8AC3E}">
        <p14:creationId xmlns:p14="http://schemas.microsoft.com/office/powerpoint/2010/main" val="10997574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CF6B560-BA80-EBE7-BAF2-89B567074806}"/>
              </a:ext>
            </a:extLst>
          </p:cNvPr>
          <p:cNvSpPr>
            <a:spLocks noGrp="1"/>
          </p:cNvSpPr>
          <p:nvPr>
            <p:ph type="dt" sz="half" idx="10"/>
          </p:nvPr>
        </p:nvSpPr>
        <p:spPr/>
        <p:txBody>
          <a:bodyPr/>
          <a:lstStyle>
            <a:lvl1pPr>
              <a:defRPr/>
            </a:lvl1pPr>
          </a:lstStyle>
          <a:p>
            <a:pPr>
              <a:defRPr/>
            </a:pPr>
            <a:fld id="{D12E1E0A-45E3-4362-8DDA-17B3811C2DB4}" type="datetimeFigureOut">
              <a:rPr lang="en-US"/>
              <a:pPr>
                <a:defRPr/>
              </a:pPr>
              <a:t>4/7/2026</a:t>
            </a:fld>
            <a:endParaRPr lang="en-US"/>
          </a:p>
        </p:txBody>
      </p:sp>
      <p:sp>
        <p:nvSpPr>
          <p:cNvPr id="5" name="Footer Placeholder 4">
            <a:extLst>
              <a:ext uri="{FF2B5EF4-FFF2-40B4-BE49-F238E27FC236}">
                <a16:creationId xmlns:a16="http://schemas.microsoft.com/office/drawing/2014/main" id="{F5976A92-E55D-7E3D-921D-BA7BBAC73D05}"/>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07661C74-E639-7421-7327-D0DA71ED1AE1}"/>
              </a:ext>
            </a:extLst>
          </p:cNvPr>
          <p:cNvSpPr>
            <a:spLocks noGrp="1"/>
          </p:cNvSpPr>
          <p:nvPr>
            <p:ph type="sldNum" sz="quarter" idx="12"/>
          </p:nvPr>
        </p:nvSpPr>
        <p:spPr/>
        <p:txBody>
          <a:bodyPr/>
          <a:lstStyle>
            <a:lvl1pPr>
              <a:defRPr/>
            </a:lvl1pPr>
          </a:lstStyle>
          <a:p>
            <a:fld id="{442F5561-6D27-40FA-A1EB-632BA570FD31}" type="slidenum">
              <a:rPr lang="en-US" altLang="en-US"/>
              <a:pPr/>
              <a:t>‹#›</a:t>
            </a:fld>
            <a:endParaRPr lang="en-US" altLang="en-US"/>
          </a:p>
        </p:txBody>
      </p:sp>
    </p:spTree>
    <p:extLst>
      <p:ext uri="{BB962C8B-B14F-4D97-AF65-F5344CB8AC3E}">
        <p14:creationId xmlns:p14="http://schemas.microsoft.com/office/powerpoint/2010/main" val="21751480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A3240E3-510F-F94A-FFC6-E0DBCD82E919}"/>
              </a:ext>
            </a:extLst>
          </p:cNvPr>
          <p:cNvSpPr>
            <a:spLocks noGrp="1"/>
          </p:cNvSpPr>
          <p:nvPr>
            <p:ph type="dt" sz="half" idx="10"/>
          </p:nvPr>
        </p:nvSpPr>
        <p:spPr/>
        <p:txBody>
          <a:bodyPr/>
          <a:lstStyle>
            <a:lvl1pPr>
              <a:defRPr/>
            </a:lvl1pPr>
          </a:lstStyle>
          <a:p>
            <a:pPr>
              <a:defRPr/>
            </a:pPr>
            <a:fld id="{AEC768EF-7527-48C2-A4E9-05603386B776}" type="datetimeFigureOut">
              <a:rPr lang="en-US"/>
              <a:pPr>
                <a:defRPr/>
              </a:pPr>
              <a:t>4/7/2026</a:t>
            </a:fld>
            <a:endParaRPr lang="en-US"/>
          </a:p>
        </p:txBody>
      </p:sp>
      <p:sp>
        <p:nvSpPr>
          <p:cNvPr id="5" name="Footer Placeholder 4">
            <a:extLst>
              <a:ext uri="{FF2B5EF4-FFF2-40B4-BE49-F238E27FC236}">
                <a16:creationId xmlns:a16="http://schemas.microsoft.com/office/drawing/2014/main" id="{2762322D-0721-8E57-A06C-5B58CD1D9F3D}"/>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DA481AF1-A8D4-43D2-E1AE-8CFF7DE5A570}"/>
              </a:ext>
            </a:extLst>
          </p:cNvPr>
          <p:cNvSpPr>
            <a:spLocks noGrp="1"/>
          </p:cNvSpPr>
          <p:nvPr>
            <p:ph type="sldNum" sz="quarter" idx="12"/>
          </p:nvPr>
        </p:nvSpPr>
        <p:spPr/>
        <p:txBody>
          <a:bodyPr/>
          <a:lstStyle>
            <a:lvl1pPr>
              <a:defRPr/>
            </a:lvl1pPr>
          </a:lstStyle>
          <a:p>
            <a:fld id="{2F708BF3-6994-4AB0-B58B-C522C5B2B73D}" type="slidenum">
              <a:rPr lang="en-US" altLang="en-US"/>
              <a:pPr/>
              <a:t>‹#›</a:t>
            </a:fld>
            <a:endParaRPr lang="en-US" altLang="en-US"/>
          </a:p>
        </p:txBody>
      </p:sp>
    </p:spTree>
    <p:extLst>
      <p:ext uri="{BB962C8B-B14F-4D97-AF65-F5344CB8AC3E}">
        <p14:creationId xmlns:p14="http://schemas.microsoft.com/office/powerpoint/2010/main" val="31633170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a:extLst>
              <a:ext uri="{FF2B5EF4-FFF2-40B4-BE49-F238E27FC236}">
                <a16:creationId xmlns:a16="http://schemas.microsoft.com/office/drawing/2014/main" id="{EAA7CC71-4D10-990D-C2B2-D18824CDC617}"/>
              </a:ext>
            </a:extLst>
          </p:cNvPr>
          <p:cNvSpPr>
            <a:spLocks noGrp="1"/>
          </p:cNvSpPr>
          <p:nvPr>
            <p:ph type="dt" sz="half" idx="10"/>
          </p:nvPr>
        </p:nvSpPr>
        <p:spPr/>
        <p:txBody>
          <a:bodyPr/>
          <a:lstStyle>
            <a:lvl1pPr>
              <a:defRPr/>
            </a:lvl1pPr>
          </a:lstStyle>
          <a:p>
            <a:pPr>
              <a:defRPr/>
            </a:pPr>
            <a:fld id="{4B2F95B2-E5EA-457B-8426-3D454CB58A31}" type="datetimeFigureOut">
              <a:rPr lang="en-US"/>
              <a:pPr>
                <a:defRPr/>
              </a:pPr>
              <a:t>4/7/2026</a:t>
            </a:fld>
            <a:endParaRPr lang="en-US"/>
          </a:p>
        </p:txBody>
      </p:sp>
      <p:sp>
        <p:nvSpPr>
          <p:cNvPr id="6" name="Footer Placeholder 4">
            <a:extLst>
              <a:ext uri="{FF2B5EF4-FFF2-40B4-BE49-F238E27FC236}">
                <a16:creationId xmlns:a16="http://schemas.microsoft.com/office/drawing/2014/main" id="{37EE270E-C136-3531-2AFB-EC66245EBE65}"/>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44960DE3-4F64-8695-0DF5-8CCFE0C4CFC8}"/>
              </a:ext>
            </a:extLst>
          </p:cNvPr>
          <p:cNvSpPr>
            <a:spLocks noGrp="1"/>
          </p:cNvSpPr>
          <p:nvPr>
            <p:ph type="sldNum" sz="quarter" idx="12"/>
          </p:nvPr>
        </p:nvSpPr>
        <p:spPr/>
        <p:txBody>
          <a:bodyPr/>
          <a:lstStyle>
            <a:lvl1pPr>
              <a:defRPr/>
            </a:lvl1pPr>
          </a:lstStyle>
          <a:p>
            <a:fld id="{982C3D22-BA24-4DC4-A403-B2016DED4107}" type="slidenum">
              <a:rPr lang="en-US" altLang="en-US"/>
              <a:pPr/>
              <a:t>‹#›</a:t>
            </a:fld>
            <a:endParaRPr lang="en-US" altLang="en-US"/>
          </a:p>
        </p:txBody>
      </p:sp>
    </p:spTree>
    <p:extLst>
      <p:ext uri="{BB962C8B-B14F-4D97-AF65-F5344CB8AC3E}">
        <p14:creationId xmlns:p14="http://schemas.microsoft.com/office/powerpoint/2010/main" val="37127639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a:extLst>
              <a:ext uri="{FF2B5EF4-FFF2-40B4-BE49-F238E27FC236}">
                <a16:creationId xmlns:a16="http://schemas.microsoft.com/office/drawing/2014/main" id="{E52EA6CB-6706-23B3-23AD-6BCBFA3B2E4E}"/>
              </a:ext>
            </a:extLst>
          </p:cNvPr>
          <p:cNvSpPr>
            <a:spLocks noGrp="1"/>
          </p:cNvSpPr>
          <p:nvPr>
            <p:ph type="dt" sz="half" idx="10"/>
          </p:nvPr>
        </p:nvSpPr>
        <p:spPr/>
        <p:txBody>
          <a:bodyPr/>
          <a:lstStyle>
            <a:lvl1pPr>
              <a:defRPr/>
            </a:lvl1pPr>
          </a:lstStyle>
          <a:p>
            <a:pPr>
              <a:defRPr/>
            </a:pPr>
            <a:fld id="{146C8D93-D8CF-4D8C-8ACA-4541C57048B0}" type="datetimeFigureOut">
              <a:rPr lang="en-US"/>
              <a:pPr>
                <a:defRPr/>
              </a:pPr>
              <a:t>4/7/2026</a:t>
            </a:fld>
            <a:endParaRPr lang="en-US"/>
          </a:p>
        </p:txBody>
      </p:sp>
      <p:sp>
        <p:nvSpPr>
          <p:cNvPr id="8" name="Footer Placeholder 4">
            <a:extLst>
              <a:ext uri="{FF2B5EF4-FFF2-40B4-BE49-F238E27FC236}">
                <a16:creationId xmlns:a16="http://schemas.microsoft.com/office/drawing/2014/main" id="{09427E4F-4B10-4677-5FED-E3A7125C3B5E}"/>
              </a:ext>
            </a:extLst>
          </p:cNvPr>
          <p:cNvSpPr>
            <a:spLocks noGrp="1"/>
          </p:cNvSpPr>
          <p:nvPr>
            <p:ph type="ftr" sz="quarter" idx="11"/>
          </p:nvPr>
        </p:nvSpPr>
        <p:spPr/>
        <p:txBody>
          <a:bodyPr/>
          <a:lstStyle>
            <a:lvl1pPr>
              <a:defRPr/>
            </a:lvl1pPr>
          </a:lstStyle>
          <a:p>
            <a:pPr>
              <a:defRPr/>
            </a:pPr>
            <a:endParaRPr lang="en-US"/>
          </a:p>
        </p:txBody>
      </p:sp>
      <p:sp>
        <p:nvSpPr>
          <p:cNvPr id="9" name="Slide Number Placeholder 5">
            <a:extLst>
              <a:ext uri="{FF2B5EF4-FFF2-40B4-BE49-F238E27FC236}">
                <a16:creationId xmlns:a16="http://schemas.microsoft.com/office/drawing/2014/main" id="{CBF6DA5C-19CB-7835-C438-95CDD4FA9796}"/>
              </a:ext>
            </a:extLst>
          </p:cNvPr>
          <p:cNvSpPr>
            <a:spLocks noGrp="1"/>
          </p:cNvSpPr>
          <p:nvPr>
            <p:ph type="sldNum" sz="quarter" idx="12"/>
          </p:nvPr>
        </p:nvSpPr>
        <p:spPr/>
        <p:txBody>
          <a:bodyPr/>
          <a:lstStyle>
            <a:lvl1pPr>
              <a:defRPr/>
            </a:lvl1pPr>
          </a:lstStyle>
          <a:p>
            <a:fld id="{8A2B0BA4-8BAD-492F-9C89-B66ED00F29F8}" type="slidenum">
              <a:rPr lang="en-US" altLang="en-US"/>
              <a:pPr/>
              <a:t>‹#›</a:t>
            </a:fld>
            <a:endParaRPr lang="en-US" altLang="en-US"/>
          </a:p>
        </p:txBody>
      </p:sp>
    </p:spTree>
    <p:extLst>
      <p:ext uri="{BB962C8B-B14F-4D97-AF65-F5344CB8AC3E}">
        <p14:creationId xmlns:p14="http://schemas.microsoft.com/office/powerpoint/2010/main" val="301711036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a:extLst>
              <a:ext uri="{FF2B5EF4-FFF2-40B4-BE49-F238E27FC236}">
                <a16:creationId xmlns:a16="http://schemas.microsoft.com/office/drawing/2014/main" id="{4D52507F-60C8-A5CA-5E62-98ECD5B6C3D2}"/>
              </a:ext>
            </a:extLst>
          </p:cNvPr>
          <p:cNvSpPr>
            <a:spLocks noGrp="1"/>
          </p:cNvSpPr>
          <p:nvPr>
            <p:ph type="dt" sz="half" idx="10"/>
          </p:nvPr>
        </p:nvSpPr>
        <p:spPr/>
        <p:txBody>
          <a:bodyPr/>
          <a:lstStyle>
            <a:lvl1pPr>
              <a:defRPr/>
            </a:lvl1pPr>
          </a:lstStyle>
          <a:p>
            <a:pPr>
              <a:defRPr/>
            </a:pPr>
            <a:fld id="{E818136C-E40C-4081-B3F6-B759DB7EDA38}" type="datetimeFigureOut">
              <a:rPr lang="en-US"/>
              <a:pPr>
                <a:defRPr/>
              </a:pPr>
              <a:t>4/7/2026</a:t>
            </a:fld>
            <a:endParaRPr lang="en-US"/>
          </a:p>
        </p:txBody>
      </p:sp>
      <p:sp>
        <p:nvSpPr>
          <p:cNvPr id="4" name="Footer Placeholder 4">
            <a:extLst>
              <a:ext uri="{FF2B5EF4-FFF2-40B4-BE49-F238E27FC236}">
                <a16:creationId xmlns:a16="http://schemas.microsoft.com/office/drawing/2014/main" id="{202B38F4-5FB5-6001-8842-8C97B4FA2E30}"/>
              </a:ext>
            </a:extLst>
          </p:cNvPr>
          <p:cNvSpPr>
            <a:spLocks noGrp="1"/>
          </p:cNvSpPr>
          <p:nvPr>
            <p:ph type="ftr" sz="quarter" idx="11"/>
          </p:nvPr>
        </p:nvSpPr>
        <p:spPr/>
        <p:txBody>
          <a:bodyPr/>
          <a:lstStyle>
            <a:lvl1pPr>
              <a:defRPr/>
            </a:lvl1pPr>
          </a:lstStyle>
          <a:p>
            <a:pPr>
              <a:defRPr/>
            </a:pPr>
            <a:endParaRPr lang="en-US"/>
          </a:p>
        </p:txBody>
      </p:sp>
      <p:sp>
        <p:nvSpPr>
          <p:cNvPr id="5" name="Slide Number Placeholder 5">
            <a:extLst>
              <a:ext uri="{FF2B5EF4-FFF2-40B4-BE49-F238E27FC236}">
                <a16:creationId xmlns:a16="http://schemas.microsoft.com/office/drawing/2014/main" id="{2B0B9C3E-37D9-150D-5C2A-5D58BA0279D0}"/>
              </a:ext>
            </a:extLst>
          </p:cNvPr>
          <p:cNvSpPr>
            <a:spLocks noGrp="1"/>
          </p:cNvSpPr>
          <p:nvPr>
            <p:ph type="sldNum" sz="quarter" idx="12"/>
          </p:nvPr>
        </p:nvSpPr>
        <p:spPr/>
        <p:txBody>
          <a:bodyPr/>
          <a:lstStyle>
            <a:lvl1pPr>
              <a:defRPr/>
            </a:lvl1pPr>
          </a:lstStyle>
          <a:p>
            <a:fld id="{F76FF38E-2E19-43C3-9B8B-193E30313205}" type="slidenum">
              <a:rPr lang="en-US" altLang="en-US"/>
              <a:pPr/>
              <a:t>‹#›</a:t>
            </a:fld>
            <a:endParaRPr lang="en-US" altLang="en-US"/>
          </a:p>
        </p:txBody>
      </p:sp>
    </p:spTree>
    <p:extLst>
      <p:ext uri="{BB962C8B-B14F-4D97-AF65-F5344CB8AC3E}">
        <p14:creationId xmlns:p14="http://schemas.microsoft.com/office/powerpoint/2010/main" val="2910801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F9E68F84-B4D6-1A2F-DD1A-D2877280DF81}"/>
              </a:ext>
            </a:extLst>
          </p:cNvPr>
          <p:cNvSpPr>
            <a:spLocks noGrp="1"/>
          </p:cNvSpPr>
          <p:nvPr>
            <p:ph type="dt" sz="half" idx="10"/>
          </p:nvPr>
        </p:nvSpPr>
        <p:spPr/>
        <p:txBody>
          <a:bodyPr/>
          <a:lstStyle>
            <a:lvl1pPr>
              <a:defRPr/>
            </a:lvl1pPr>
          </a:lstStyle>
          <a:p>
            <a:pPr>
              <a:defRPr/>
            </a:pPr>
            <a:fld id="{5F0403DF-275E-480E-B503-58D4557B0D51}" type="datetimeFigureOut">
              <a:rPr lang="en-US"/>
              <a:pPr>
                <a:defRPr/>
              </a:pPr>
              <a:t>4/7/2026</a:t>
            </a:fld>
            <a:endParaRPr lang="en-US"/>
          </a:p>
        </p:txBody>
      </p:sp>
      <p:sp>
        <p:nvSpPr>
          <p:cNvPr id="3" name="Footer Placeholder 4">
            <a:extLst>
              <a:ext uri="{FF2B5EF4-FFF2-40B4-BE49-F238E27FC236}">
                <a16:creationId xmlns:a16="http://schemas.microsoft.com/office/drawing/2014/main" id="{53699912-2184-5D9B-AA41-5BBAAFCAA072}"/>
              </a:ext>
            </a:extLst>
          </p:cNvPr>
          <p:cNvSpPr>
            <a:spLocks noGrp="1"/>
          </p:cNvSpPr>
          <p:nvPr>
            <p:ph type="ftr" sz="quarter" idx="11"/>
          </p:nvPr>
        </p:nvSpPr>
        <p:spPr/>
        <p:txBody>
          <a:bodyPr/>
          <a:lstStyle>
            <a:lvl1pPr>
              <a:defRPr/>
            </a:lvl1pPr>
          </a:lstStyle>
          <a:p>
            <a:pPr>
              <a:defRPr/>
            </a:pPr>
            <a:endParaRPr lang="en-US"/>
          </a:p>
        </p:txBody>
      </p:sp>
      <p:sp>
        <p:nvSpPr>
          <p:cNvPr id="4" name="Slide Number Placeholder 5">
            <a:extLst>
              <a:ext uri="{FF2B5EF4-FFF2-40B4-BE49-F238E27FC236}">
                <a16:creationId xmlns:a16="http://schemas.microsoft.com/office/drawing/2014/main" id="{7A7929E7-AAF9-1134-3BB8-EDDC6047B1E9}"/>
              </a:ext>
            </a:extLst>
          </p:cNvPr>
          <p:cNvSpPr>
            <a:spLocks noGrp="1"/>
          </p:cNvSpPr>
          <p:nvPr>
            <p:ph type="sldNum" sz="quarter" idx="12"/>
          </p:nvPr>
        </p:nvSpPr>
        <p:spPr/>
        <p:txBody>
          <a:bodyPr/>
          <a:lstStyle>
            <a:lvl1pPr>
              <a:defRPr/>
            </a:lvl1pPr>
          </a:lstStyle>
          <a:p>
            <a:fld id="{2D266459-5F16-45FD-85B1-FE8338907992}" type="slidenum">
              <a:rPr lang="en-US" altLang="en-US"/>
              <a:pPr/>
              <a:t>‹#›</a:t>
            </a:fld>
            <a:endParaRPr lang="en-US" altLang="en-US"/>
          </a:p>
        </p:txBody>
      </p:sp>
    </p:spTree>
    <p:extLst>
      <p:ext uri="{BB962C8B-B14F-4D97-AF65-F5344CB8AC3E}">
        <p14:creationId xmlns:p14="http://schemas.microsoft.com/office/powerpoint/2010/main" val="309669255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a:extLst>
              <a:ext uri="{FF2B5EF4-FFF2-40B4-BE49-F238E27FC236}">
                <a16:creationId xmlns:a16="http://schemas.microsoft.com/office/drawing/2014/main" id="{9981A250-7644-C91B-4204-0426A82288BB}"/>
              </a:ext>
            </a:extLst>
          </p:cNvPr>
          <p:cNvSpPr>
            <a:spLocks noGrp="1"/>
          </p:cNvSpPr>
          <p:nvPr>
            <p:ph type="dt" sz="half" idx="10"/>
          </p:nvPr>
        </p:nvSpPr>
        <p:spPr/>
        <p:txBody>
          <a:bodyPr/>
          <a:lstStyle>
            <a:lvl1pPr>
              <a:defRPr/>
            </a:lvl1pPr>
          </a:lstStyle>
          <a:p>
            <a:pPr>
              <a:defRPr/>
            </a:pPr>
            <a:fld id="{84361DDB-AD50-4D38-8321-1F9D64973D5C}" type="datetimeFigureOut">
              <a:rPr lang="en-US"/>
              <a:pPr>
                <a:defRPr/>
              </a:pPr>
              <a:t>4/7/2026</a:t>
            </a:fld>
            <a:endParaRPr lang="en-US"/>
          </a:p>
        </p:txBody>
      </p:sp>
      <p:sp>
        <p:nvSpPr>
          <p:cNvPr id="6" name="Footer Placeholder 4">
            <a:extLst>
              <a:ext uri="{FF2B5EF4-FFF2-40B4-BE49-F238E27FC236}">
                <a16:creationId xmlns:a16="http://schemas.microsoft.com/office/drawing/2014/main" id="{C0380FCC-81F6-F7E7-887E-53E9224512E0}"/>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6EB3F82A-2D22-2C00-1E86-5CEE605BDD56}"/>
              </a:ext>
            </a:extLst>
          </p:cNvPr>
          <p:cNvSpPr>
            <a:spLocks noGrp="1"/>
          </p:cNvSpPr>
          <p:nvPr>
            <p:ph type="sldNum" sz="quarter" idx="12"/>
          </p:nvPr>
        </p:nvSpPr>
        <p:spPr/>
        <p:txBody>
          <a:bodyPr/>
          <a:lstStyle>
            <a:lvl1pPr>
              <a:defRPr/>
            </a:lvl1pPr>
          </a:lstStyle>
          <a:p>
            <a:fld id="{A1252E5B-A82F-4D21-B358-1ADDC403DEA9}" type="slidenum">
              <a:rPr lang="en-US" altLang="en-US"/>
              <a:pPr/>
              <a:t>‹#›</a:t>
            </a:fld>
            <a:endParaRPr lang="en-US" altLang="en-US"/>
          </a:p>
        </p:txBody>
      </p:sp>
    </p:spTree>
    <p:extLst>
      <p:ext uri="{BB962C8B-B14F-4D97-AF65-F5344CB8AC3E}">
        <p14:creationId xmlns:p14="http://schemas.microsoft.com/office/powerpoint/2010/main" val="23645845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a:extLst>
              <a:ext uri="{FF2B5EF4-FFF2-40B4-BE49-F238E27FC236}">
                <a16:creationId xmlns:a16="http://schemas.microsoft.com/office/drawing/2014/main" id="{FF4B2A56-8A0F-0926-FCA5-DD5A527013AE}"/>
              </a:ext>
            </a:extLst>
          </p:cNvPr>
          <p:cNvSpPr>
            <a:spLocks noGrp="1"/>
          </p:cNvSpPr>
          <p:nvPr>
            <p:ph type="dt" sz="half" idx="10"/>
          </p:nvPr>
        </p:nvSpPr>
        <p:spPr/>
        <p:txBody>
          <a:bodyPr/>
          <a:lstStyle>
            <a:lvl1pPr>
              <a:defRPr/>
            </a:lvl1pPr>
          </a:lstStyle>
          <a:p>
            <a:pPr>
              <a:defRPr/>
            </a:pPr>
            <a:fld id="{6FE17828-4BF8-4EA7-B0AB-18A3909B042F}" type="datetimeFigureOut">
              <a:rPr lang="en-US"/>
              <a:pPr>
                <a:defRPr/>
              </a:pPr>
              <a:t>4/7/2026</a:t>
            </a:fld>
            <a:endParaRPr lang="en-US"/>
          </a:p>
        </p:txBody>
      </p:sp>
      <p:sp>
        <p:nvSpPr>
          <p:cNvPr id="6" name="Footer Placeholder 4">
            <a:extLst>
              <a:ext uri="{FF2B5EF4-FFF2-40B4-BE49-F238E27FC236}">
                <a16:creationId xmlns:a16="http://schemas.microsoft.com/office/drawing/2014/main" id="{D557CCA9-E93C-EA05-D93D-A7FA5A2EBD78}"/>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B6B88B26-A90D-BFD7-EFC5-30A65A37441F}"/>
              </a:ext>
            </a:extLst>
          </p:cNvPr>
          <p:cNvSpPr>
            <a:spLocks noGrp="1"/>
          </p:cNvSpPr>
          <p:nvPr>
            <p:ph type="sldNum" sz="quarter" idx="12"/>
          </p:nvPr>
        </p:nvSpPr>
        <p:spPr/>
        <p:txBody>
          <a:bodyPr/>
          <a:lstStyle>
            <a:lvl1pPr>
              <a:defRPr/>
            </a:lvl1pPr>
          </a:lstStyle>
          <a:p>
            <a:fld id="{D7F7F62F-BB78-48D0-BDAB-8AF41404B4DE}" type="slidenum">
              <a:rPr lang="en-US" altLang="en-US"/>
              <a:pPr/>
              <a:t>‹#›</a:t>
            </a:fld>
            <a:endParaRPr lang="en-US" altLang="en-US"/>
          </a:p>
        </p:txBody>
      </p:sp>
    </p:spTree>
    <p:extLst>
      <p:ext uri="{BB962C8B-B14F-4D97-AF65-F5344CB8AC3E}">
        <p14:creationId xmlns:p14="http://schemas.microsoft.com/office/powerpoint/2010/main" val="24408354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6EC85EE-C61E-EB8D-4B2E-9AA6BF5F8A5C}"/>
              </a:ext>
            </a:extLst>
          </p:cNvPr>
          <p:cNvSpPr>
            <a:spLocks noGrp="1"/>
          </p:cNvSpPr>
          <p:nvPr>
            <p:ph type="dt" sz="half" idx="10"/>
          </p:nvPr>
        </p:nvSpPr>
        <p:spPr/>
        <p:txBody>
          <a:bodyPr/>
          <a:lstStyle>
            <a:lvl1pPr>
              <a:defRPr/>
            </a:lvl1pPr>
          </a:lstStyle>
          <a:p>
            <a:pPr>
              <a:defRPr/>
            </a:pPr>
            <a:fld id="{3DF40FD1-A5B8-4282-93AE-D907AA91AFFB}" type="datetimeFigureOut">
              <a:rPr lang="en-US"/>
              <a:pPr>
                <a:defRPr/>
              </a:pPr>
              <a:t>4/7/2026</a:t>
            </a:fld>
            <a:endParaRPr lang="en-US"/>
          </a:p>
        </p:txBody>
      </p:sp>
      <p:sp>
        <p:nvSpPr>
          <p:cNvPr id="5" name="Footer Placeholder 4">
            <a:extLst>
              <a:ext uri="{FF2B5EF4-FFF2-40B4-BE49-F238E27FC236}">
                <a16:creationId xmlns:a16="http://schemas.microsoft.com/office/drawing/2014/main" id="{344CBFA2-C4D1-06ED-D46E-A99B7B39111A}"/>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4194AA42-18F9-6FE9-82DF-6461EEF17515}"/>
              </a:ext>
            </a:extLst>
          </p:cNvPr>
          <p:cNvSpPr>
            <a:spLocks noGrp="1"/>
          </p:cNvSpPr>
          <p:nvPr>
            <p:ph type="sldNum" sz="quarter" idx="12"/>
          </p:nvPr>
        </p:nvSpPr>
        <p:spPr/>
        <p:txBody>
          <a:bodyPr/>
          <a:lstStyle>
            <a:lvl1pPr>
              <a:defRPr/>
            </a:lvl1pPr>
          </a:lstStyle>
          <a:p>
            <a:fld id="{11CC415A-F18A-474B-BE00-3842CD75519D}" type="slidenum">
              <a:rPr lang="en-US" altLang="en-US"/>
              <a:pPr/>
              <a:t>‹#›</a:t>
            </a:fld>
            <a:endParaRPr lang="en-US" altLang="en-US"/>
          </a:p>
        </p:txBody>
      </p:sp>
    </p:spTree>
    <p:extLst>
      <p:ext uri="{BB962C8B-B14F-4D97-AF65-F5344CB8AC3E}">
        <p14:creationId xmlns:p14="http://schemas.microsoft.com/office/powerpoint/2010/main" val="28476835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E61FE0C-CBA4-498E-32A5-1AE716E7BC79}"/>
              </a:ext>
            </a:extLst>
          </p:cNvPr>
          <p:cNvSpPr>
            <a:spLocks noGrp="1"/>
          </p:cNvSpPr>
          <p:nvPr>
            <p:ph type="dt" sz="half" idx="10"/>
          </p:nvPr>
        </p:nvSpPr>
        <p:spPr/>
        <p:txBody>
          <a:bodyPr/>
          <a:lstStyle>
            <a:lvl1pPr>
              <a:defRPr/>
            </a:lvl1pPr>
          </a:lstStyle>
          <a:p>
            <a:pPr>
              <a:defRPr/>
            </a:pPr>
            <a:fld id="{D92A7C25-3885-4FF5-9E5E-046D787903DF}" type="datetimeFigureOut">
              <a:rPr lang="en-US"/>
              <a:pPr>
                <a:defRPr/>
              </a:pPr>
              <a:t>4/7/2026</a:t>
            </a:fld>
            <a:endParaRPr lang="en-US"/>
          </a:p>
        </p:txBody>
      </p:sp>
      <p:sp>
        <p:nvSpPr>
          <p:cNvPr id="5" name="Footer Placeholder 4">
            <a:extLst>
              <a:ext uri="{FF2B5EF4-FFF2-40B4-BE49-F238E27FC236}">
                <a16:creationId xmlns:a16="http://schemas.microsoft.com/office/drawing/2014/main" id="{1E40E9AE-0D68-D227-9AEB-9E43AEE58E06}"/>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AE952C30-F895-840A-A0A7-281F91662E1E}"/>
              </a:ext>
            </a:extLst>
          </p:cNvPr>
          <p:cNvSpPr>
            <a:spLocks noGrp="1"/>
          </p:cNvSpPr>
          <p:nvPr>
            <p:ph type="sldNum" sz="quarter" idx="12"/>
          </p:nvPr>
        </p:nvSpPr>
        <p:spPr/>
        <p:txBody>
          <a:bodyPr/>
          <a:lstStyle>
            <a:lvl1pPr>
              <a:defRPr/>
            </a:lvl1pPr>
          </a:lstStyle>
          <a:p>
            <a:fld id="{53BC2B18-E5FF-4040-84DA-B018F3054261}" type="slidenum">
              <a:rPr lang="en-US" altLang="en-US"/>
              <a:pPr/>
              <a:t>‹#›</a:t>
            </a:fld>
            <a:endParaRPr lang="en-US" altLang="en-US"/>
          </a:p>
        </p:txBody>
      </p:sp>
    </p:spTree>
    <p:extLst>
      <p:ext uri="{BB962C8B-B14F-4D97-AF65-F5344CB8AC3E}">
        <p14:creationId xmlns:p14="http://schemas.microsoft.com/office/powerpoint/2010/main" val="40795829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a:extLst>
              <a:ext uri="{FF2B5EF4-FFF2-40B4-BE49-F238E27FC236}">
                <a16:creationId xmlns:a16="http://schemas.microsoft.com/office/drawing/2014/main" id="{1628E10B-4C5E-B65D-7773-ABCE8BCB595E}"/>
              </a:ext>
            </a:extLst>
          </p:cNvPr>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Text Placeholder 2">
            <a:extLst>
              <a:ext uri="{FF2B5EF4-FFF2-40B4-BE49-F238E27FC236}">
                <a16:creationId xmlns:a16="http://schemas.microsoft.com/office/drawing/2014/main" id="{914920D5-08F5-6C34-0EF7-10E9D4FB52EE}"/>
              </a:ext>
            </a:extLst>
          </p:cNvPr>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a:extLst>
              <a:ext uri="{FF2B5EF4-FFF2-40B4-BE49-F238E27FC236}">
                <a16:creationId xmlns:a16="http://schemas.microsoft.com/office/drawing/2014/main" id="{64136E88-60EB-F67E-E41C-452EF6B1FDF0}"/>
              </a:ext>
            </a:extLst>
          </p:cNvPr>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fontAlgn="auto">
              <a:spcBef>
                <a:spcPts val="0"/>
              </a:spcBef>
              <a:spcAft>
                <a:spcPts val="0"/>
              </a:spcAft>
              <a:defRPr sz="1200" smtClean="0">
                <a:solidFill>
                  <a:schemeClr val="tx1">
                    <a:tint val="75000"/>
                  </a:schemeClr>
                </a:solidFill>
                <a:latin typeface="+mn-lt"/>
              </a:defRPr>
            </a:lvl1pPr>
          </a:lstStyle>
          <a:p>
            <a:pPr>
              <a:defRPr/>
            </a:pPr>
            <a:fld id="{9EDC69B5-27C6-40E0-8F6C-66753792FB39}" type="datetimeFigureOut">
              <a:rPr lang="en-US"/>
              <a:pPr>
                <a:defRPr/>
              </a:pPr>
              <a:t>4/7/2026</a:t>
            </a:fld>
            <a:endParaRPr lang="en-US"/>
          </a:p>
        </p:txBody>
      </p:sp>
      <p:sp>
        <p:nvSpPr>
          <p:cNvPr id="5" name="Footer Placeholder 4">
            <a:extLst>
              <a:ext uri="{FF2B5EF4-FFF2-40B4-BE49-F238E27FC236}">
                <a16:creationId xmlns:a16="http://schemas.microsoft.com/office/drawing/2014/main" id="{48F61A9B-26E1-83A2-8B32-1C6AB4F4A336}"/>
              </a:ext>
            </a:extLst>
          </p:cNvPr>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defRPr>
            </a:lvl1pPr>
          </a:lstStyle>
          <a:p>
            <a:pPr>
              <a:defRPr/>
            </a:pPr>
            <a:endParaRPr lang="en-US"/>
          </a:p>
        </p:txBody>
      </p:sp>
      <p:sp>
        <p:nvSpPr>
          <p:cNvPr id="6" name="Slide Number Placeholder 5">
            <a:extLst>
              <a:ext uri="{FF2B5EF4-FFF2-40B4-BE49-F238E27FC236}">
                <a16:creationId xmlns:a16="http://schemas.microsoft.com/office/drawing/2014/main" id="{DC88E314-A564-BD07-C910-D9021AB1A69C}"/>
              </a:ext>
            </a:extLst>
          </p:cNvPr>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latin typeface="Calibri" panose="020F0502020204030204" pitchFamily="34" charset="0"/>
              </a:defRPr>
            </a:lvl1pPr>
          </a:lstStyle>
          <a:p>
            <a:fld id="{6873016C-8306-485B-ADC6-314243EC55C5}" type="slidenum">
              <a:rPr lang="en-US" altLang="en-US"/>
              <a:pPr/>
              <a:t>‹#›</a:t>
            </a:fld>
            <a:endParaRPr lang="en-US" altLang="en-US"/>
          </a:p>
        </p:txBody>
      </p:sp>
    </p:spTree>
  </p:cSld>
  <p:clrMap bg1="lt1" tx1="dk1" bg2="lt2" tx2="dk2" accent1="accent1" accent2="accent2" accent3="accent3" accent4="accent4" accent5="accent5" accent6="accent6" hlink="hlink" folHlink="folHlink"/>
  <p:sldLayoutIdLst>
    <p:sldLayoutId id="2147483659" r:id="rId1"/>
    <p:sldLayoutId id="2147483658" r:id="rId2"/>
    <p:sldLayoutId id="2147483657" r:id="rId3"/>
    <p:sldLayoutId id="2147483656" r:id="rId4"/>
    <p:sldLayoutId id="2147483655" r:id="rId5"/>
    <p:sldLayoutId id="2147483654" r:id="rId6"/>
    <p:sldLayoutId id="2147483653" r:id="rId7"/>
    <p:sldLayoutId id="2147483652" r:id="rId8"/>
    <p:sldLayoutId id="2147483651" r:id="rId9"/>
    <p:sldLayoutId id="2147483650" r:id="rId10"/>
    <p:sldLayoutId id="2147483649" r:id="rId11"/>
  </p:sldLayoutIdLst>
  <p:txStyles>
    <p:titleStyle>
      <a:lvl1pPr algn="ctr" rtl="0" fontAlgn="base">
        <a:spcBef>
          <a:spcPct val="0"/>
        </a:spcBef>
        <a:spcAft>
          <a:spcPct val="0"/>
        </a:spcAft>
        <a:defRPr sz="4400" kern="1200">
          <a:solidFill>
            <a:schemeClr val="tx1"/>
          </a:solidFill>
          <a:latin typeface="+mj-lt"/>
          <a:ea typeface="+mj-ea"/>
          <a:cs typeface="+mj-cs"/>
        </a:defRPr>
      </a:lvl1pPr>
      <a:lvl2pPr algn="ctr" rtl="0" fontAlgn="base">
        <a:spcBef>
          <a:spcPct val="0"/>
        </a:spcBef>
        <a:spcAft>
          <a:spcPct val="0"/>
        </a:spcAft>
        <a:defRPr sz="4400">
          <a:solidFill>
            <a:schemeClr val="tx1"/>
          </a:solidFill>
          <a:latin typeface="Calibri" panose="020F0502020204030204" pitchFamily="34" charset="0"/>
        </a:defRPr>
      </a:lvl2pPr>
      <a:lvl3pPr algn="ctr" rtl="0" fontAlgn="base">
        <a:spcBef>
          <a:spcPct val="0"/>
        </a:spcBef>
        <a:spcAft>
          <a:spcPct val="0"/>
        </a:spcAft>
        <a:defRPr sz="4400">
          <a:solidFill>
            <a:schemeClr val="tx1"/>
          </a:solidFill>
          <a:latin typeface="Calibri" panose="020F0502020204030204" pitchFamily="34" charset="0"/>
        </a:defRPr>
      </a:lvl3pPr>
      <a:lvl4pPr algn="ctr" rtl="0" fontAlgn="base">
        <a:spcBef>
          <a:spcPct val="0"/>
        </a:spcBef>
        <a:spcAft>
          <a:spcPct val="0"/>
        </a:spcAft>
        <a:defRPr sz="4400">
          <a:solidFill>
            <a:schemeClr val="tx1"/>
          </a:solidFill>
          <a:latin typeface="Calibri" panose="020F0502020204030204" pitchFamily="34" charset="0"/>
        </a:defRPr>
      </a:lvl4pPr>
      <a:lvl5pPr algn="ctr" rtl="0" fontAlgn="base">
        <a:spcBef>
          <a:spcPct val="0"/>
        </a:spcBef>
        <a:spcAft>
          <a:spcPct val="0"/>
        </a:spcAft>
        <a:defRPr sz="4400">
          <a:solidFill>
            <a:schemeClr val="tx1"/>
          </a:solidFill>
          <a:latin typeface="Calibri" panose="020F0502020204030204" pitchFamily="34" charset="0"/>
        </a:defRPr>
      </a:lvl5pPr>
      <a:lvl6pPr marL="457200" algn="ctr" rtl="0" fontAlgn="base">
        <a:spcBef>
          <a:spcPct val="0"/>
        </a:spcBef>
        <a:spcAft>
          <a:spcPct val="0"/>
        </a:spcAft>
        <a:defRPr sz="4400">
          <a:solidFill>
            <a:schemeClr val="tx1"/>
          </a:solidFill>
          <a:latin typeface="Calibri" panose="020F0502020204030204" pitchFamily="34" charset="0"/>
        </a:defRPr>
      </a:lvl6pPr>
      <a:lvl7pPr marL="914400" algn="ctr" rtl="0" fontAlgn="base">
        <a:spcBef>
          <a:spcPct val="0"/>
        </a:spcBef>
        <a:spcAft>
          <a:spcPct val="0"/>
        </a:spcAft>
        <a:defRPr sz="4400">
          <a:solidFill>
            <a:schemeClr val="tx1"/>
          </a:solidFill>
          <a:latin typeface="Calibri" panose="020F0502020204030204" pitchFamily="34" charset="0"/>
        </a:defRPr>
      </a:lvl7pPr>
      <a:lvl8pPr marL="1371600" algn="ctr" rtl="0" fontAlgn="base">
        <a:spcBef>
          <a:spcPct val="0"/>
        </a:spcBef>
        <a:spcAft>
          <a:spcPct val="0"/>
        </a:spcAft>
        <a:defRPr sz="4400">
          <a:solidFill>
            <a:schemeClr val="tx1"/>
          </a:solidFill>
          <a:latin typeface="Calibri" panose="020F0502020204030204" pitchFamily="34" charset="0"/>
        </a:defRPr>
      </a:lvl8pPr>
      <a:lvl9pPr marL="1828800" algn="ctr" rtl="0" fontAlgn="base">
        <a:spcBef>
          <a:spcPct val="0"/>
        </a:spcBef>
        <a:spcAft>
          <a:spcPct val="0"/>
        </a:spcAft>
        <a:defRPr sz="4400">
          <a:solidFill>
            <a:schemeClr val="tx1"/>
          </a:solidFill>
          <a:latin typeface="Calibri" panose="020F0502020204030204" pitchFamily="34" charset="0"/>
        </a:defRPr>
      </a:lvl9pPr>
    </p:titleStyle>
    <p:bodyStyle>
      <a:lvl1pPr marL="342900" indent="-342900" algn="l" rtl="0" fontAlgn="base">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fontAlgn="base">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fontAlgn="base">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fontAlgn="base">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fontAlgn="base">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C7082E-3E57-23ED-5BD3-284B28185E69}"/>
              </a:ext>
            </a:extLst>
          </p:cNvPr>
          <p:cNvSpPr>
            <a:spLocks noGrp="1"/>
          </p:cNvSpPr>
          <p:nvPr>
            <p:ph type="ctrTitle" idx="4294967295"/>
          </p:nvPr>
        </p:nvSpPr>
        <p:spPr>
          <a:xfrm>
            <a:off x="685800" y="304800"/>
            <a:ext cx="7772400" cy="457200"/>
          </a:xfrm>
        </p:spPr>
        <p:txBody>
          <a:bodyPr>
            <a:normAutofit/>
          </a:bodyPr>
          <a:lstStyle/>
          <a:p>
            <a:r>
              <a:rPr lang="en-US" altLang="en-US" sz="3200">
                <a:solidFill>
                  <a:srgbClr val="0000FF"/>
                </a:solidFill>
              </a:rPr>
              <a:t>wait and waitpid functions</a:t>
            </a:r>
          </a:p>
        </p:txBody>
      </p:sp>
      <p:sp>
        <p:nvSpPr>
          <p:cNvPr id="3" name="Title 1">
            <a:extLst>
              <a:ext uri="{FF2B5EF4-FFF2-40B4-BE49-F238E27FC236}">
                <a16:creationId xmlns:a16="http://schemas.microsoft.com/office/drawing/2014/main" id="{5E7CF453-869E-DE23-E5F6-064964867BF5}"/>
              </a:ext>
            </a:extLst>
          </p:cNvPr>
          <p:cNvSpPr txBox="1">
            <a:spLocks/>
          </p:cNvSpPr>
          <p:nvPr/>
        </p:nvSpPr>
        <p:spPr>
          <a:xfrm>
            <a:off x="304800" y="1066800"/>
            <a:ext cx="8534400" cy="4789488"/>
          </a:xfrm>
          <a:prstGeom prst="rect">
            <a:avLst/>
          </a:prstGeom>
        </p:spPr>
        <p:txBody>
          <a:bodyPr>
            <a:spAutoFit/>
          </a:bodyPr>
          <a:lstStyle>
            <a:lvl1pPr marL="342900" indent="-342900">
              <a:defRPr>
                <a:solidFill>
                  <a:schemeClr val="tx1"/>
                </a:solidFill>
                <a:latin typeface="Calibri" panose="020F0502020204030204" pitchFamily="34" charset="0"/>
              </a:defRPr>
            </a:lvl1pPr>
            <a:lvl2pPr marL="800100" indent="-342900">
              <a:defRPr>
                <a:solidFill>
                  <a:schemeClr val="tx1"/>
                </a:solidFill>
                <a:latin typeface="Calibri" panose="020F0502020204030204" pitchFamily="34" charset="0"/>
              </a:defRPr>
            </a:lvl2pPr>
            <a:lvl3pPr marL="1257300" indent="-342900">
              <a:defRPr>
                <a:solidFill>
                  <a:schemeClr val="tx1"/>
                </a:solidFill>
                <a:latin typeface="Calibri" panose="020F0502020204030204" pitchFamily="34" charset="0"/>
              </a:defRPr>
            </a:lvl3pPr>
            <a:lvl4pPr marL="1714500" indent="-342900">
              <a:defRPr>
                <a:solidFill>
                  <a:schemeClr val="tx1"/>
                </a:solidFill>
                <a:latin typeface="Calibri" panose="020F0502020204030204" pitchFamily="34" charset="0"/>
              </a:defRPr>
            </a:lvl4pPr>
            <a:lvl5pPr marL="2171700" indent="-342900">
              <a:defRPr>
                <a:solidFill>
                  <a:schemeClr val="tx1"/>
                </a:solidFill>
                <a:latin typeface="Calibri" panose="020F0502020204030204" pitchFamily="34" charset="0"/>
              </a:defRPr>
            </a:lvl5pPr>
            <a:lvl6pPr marL="2628900" indent="-342900" fontAlgn="base">
              <a:spcBef>
                <a:spcPct val="0"/>
              </a:spcBef>
              <a:spcAft>
                <a:spcPct val="0"/>
              </a:spcAft>
              <a:defRPr>
                <a:solidFill>
                  <a:schemeClr val="tx1"/>
                </a:solidFill>
                <a:latin typeface="Calibri" panose="020F0502020204030204" pitchFamily="34" charset="0"/>
              </a:defRPr>
            </a:lvl6pPr>
            <a:lvl7pPr marL="3086100" indent="-342900" fontAlgn="base">
              <a:spcBef>
                <a:spcPct val="0"/>
              </a:spcBef>
              <a:spcAft>
                <a:spcPct val="0"/>
              </a:spcAft>
              <a:defRPr>
                <a:solidFill>
                  <a:schemeClr val="tx1"/>
                </a:solidFill>
                <a:latin typeface="Calibri" panose="020F0502020204030204" pitchFamily="34" charset="0"/>
              </a:defRPr>
            </a:lvl7pPr>
            <a:lvl8pPr marL="3543300" indent="-342900" fontAlgn="base">
              <a:spcBef>
                <a:spcPct val="0"/>
              </a:spcBef>
              <a:spcAft>
                <a:spcPct val="0"/>
              </a:spcAft>
              <a:defRPr>
                <a:solidFill>
                  <a:schemeClr val="tx1"/>
                </a:solidFill>
                <a:latin typeface="Calibri" panose="020F0502020204030204" pitchFamily="34" charset="0"/>
              </a:defRPr>
            </a:lvl8pPr>
            <a:lvl9pPr marL="4000500" indent="-342900" fontAlgn="base">
              <a:spcBef>
                <a:spcPct val="0"/>
              </a:spcBef>
              <a:spcAft>
                <a:spcPct val="0"/>
              </a:spcAft>
              <a:defRPr>
                <a:solidFill>
                  <a:schemeClr val="tx1"/>
                </a:solidFill>
                <a:latin typeface="Calibri" panose="020F0502020204030204" pitchFamily="34" charset="0"/>
              </a:defRPr>
            </a:lvl9pPr>
          </a:lstStyle>
          <a:p>
            <a:pPr algn="just">
              <a:buFontTx/>
              <a:buChar char="•"/>
            </a:pPr>
            <a:r>
              <a:rPr lang="en-US" altLang="en-US" sz="2800">
                <a:latin typeface="Times New Roman" panose="02020603050405020304" pitchFamily="18" charset="0"/>
              </a:rPr>
              <a:t>When a process terminates, either normally or abnormally, the kernel notifies the parent by sending the SIGCHLD signal to the parent. </a:t>
            </a:r>
          </a:p>
          <a:p>
            <a:pPr algn="just">
              <a:buFontTx/>
              <a:buChar char="•"/>
            </a:pPr>
            <a:r>
              <a:rPr lang="en-US" altLang="en-US" sz="2800">
                <a:latin typeface="Times New Roman" panose="02020603050405020304" pitchFamily="18" charset="0"/>
              </a:rPr>
              <a:t>Because the termination of a child is an asynchronous event it can happen at any time while the parent is running this signal is the asynchronous notification from the kernel to the parent. </a:t>
            </a:r>
          </a:p>
          <a:p>
            <a:pPr algn="just">
              <a:buFontTx/>
              <a:buChar char="•"/>
            </a:pPr>
            <a:r>
              <a:rPr lang="en-US" altLang="en-US" sz="2800">
                <a:latin typeface="Times New Roman" panose="02020603050405020304" pitchFamily="18" charset="0"/>
              </a:rPr>
              <a:t>The parent can choose to ignore this signal, or it can provide a function that is called when the signal occurs: a signal handler. </a:t>
            </a:r>
          </a:p>
          <a:p>
            <a:pPr algn="just">
              <a:buFontTx/>
              <a:buChar char="•"/>
            </a:pPr>
            <a:r>
              <a:rPr lang="en-US" altLang="en-US" sz="2800">
                <a:latin typeface="Times New Roman" panose="02020603050405020304" pitchFamily="18" charset="0"/>
              </a:rPr>
              <a:t>The default action for this signal is to be ignored. </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CE016D68-343F-405B-261A-55627EA7D491}"/>
              </a:ext>
            </a:extLst>
          </p:cNvPr>
          <p:cNvSpPr txBox="1">
            <a:spLocks/>
          </p:cNvSpPr>
          <p:nvPr/>
        </p:nvSpPr>
        <p:spPr>
          <a:xfrm>
            <a:off x="304800" y="152400"/>
            <a:ext cx="8534400" cy="6427788"/>
          </a:xfrm>
          <a:prstGeom prst="rect">
            <a:avLst/>
          </a:prstGeom>
        </p:spPr>
        <p:txBody>
          <a:bodyPr>
            <a:spAutoFit/>
          </a:bodyPr>
          <a:lstStyle>
            <a:lvl1pPr marL="342900" indent="-342900">
              <a:defRPr>
                <a:solidFill>
                  <a:schemeClr val="tx1"/>
                </a:solidFill>
                <a:latin typeface="Calibri" panose="020F0502020204030204" pitchFamily="34" charset="0"/>
              </a:defRPr>
            </a:lvl1pPr>
            <a:lvl2pPr marL="800100" indent="-342900">
              <a:defRPr>
                <a:solidFill>
                  <a:schemeClr val="tx1"/>
                </a:solidFill>
                <a:latin typeface="Calibri" panose="020F0502020204030204" pitchFamily="34" charset="0"/>
              </a:defRPr>
            </a:lvl2pPr>
            <a:lvl3pPr marL="1257300" indent="-342900">
              <a:defRPr>
                <a:solidFill>
                  <a:schemeClr val="tx1"/>
                </a:solidFill>
                <a:latin typeface="Calibri" panose="020F0502020204030204" pitchFamily="34" charset="0"/>
              </a:defRPr>
            </a:lvl3pPr>
            <a:lvl4pPr marL="1714500" indent="-342900">
              <a:defRPr>
                <a:solidFill>
                  <a:schemeClr val="tx1"/>
                </a:solidFill>
                <a:latin typeface="Calibri" panose="020F0502020204030204" pitchFamily="34" charset="0"/>
              </a:defRPr>
            </a:lvl4pPr>
            <a:lvl5pPr marL="2171700" indent="-342900">
              <a:defRPr>
                <a:solidFill>
                  <a:schemeClr val="tx1"/>
                </a:solidFill>
                <a:latin typeface="Calibri" panose="020F0502020204030204" pitchFamily="34" charset="0"/>
              </a:defRPr>
            </a:lvl5pPr>
            <a:lvl6pPr marL="2628900" indent="-342900" fontAlgn="base">
              <a:spcBef>
                <a:spcPct val="0"/>
              </a:spcBef>
              <a:spcAft>
                <a:spcPct val="0"/>
              </a:spcAft>
              <a:defRPr>
                <a:solidFill>
                  <a:schemeClr val="tx1"/>
                </a:solidFill>
                <a:latin typeface="Calibri" panose="020F0502020204030204" pitchFamily="34" charset="0"/>
              </a:defRPr>
            </a:lvl6pPr>
            <a:lvl7pPr marL="3086100" indent="-342900" fontAlgn="base">
              <a:spcBef>
                <a:spcPct val="0"/>
              </a:spcBef>
              <a:spcAft>
                <a:spcPct val="0"/>
              </a:spcAft>
              <a:defRPr>
                <a:solidFill>
                  <a:schemeClr val="tx1"/>
                </a:solidFill>
                <a:latin typeface="Calibri" panose="020F0502020204030204" pitchFamily="34" charset="0"/>
              </a:defRPr>
            </a:lvl7pPr>
            <a:lvl8pPr marL="3543300" indent="-342900" fontAlgn="base">
              <a:spcBef>
                <a:spcPct val="0"/>
              </a:spcBef>
              <a:spcAft>
                <a:spcPct val="0"/>
              </a:spcAft>
              <a:defRPr>
                <a:solidFill>
                  <a:schemeClr val="tx1"/>
                </a:solidFill>
                <a:latin typeface="Calibri" panose="020F0502020204030204" pitchFamily="34" charset="0"/>
              </a:defRPr>
            </a:lvl8pPr>
            <a:lvl9pPr marL="4000500" indent="-342900" fontAlgn="base">
              <a:spcBef>
                <a:spcPct val="0"/>
              </a:spcBef>
              <a:spcAft>
                <a:spcPct val="0"/>
              </a:spcAft>
              <a:defRPr>
                <a:solidFill>
                  <a:schemeClr val="tx1"/>
                </a:solidFill>
                <a:latin typeface="Calibri" panose="020F0502020204030204" pitchFamily="34" charset="0"/>
              </a:defRPr>
            </a:lvl9pPr>
          </a:lstStyle>
          <a:p>
            <a:pPr algn="just">
              <a:buFontTx/>
              <a:buChar char="•"/>
            </a:pPr>
            <a:r>
              <a:rPr lang="en-US" altLang="en-US" sz="3200">
                <a:latin typeface="Times New Roman" panose="02020603050405020304" pitchFamily="18" charset="0"/>
              </a:rPr>
              <a:t>We need to be aware that a process that calls wait or waitpid can Block, if all of its children are still running</a:t>
            </a:r>
          </a:p>
          <a:p>
            <a:pPr algn="just">
              <a:buFontTx/>
              <a:buChar char="•"/>
            </a:pPr>
            <a:r>
              <a:rPr lang="en-US" altLang="en-US" sz="3200">
                <a:latin typeface="Times New Roman" panose="02020603050405020304" pitchFamily="18" charset="0"/>
              </a:rPr>
              <a:t>Return immediately with the termination status of a child, if a child has terminated and is waiting for its termination status to be fetched</a:t>
            </a:r>
          </a:p>
          <a:p>
            <a:pPr algn="just">
              <a:buFontTx/>
              <a:buChar char="•"/>
            </a:pPr>
            <a:r>
              <a:rPr lang="en-US" altLang="en-US" sz="3200">
                <a:latin typeface="Times New Roman" panose="02020603050405020304" pitchFamily="18" charset="0"/>
              </a:rPr>
              <a:t>Return immediately with an error, if it doesn't have any child processes</a:t>
            </a:r>
          </a:p>
          <a:p>
            <a:pPr algn="just">
              <a:buFontTx/>
              <a:buChar char="•"/>
            </a:pPr>
            <a:r>
              <a:rPr lang="en-US" altLang="en-US" sz="3200">
                <a:latin typeface="Times New Roman" panose="02020603050405020304" pitchFamily="18" charset="0"/>
              </a:rPr>
              <a:t>If the process is calling wait because it received the SIGCHLD signal, we expect wait to return immediately. </a:t>
            </a:r>
          </a:p>
          <a:p>
            <a:pPr algn="just">
              <a:buFontTx/>
              <a:buChar char="•"/>
            </a:pPr>
            <a:r>
              <a:rPr lang="en-US" altLang="en-US" sz="3200">
                <a:latin typeface="Times New Roman" panose="02020603050405020304" pitchFamily="18" charset="0"/>
              </a:rPr>
              <a:t>But if we call it at any random point in time, it can block.</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F76A95A6-EC84-9734-F71E-BB90DB4C251F}"/>
              </a:ext>
            </a:extLst>
          </p:cNvPr>
          <p:cNvSpPr txBox="1">
            <a:spLocks/>
          </p:cNvSpPr>
          <p:nvPr/>
        </p:nvSpPr>
        <p:spPr>
          <a:xfrm>
            <a:off x="304800" y="152400"/>
            <a:ext cx="8534400" cy="5087938"/>
          </a:xfrm>
          <a:prstGeom prst="rect">
            <a:avLst/>
          </a:prstGeom>
        </p:spPr>
        <p:txBody>
          <a:bodyPr>
            <a:spAutoFit/>
          </a:bodyPr>
          <a:lstStyle>
            <a:lvl1pPr marL="342900" indent="-342900">
              <a:defRPr>
                <a:solidFill>
                  <a:schemeClr val="tx1"/>
                </a:solidFill>
                <a:latin typeface="Calibri" panose="020F0502020204030204" pitchFamily="34" charset="0"/>
              </a:defRPr>
            </a:lvl1pPr>
            <a:lvl2pPr marL="800100" indent="-342900">
              <a:defRPr>
                <a:solidFill>
                  <a:schemeClr val="tx1"/>
                </a:solidFill>
                <a:latin typeface="Calibri" panose="020F0502020204030204" pitchFamily="34" charset="0"/>
              </a:defRPr>
            </a:lvl2pPr>
            <a:lvl3pPr marL="1257300" indent="-342900">
              <a:defRPr>
                <a:solidFill>
                  <a:schemeClr val="tx1"/>
                </a:solidFill>
                <a:latin typeface="Calibri" panose="020F0502020204030204" pitchFamily="34" charset="0"/>
              </a:defRPr>
            </a:lvl3pPr>
            <a:lvl4pPr marL="1714500" indent="-342900">
              <a:defRPr>
                <a:solidFill>
                  <a:schemeClr val="tx1"/>
                </a:solidFill>
                <a:latin typeface="Calibri" panose="020F0502020204030204" pitchFamily="34" charset="0"/>
              </a:defRPr>
            </a:lvl4pPr>
            <a:lvl5pPr marL="2171700" indent="-342900">
              <a:defRPr>
                <a:solidFill>
                  <a:schemeClr val="tx1"/>
                </a:solidFill>
                <a:latin typeface="Calibri" panose="020F0502020204030204" pitchFamily="34" charset="0"/>
              </a:defRPr>
            </a:lvl5pPr>
            <a:lvl6pPr marL="2628900" indent="-342900" fontAlgn="base">
              <a:spcBef>
                <a:spcPct val="0"/>
              </a:spcBef>
              <a:spcAft>
                <a:spcPct val="0"/>
              </a:spcAft>
              <a:defRPr>
                <a:solidFill>
                  <a:schemeClr val="tx1"/>
                </a:solidFill>
                <a:latin typeface="Calibri" panose="020F0502020204030204" pitchFamily="34" charset="0"/>
              </a:defRPr>
            </a:lvl6pPr>
            <a:lvl7pPr marL="3086100" indent="-342900" fontAlgn="base">
              <a:spcBef>
                <a:spcPct val="0"/>
              </a:spcBef>
              <a:spcAft>
                <a:spcPct val="0"/>
              </a:spcAft>
              <a:defRPr>
                <a:solidFill>
                  <a:schemeClr val="tx1"/>
                </a:solidFill>
                <a:latin typeface="Calibri" panose="020F0502020204030204" pitchFamily="34" charset="0"/>
              </a:defRPr>
            </a:lvl7pPr>
            <a:lvl8pPr marL="3543300" indent="-342900" fontAlgn="base">
              <a:spcBef>
                <a:spcPct val="0"/>
              </a:spcBef>
              <a:spcAft>
                <a:spcPct val="0"/>
              </a:spcAft>
              <a:defRPr>
                <a:solidFill>
                  <a:schemeClr val="tx1"/>
                </a:solidFill>
                <a:latin typeface="Calibri" panose="020F0502020204030204" pitchFamily="34" charset="0"/>
              </a:defRPr>
            </a:lvl8pPr>
            <a:lvl9pPr marL="4000500" indent="-342900" fontAlgn="base">
              <a:spcBef>
                <a:spcPct val="0"/>
              </a:spcBef>
              <a:spcAft>
                <a:spcPct val="0"/>
              </a:spcAft>
              <a:defRPr>
                <a:solidFill>
                  <a:schemeClr val="tx1"/>
                </a:solidFill>
                <a:latin typeface="Calibri" panose="020F0502020204030204" pitchFamily="34" charset="0"/>
              </a:defRPr>
            </a:lvl9pPr>
          </a:lstStyle>
          <a:p>
            <a:r>
              <a:rPr lang="en-US" altLang="en-US" sz="3200">
                <a:latin typeface="Arial" panose="020B0604020202020204" pitchFamily="34" charset="0"/>
              </a:rPr>
              <a:t>#include &lt;sys/wait.h&gt;</a:t>
            </a:r>
          </a:p>
          <a:p>
            <a:r>
              <a:rPr lang="en-US" altLang="en-US" sz="3200">
                <a:solidFill>
                  <a:schemeClr val="hlink"/>
                </a:solidFill>
                <a:latin typeface="Arial" panose="020B0604020202020204" pitchFamily="34" charset="0"/>
              </a:rPr>
              <a:t>pid_t wait(int *</a:t>
            </a:r>
            <a:r>
              <a:rPr lang="en-US" altLang="en-US" sz="3200" i="1">
                <a:solidFill>
                  <a:schemeClr val="hlink"/>
                </a:solidFill>
                <a:latin typeface="Arial" panose="020B0604020202020204" pitchFamily="34" charset="0"/>
              </a:rPr>
              <a:t>statloc</a:t>
            </a:r>
            <a:r>
              <a:rPr lang="en-US" altLang="en-US" sz="3200">
                <a:solidFill>
                  <a:schemeClr val="hlink"/>
                </a:solidFill>
                <a:latin typeface="Arial" panose="020B0604020202020204" pitchFamily="34" charset="0"/>
              </a:rPr>
              <a:t>);</a:t>
            </a:r>
          </a:p>
          <a:p>
            <a:r>
              <a:rPr lang="en-US" altLang="en-US" sz="3200">
                <a:solidFill>
                  <a:schemeClr val="hlink"/>
                </a:solidFill>
                <a:latin typeface="Arial" panose="020B0604020202020204" pitchFamily="34" charset="0"/>
              </a:rPr>
              <a:t>pid_t waitpid(pid_t </a:t>
            </a:r>
            <a:r>
              <a:rPr lang="en-US" altLang="en-US" sz="3200" i="1">
                <a:solidFill>
                  <a:schemeClr val="hlink"/>
                </a:solidFill>
                <a:latin typeface="Arial" panose="020B0604020202020204" pitchFamily="34" charset="0"/>
              </a:rPr>
              <a:t>pid</a:t>
            </a:r>
            <a:r>
              <a:rPr lang="en-US" altLang="en-US" sz="3200">
                <a:solidFill>
                  <a:schemeClr val="hlink"/>
                </a:solidFill>
                <a:latin typeface="Arial" panose="020B0604020202020204" pitchFamily="34" charset="0"/>
              </a:rPr>
              <a:t>, int *</a:t>
            </a:r>
            <a:r>
              <a:rPr lang="en-US" altLang="en-US" sz="3200" i="1">
                <a:solidFill>
                  <a:schemeClr val="hlink"/>
                </a:solidFill>
                <a:latin typeface="Arial" panose="020B0604020202020204" pitchFamily="34" charset="0"/>
              </a:rPr>
              <a:t>statloc</a:t>
            </a:r>
            <a:r>
              <a:rPr lang="en-US" altLang="en-US" sz="3200">
                <a:solidFill>
                  <a:schemeClr val="hlink"/>
                </a:solidFill>
                <a:latin typeface="Arial" panose="020B0604020202020204" pitchFamily="34" charset="0"/>
              </a:rPr>
              <a:t>, int </a:t>
            </a:r>
            <a:r>
              <a:rPr lang="en-US" altLang="en-US" sz="3200" i="1">
                <a:solidFill>
                  <a:schemeClr val="hlink"/>
                </a:solidFill>
                <a:latin typeface="Arial" panose="020B0604020202020204" pitchFamily="34" charset="0"/>
              </a:rPr>
              <a:t>options</a:t>
            </a:r>
            <a:r>
              <a:rPr lang="en-US" altLang="en-US" sz="3200">
                <a:solidFill>
                  <a:schemeClr val="hlink"/>
                </a:solidFill>
                <a:latin typeface="Arial" panose="020B0604020202020204" pitchFamily="34" charset="0"/>
              </a:rPr>
              <a:t>);</a:t>
            </a:r>
          </a:p>
          <a:p>
            <a:r>
              <a:rPr lang="en-US" altLang="en-US" sz="2400">
                <a:solidFill>
                  <a:schemeClr val="folHlink"/>
                </a:solidFill>
                <a:latin typeface="Arial" panose="020B0604020202020204" pitchFamily="34" charset="0"/>
              </a:rPr>
              <a:t>		</a:t>
            </a:r>
            <a:r>
              <a:rPr lang="en-US" altLang="en-US" sz="2800">
                <a:solidFill>
                  <a:schemeClr val="folHlink"/>
                </a:solidFill>
                <a:latin typeface="Arial" panose="020B0604020202020204" pitchFamily="34" charset="0"/>
              </a:rPr>
              <a:t>Both return: process ID if OK, 0 or 1 on error</a:t>
            </a:r>
          </a:p>
          <a:p>
            <a:pPr>
              <a:buFontTx/>
              <a:buChar char="•"/>
            </a:pPr>
            <a:r>
              <a:rPr lang="en-US" altLang="en-US" sz="3200">
                <a:latin typeface="Arial" panose="020B0604020202020204" pitchFamily="34" charset="0"/>
              </a:rPr>
              <a:t>The differences between these two functions are as follows.</a:t>
            </a:r>
          </a:p>
          <a:p>
            <a:pPr>
              <a:buFontTx/>
              <a:buChar char="•"/>
            </a:pPr>
            <a:r>
              <a:rPr lang="en-US" altLang="en-US" sz="3200">
                <a:latin typeface="Arial" panose="020B0604020202020204" pitchFamily="34" charset="0"/>
              </a:rPr>
              <a:t>The wait function can block the caller until a child process terminates, whereas waitpid has an option that prevents it from blocking.</a:t>
            </a:r>
          </a:p>
          <a:p>
            <a:endParaRPr lang="en-US" altLang="en-US" sz="4400">
              <a:solidFill>
                <a:schemeClr val="folHlink"/>
              </a:solidFill>
              <a:latin typeface="Arial" panose="020B0604020202020204" pitchFamily="3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42463EC0-75F7-F8A3-A805-982BCEFF9AA0}"/>
              </a:ext>
            </a:extLst>
          </p:cNvPr>
          <p:cNvSpPr txBox="1">
            <a:spLocks/>
          </p:cNvSpPr>
          <p:nvPr/>
        </p:nvSpPr>
        <p:spPr>
          <a:xfrm>
            <a:off x="304800" y="152400"/>
            <a:ext cx="8534400" cy="5940425"/>
          </a:xfrm>
          <a:prstGeom prst="rect">
            <a:avLst/>
          </a:prstGeom>
        </p:spPr>
        <p:txBody>
          <a:bodyPr>
            <a:spAutoFit/>
          </a:bodyPr>
          <a:lstStyle>
            <a:lvl1pPr marL="342900" indent="-342900">
              <a:defRPr>
                <a:solidFill>
                  <a:schemeClr val="tx1"/>
                </a:solidFill>
                <a:latin typeface="Calibri" panose="020F0502020204030204" pitchFamily="34" charset="0"/>
              </a:defRPr>
            </a:lvl1pPr>
            <a:lvl2pPr marL="800100" indent="-342900">
              <a:defRPr>
                <a:solidFill>
                  <a:schemeClr val="tx1"/>
                </a:solidFill>
                <a:latin typeface="Calibri" panose="020F0502020204030204" pitchFamily="34" charset="0"/>
              </a:defRPr>
            </a:lvl2pPr>
            <a:lvl3pPr marL="1257300" indent="-342900">
              <a:defRPr>
                <a:solidFill>
                  <a:schemeClr val="tx1"/>
                </a:solidFill>
                <a:latin typeface="Calibri" panose="020F0502020204030204" pitchFamily="34" charset="0"/>
              </a:defRPr>
            </a:lvl3pPr>
            <a:lvl4pPr marL="1714500" indent="-342900">
              <a:defRPr>
                <a:solidFill>
                  <a:schemeClr val="tx1"/>
                </a:solidFill>
                <a:latin typeface="Calibri" panose="020F0502020204030204" pitchFamily="34" charset="0"/>
              </a:defRPr>
            </a:lvl4pPr>
            <a:lvl5pPr marL="2171700" indent="-342900">
              <a:defRPr>
                <a:solidFill>
                  <a:schemeClr val="tx1"/>
                </a:solidFill>
                <a:latin typeface="Calibri" panose="020F0502020204030204" pitchFamily="34" charset="0"/>
              </a:defRPr>
            </a:lvl5pPr>
            <a:lvl6pPr marL="2628900" indent="-342900" fontAlgn="base">
              <a:spcBef>
                <a:spcPct val="0"/>
              </a:spcBef>
              <a:spcAft>
                <a:spcPct val="0"/>
              </a:spcAft>
              <a:defRPr>
                <a:solidFill>
                  <a:schemeClr val="tx1"/>
                </a:solidFill>
                <a:latin typeface="Calibri" panose="020F0502020204030204" pitchFamily="34" charset="0"/>
              </a:defRPr>
            </a:lvl6pPr>
            <a:lvl7pPr marL="3086100" indent="-342900" fontAlgn="base">
              <a:spcBef>
                <a:spcPct val="0"/>
              </a:spcBef>
              <a:spcAft>
                <a:spcPct val="0"/>
              </a:spcAft>
              <a:defRPr>
                <a:solidFill>
                  <a:schemeClr val="tx1"/>
                </a:solidFill>
                <a:latin typeface="Calibri" panose="020F0502020204030204" pitchFamily="34" charset="0"/>
              </a:defRPr>
            </a:lvl7pPr>
            <a:lvl8pPr marL="3543300" indent="-342900" fontAlgn="base">
              <a:spcBef>
                <a:spcPct val="0"/>
              </a:spcBef>
              <a:spcAft>
                <a:spcPct val="0"/>
              </a:spcAft>
              <a:defRPr>
                <a:solidFill>
                  <a:schemeClr val="tx1"/>
                </a:solidFill>
                <a:latin typeface="Calibri" panose="020F0502020204030204" pitchFamily="34" charset="0"/>
              </a:defRPr>
            </a:lvl8pPr>
            <a:lvl9pPr marL="4000500" indent="-342900" fontAlgn="base">
              <a:spcBef>
                <a:spcPct val="0"/>
              </a:spcBef>
              <a:spcAft>
                <a:spcPct val="0"/>
              </a:spcAft>
              <a:defRPr>
                <a:solidFill>
                  <a:schemeClr val="tx1"/>
                </a:solidFill>
                <a:latin typeface="Calibri" panose="020F0502020204030204" pitchFamily="34" charset="0"/>
              </a:defRPr>
            </a:lvl9pPr>
          </a:lstStyle>
          <a:p>
            <a:pPr algn="just">
              <a:buFontTx/>
              <a:buChar char="•"/>
            </a:pPr>
            <a:r>
              <a:rPr lang="en-US" altLang="en-US" sz="3200">
                <a:latin typeface="Times New Roman" panose="02020603050405020304" pitchFamily="18" charset="0"/>
              </a:rPr>
              <a:t>The waitpid function doesn't wait for the child that terminates first; it has a number of options that control which process it waits for.</a:t>
            </a:r>
          </a:p>
          <a:p>
            <a:pPr algn="just">
              <a:buFontTx/>
              <a:buChar char="•"/>
            </a:pPr>
            <a:r>
              <a:rPr lang="en-US" altLang="en-US" sz="3200">
                <a:latin typeface="Times New Roman" panose="02020603050405020304" pitchFamily="18" charset="0"/>
              </a:rPr>
              <a:t>If a child has already terminated and is a zombie, wait returns immediately with that child's status.</a:t>
            </a:r>
          </a:p>
          <a:p>
            <a:pPr algn="just">
              <a:buFontTx/>
              <a:buChar char="•"/>
            </a:pPr>
            <a:r>
              <a:rPr lang="en-US" altLang="en-US" sz="3200">
                <a:latin typeface="Times New Roman" panose="02020603050405020304" pitchFamily="18" charset="0"/>
              </a:rPr>
              <a:t>Otherwise, it blocks the caller until a child terminates. </a:t>
            </a:r>
          </a:p>
          <a:p>
            <a:pPr algn="just">
              <a:buFontTx/>
              <a:buChar char="•"/>
            </a:pPr>
            <a:r>
              <a:rPr lang="en-US" altLang="en-US" sz="3200">
                <a:latin typeface="Times New Roman" panose="02020603050405020304" pitchFamily="18" charset="0"/>
              </a:rPr>
              <a:t>If the caller blocks and has multiple children, wait returns when one terminates. </a:t>
            </a:r>
          </a:p>
          <a:p>
            <a:pPr algn="just">
              <a:buFontTx/>
              <a:buChar char="•"/>
            </a:pPr>
            <a:r>
              <a:rPr lang="en-US" altLang="en-US" sz="3200">
                <a:latin typeface="Times New Roman" panose="02020603050405020304" pitchFamily="18" charset="0"/>
              </a:rPr>
              <a:t>We can always tell which child terminated, because the process ID is returned by the function.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C14442A5-95DA-FE47-7DE0-DB216BEC67AF}"/>
              </a:ext>
            </a:extLst>
          </p:cNvPr>
          <p:cNvSpPr txBox="1">
            <a:spLocks/>
          </p:cNvSpPr>
          <p:nvPr/>
        </p:nvSpPr>
        <p:spPr>
          <a:xfrm>
            <a:off x="304800" y="152400"/>
            <a:ext cx="8534400" cy="5643563"/>
          </a:xfrm>
          <a:prstGeom prst="rect">
            <a:avLst/>
          </a:prstGeom>
        </p:spPr>
        <p:txBody>
          <a:bodyPr>
            <a:spAutoFit/>
          </a:bodyPr>
          <a:lstStyle>
            <a:lvl1pPr marL="342900" indent="-342900">
              <a:defRPr>
                <a:solidFill>
                  <a:schemeClr val="tx1"/>
                </a:solidFill>
                <a:latin typeface="Calibri" panose="020F0502020204030204" pitchFamily="34" charset="0"/>
              </a:defRPr>
            </a:lvl1pPr>
            <a:lvl2pPr marL="800100" indent="-342900">
              <a:defRPr>
                <a:solidFill>
                  <a:schemeClr val="tx1"/>
                </a:solidFill>
                <a:latin typeface="Calibri" panose="020F0502020204030204" pitchFamily="34" charset="0"/>
              </a:defRPr>
            </a:lvl2pPr>
            <a:lvl3pPr marL="1257300" indent="-342900">
              <a:defRPr>
                <a:solidFill>
                  <a:schemeClr val="tx1"/>
                </a:solidFill>
                <a:latin typeface="Calibri" panose="020F0502020204030204" pitchFamily="34" charset="0"/>
              </a:defRPr>
            </a:lvl3pPr>
            <a:lvl4pPr marL="1714500" indent="-342900">
              <a:defRPr>
                <a:solidFill>
                  <a:schemeClr val="tx1"/>
                </a:solidFill>
                <a:latin typeface="Calibri" panose="020F0502020204030204" pitchFamily="34" charset="0"/>
              </a:defRPr>
            </a:lvl4pPr>
            <a:lvl5pPr marL="2171700" indent="-342900">
              <a:defRPr>
                <a:solidFill>
                  <a:schemeClr val="tx1"/>
                </a:solidFill>
                <a:latin typeface="Calibri" panose="020F0502020204030204" pitchFamily="34" charset="0"/>
              </a:defRPr>
            </a:lvl5pPr>
            <a:lvl6pPr marL="2628900" indent="-342900" fontAlgn="base">
              <a:spcBef>
                <a:spcPct val="0"/>
              </a:spcBef>
              <a:spcAft>
                <a:spcPct val="0"/>
              </a:spcAft>
              <a:defRPr>
                <a:solidFill>
                  <a:schemeClr val="tx1"/>
                </a:solidFill>
                <a:latin typeface="Calibri" panose="020F0502020204030204" pitchFamily="34" charset="0"/>
              </a:defRPr>
            </a:lvl6pPr>
            <a:lvl7pPr marL="3086100" indent="-342900" fontAlgn="base">
              <a:spcBef>
                <a:spcPct val="0"/>
              </a:spcBef>
              <a:spcAft>
                <a:spcPct val="0"/>
              </a:spcAft>
              <a:defRPr>
                <a:solidFill>
                  <a:schemeClr val="tx1"/>
                </a:solidFill>
                <a:latin typeface="Calibri" panose="020F0502020204030204" pitchFamily="34" charset="0"/>
              </a:defRPr>
            </a:lvl7pPr>
            <a:lvl8pPr marL="3543300" indent="-342900" fontAlgn="base">
              <a:spcBef>
                <a:spcPct val="0"/>
              </a:spcBef>
              <a:spcAft>
                <a:spcPct val="0"/>
              </a:spcAft>
              <a:defRPr>
                <a:solidFill>
                  <a:schemeClr val="tx1"/>
                </a:solidFill>
                <a:latin typeface="Calibri" panose="020F0502020204030204" pitchFamily="34" charset="0"/>
              </a:defRPr>
            </a:lvl8pPr>
            <a:lvl9pPr marL="4000500" indent="-342900" fontAlgn="base">
              <a:spcBef>
                <a:spcPct val="0"/>
              </a:spcBef>
              <a:spcAft>
                <a:spcPct val="0"/>
              </a:spcAft>
              <a:defRPr>
                <a:solidFill>
                  <a:schemeClr val="tx1"/>
                </a:solidFill>
                <a:latin typeface="Calibri" panose="020F0502020204030204" pitchFamily="34" charset="0"/>
              </a:defRPr>
            </a:lvl9pPr>
          </a:lstStyle>
          <a:p>
            <a:pPr algn="just">
              <a:buFontTx/>
              <a:buChar char="•"/>
            </a:pPr>
            <a:r>
              <a:rPr lang="en-US" altLang="en-US" sz="2800">
                <a:latin typeface="Times New Roman" panose="02020603050405020304" pitchFamily="18" charset="0"/>
              </a:rPr>
              <a:t>For both functions, the argument </a:t>
            </a:r>
            <a:r>
              <a:rPr lang="en-US" altLang="en-US" sz="2800" i="1">
                <a:latin typeface="Times New Roman" panose="02020603050405020304" pitchFamily="18" charset="0"/>
              </a:rPr>
              <a:t>statloc </a:t>
            </a:r>
            <a:r>
              <a:rPr lang="en-US" altLang="en-US" sz="2800">
                <a:latin typeface="Times New Roman" panose="02020603050405020304" pitchFamily="18" charset="0"/>
              </a:rPr>
              <a:t>is a pointer to an integer. </a:t>
            </a:r>
          </a:p>
          <a:p>
            <a:pPr algn="just">
              <a:buFontTx/>
              <a:buChar char="•"/>
            </a:pPr>
            <a:r>
              <a:rPr lang="en-US" altLang="en-US" sz="2800">
                <a:latin typeface="Times New Roman" panose="02020603050405020304" pitchFamily="18" charset="0"/>
              </a:rPr>
              <a:t>If this argument is not a null pointer, the termination status of the terminated process is stored in the location pointed to by the argument. </a:t>
            </a:r>
          </a:p>
          <a:p>
            <a:pPr algn="just">
              <a:buFontTx/>
              <a:buChar char="•"/>
            </a:pPr>
            <a:r>
              <a:rPr lang="en-US" altLang="en-US" sz="2800">
                <a:latin typeface="Times New Roman" panose="02020603050405020304" pitchFamily="18" charset="0"/>
              </a:rPr>
              <a:t>If we don't care about the termination status, we simply pass a null pointer as this argument.</a:t>
            </a:r>
          </a:p>
          <a:p>
            <a:pPr algn="just">
              <a:buFontTx/>
              <a:buChar char="•"/>
            </a:pPr>
            <a:r>
              <a:rPr lang="en-US" altLang="en-US" sz="2800">
                <a:latin typeface="Times New Roman" panose="02020603050405020304" pitchFamily="18" charset="0"/>
              </a:rPr>
              <a:t>Traditionally, the integer status that these two functions return has been defined by the implementation, with certain bits indicating the exit status (for a normal return), other bits indicating the signal number (for an abnormal return), one bit to indicate whether a core file was generated, and so on. </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4611508B-FB4B-2459-7EF7-DEE5C1B8933D}"/>
              </a:ext>
            </a:extLst>
          </p:cNvPr>
          <p:cNvSpPr txBox="1">
            <a:spLocks/>
          </p:cNvSpPr>
          <p:nvPr/>
        </p:nvSpPr>
        <p:spPr>
          <a:xfrm>
            <a:off x="304800" y="152400"/>
            <a:ext cx="8534400" cy="3990975"/>
          </a:xfrm>
          <a:prstGeom prst="rect">
            <a:avLst/>
          </a:prstGeom>
        </p:spPr>
        <p:txBody>
          <a:bodyPr>
            <a:spAutoFit/>
          </a:bodyPr>
          <a:lstStyle>
            <a:lvl1pPr marL="342900" indent="-342900">
              <a:defRPr>
                <a:solidFill>
                  <a:schemeClr val="tx1"/>
                </a:solidFill>
                <a:latin typeface="Calibri" panose="020F0502020204030204" pitchFamily="34" charset="0"/>
              </a:defRPr>
            </a:lvl1pPr>
            <a:lvl2pPr marL="800100" indent="-342900">
              <a:defRPr>
                <a:solidFill>
                  <a:schemeClr val="tx1"/>
                </a:solidFill>
                <a:latin typeface="Calibri" panose="020F0502020204030204" pitchFamily="34" charset="0"/>
              </a:defRPr>
            </a:lvl2pPr>
            <a:lvl3pPr marL="1257300" indent="-342900">
              <a:defRPr>
                <a:solidFill>
                  <a:schemeClr val="tx1"/>
                </a:solidFill>
                <a:latin typeface="Calibri" panose="020F0502020204030204" pitchFamily="34" charset="0"/>
              </a:defRPr>
            </a:lvl3pPr>
            <a:lvl4pPr marL="1714500" indent="-342900">
              <a:defRPr>
                <a:solidFill>
                  <a:schemeClr val="tx1"/>
                </a:solidFill>
                <a:latin typeface="Calibri" panose="020F0502020204030204" pitchFamily="34" charset="0"/>
              </a:defRPr>
            </a:lvl4pPr>
            <a:lvl5pPr marL="2171700" indent="-342900">
              <a:defRPr>
                <a:solidFill>
                  <a:schemeClr val="tx1"/>
                </a:solidFill>
                <a:latin typeface="Calibri" panose="020F0502020204030204" pitchFamily="34" charset="0"/>
              </a:defRPr>
            </a:lvl5pPr>
            <a:lvl6pPr marL="2628900" indent="-342900" fontAlgn="base">
              <a:spcBef>
                <a:spcPct val="0"/>
              </a:spcBef>
              <a:spcAft>
                <a:spcPct val="0"/>
              </a:spcAft>
              <a:defRPr>
                <a:solidFill>
                  <a:schemeClr val="tx1"/>
                </a:solidFill>
                <a:latin typeface="Calibri" panose="020F0502020204030204" pitchFamily="34" charset="0"/>
              </a:defRPr>
            </a:lvl6pPr>
            <a:lvl7pPr marL="3086100" indent="-342900" fontAlgn="base">
              <a:spcBef>
                <a:spcPct val="0"/>
              </a:spcBef>
              <a:spcAft>
                <a:spcPct val="0"/>
              </a:spcAft>
              <a:defRPr>
                <a:solidFill>
                  <a:schemeClr val="tx1"/>
                </a:solidFill>
                <a:latin typeface="Calibri" panose="020F0502020204030204" pitchFamily="34" charset="0"/>
              </a:defRPr>
            </a:lvl7pPr>
            <a:lvl8pPr marL="3543300" indent="-342900" fontAlgn="base">
              <a:spcBef>
                <a:spcPct val="0"/>
              </a:spcBef>
              <a:spcAft>
                <a:spcPct val="0"/>
              </a:spcAft>
              <a:defRPr>
                <a:solidFill>
                  <a:schemeClr val="tx1"/>
                </a:solidFill>
                <a:latin typeface="Calibri" panose="020F0502020204030204" pitchFamily="34" charset="0"/>
              </a:defRPr>
            </a:lvl8pPr>
            <a:lvl9pPr marL="4000500" indent="-342900" fontAlgn="base">
              <a:spcBef>
                <a:spcPct val="0"/>
              </a:spcBef>
              <a:spcAft>
                <a:spcPct val="0"/>
              </a:spcAft>
              <a:defRPr>
                <a:solidFill>
                  <a:schemeClr val="tx1"/>
                </a:solidFill>
                <a:latin typeface="Calibri" panose="020F0502020204030204" pitchFamily="34" charset="0"/>
              </a:defRPr>
            </a:lvl9pPr>
          </a:lstStyle>
          <a:p>
            <a:pPr algn="just">
              <a:buFontTx/>
              <a:buChar char="•"/>
            </a:pPr>
            <a:r>
              <a:rPr lang="en-US" altLang="en-US" sz="3200">
                <a:latin typeface="Times New Roman" panose="02020603050405020304" pitchFamily="18" charset="0"/>
              </a:rPr>
              <a:t>POSIX.1 specifies that the termination status is to be looked at using various macros that are defined in &lt;sys/wait.h&gt;. </a:t>
            </a:r>
          </a:p>
          <a:p>
            <a:pPr algn="just">
              <a:buFontTx/>
              <a:buChar char="•"/>
            </a:pPr>
            <a:r>
              <a:rPr lang="en-US" altLang="en-US" sz="3200">
                <a:latin typeface="Times New Roman" panose="02020603050405020304" pitchFamily="18" charset="0"/>
              </a:rPr>
              <a:t>Four mutually exclusive macros tell us how the process terminated, and they all begin with WIF. </a:t>
            </a:r>
          </a:p>
          <a:p>
            <a:pPr algn="just">
              <a:buFontTx/>
              <a:buChar char="•"/>
            </a:pPr>
            <a:r>
              <a:rPr lang="en-US" altLang="en-US" sz="3200">
                <a:latin typeface="Times New Roman" panose="02020603050405020304" pitchFamily="18" charset="0"/>
              </a:rPr>
              <a:t>Based on which of these four macros is true, other macros are used to obtain the exit status, signal number, and the like. </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FD01B125-AF18-9F90-DB42-FC0B75061408}"/>
              </a:ext>
            </a:extLst>
          </p:cNvPr>
          <p:cNvSpPr txBox="1">
            <a:spLocks/>
          </p:cNvSpPr>
          <p:nvPr/>
        </p:nvSpPr>
        <p:spPr>
          <a:xfrm>
            <a:off x="304800" y="152400"/>
            <a:ext cx="8534400" cy="4965700"/>
          </a:xfrm>
          <a:prstGeom prst="rect">
            <a:avLst/>
          </a:prstGeom>
        </p:spPr>
        <p:txBody>
          <a:bodyPr>
            <a:spAutoFit/>
          </a:bodyPr>
          <a:lstStyle>
            <a:lvl1pPr marL="342900" indent="-342900">
              <a:defRPr>
                <a:solidFill>
                  <a:schemeClr val="tx1"/>
                </a:solidFill>
                <a:latin typeface="Calibri" panose="020F0502020204030204" pitchFamily="34" charset="0"/>
              </a:defRPr>
            </a:lvl1pPr>
            <a:lvl2pPr marL="800100" indent="-342900">
              <a:defRPr>
                <a:solidFill>
                  <a:schemeClr val="tx1"/>
                </a:solidFill>
                <a:latin typeface="Calibri" panose="020F0502020204030204" pitchFamily="34" charset="0"/>
              </a:defRPr>
            </a:lvl2pPr>
            <a:lvl3pPr marL="1257300" indent="-342900">
              <a:defRPr>
                <a:solidFill>
                  <a:schemeClr val="tx1"/>
                </a:solidFill>
                <a:latin typeface="Calibri" panose="020F0502020204030204" pitchFamily="34" charset="0"/>
              </a:defRPr>
            </a:lvl3pPr>
            <a:lvl4pPr marL="1714500" indent="-342900">
              <a:defRPr>
                <a:solidFill>
                  <a:schemeClr val="tx1"/>
                </a:solidFill>
                <a:latin typeface="Calibri" panose="020F0502020204030204" pitchFamily="34" charset="0"/>
              </a:defRPr>
            </a:lvl4pPr>
            <a:lvl5pPr marL="2171700" indent="-342900">
              <a:defRPr>
                <a:solidFill>
                  <a:schemeClr val="tx1"/>
                </a:solidFill>
                <a:latin typeface="Calibri" panose="020F0502020204030204" pitchFamily="34" charset="0"/>
              </a:defRPr>
            </a:lvl5pPr>
            <a:lvl6pPr marL="2628900" indent="-342900" fontAlgn="base">
              <a:spcBef>
                <a:spcPct val="0"/>
              </a:spcBef>
              <a:spcAft>
                <a:spcPct val="0"/>
              </a:spcAft>
              <a:defRPr>
                <a:solidFill>
                  <a:schemeClr val="tx1"/>
                </a:solidFill>
                <a:latin typeface="Calibri" panose="020F0502020204030204" pitchFamily="34" charset="0"/>
              </a:defRPr>
            </a:lvl6pPr>
            <a:lvl7pPr marL="3086100" indent="-342900" fontAlgn="base">
              <a:spcBef>
                <a:spcPct val="0"/>
              </a:spcBef>
              <a:spcAft>
                <a:spcPct val="0"/>
              </a:spcAft>
              <a:defRPr>
                <a:solidFill>
                  <a:schemeClr val="tx1"/>
                </a:solidFill>
                <a:latin typeface="Calibri" panose="020F0502020204030204" pitchFamily="34" charset="0"/>
              </a:defRPr>
            </a:lvl7pPr>
            <a:lvl8pPr marL="3543300" indent="-342900" fontAlgn="base">
              <a:spcBef>
                <a:spcPct val="0"/>
              </a:spcBef>
              <a:spcAft>
                <a:spcPct val="0"/>
              </a:spcAft>
              <a:defRPr>
                <a:solidFill>
                  <a:schemeClr val="tx1"/>
                </a:solidFill>
                <a:latin typeface="Calibri" panose="020F0502020204030204" pitchFamily="34" charset="0"/>
              </a:defRPr>
            </a:lvl8pPr>
            <a:lvl9pPr marL="4000500" indent="-342900" fontAlgn="base">
              <a:spcBef>
                <a:spcPct val="0"/>
              </a:spcBef>
              <a:spcAft>
                <a:spcPct val="0"/>
              </a:spcAft>
              <a:defRPr>
                <a:solidFill>
                  <a:schemeClr val="tx1"/>
                </a:solidFill>
                <a:latin typeface="Calibri" panose="020F0502020204030204" pitchFamily="34" charset="0"/>
              </a:defRPr>
            </a:lvl9pPr>
          </a:lstStyle>
          <a:p>
            <a:pPr algn="just">
              <a:buFontTx/>
              <a:buChar char="•"/>
            </a:pPr>
            <a:r>
              <a:rPr lang="en-US" altLang="en-US" sz="3200">
                <a:latin typeface="Times New Roman" panose="02020603050405020304" pitchFamily="18" charset="0"/>
              </a:rPr>
              <a:t>The interpretation of the </a:t>
            </a:r>
            <a:r>
              <a:rPr lang="en-US" altLang="en-US" sz="3200" i="1">
                <a:latin typeface="Times New Roman" panose="02020603050405020304" pitchFamily="18" charset="0"/>
              </a:rPr>
              <a:t>pid </a:t>
            </a:r>
            <a:r>
              <a:rPr lang="en-US" altLang="en-US" sz="3200">
                <a:latin typeface="Times New Roman" panose="02020603050405020304" pitchFamily="18" charset="0"/>
              </a:rPr>
              <a:t>argument for waitpid depends on its value:</a:t>
            </a:r>
          </a:p>
          <a:p>
            <a:pPr algn="just"/>
            <a:r>
              <a:rPr lang="en-US" altLang="en-US" sz="3200" i="1">
                <a:solidFill>
                  <a:srgbClr val="0000FF"/>
                </a:solidFill>
                <a:latin typeface="Times New Roman" panose="02020603050405020304" pitchFamily="18" charset="0"/>
              </a:rPr>
              <a:t>pid </a:t>
            </a:r>
            <a:r>
              <a:rPr lang="en-US" altLang="en-US" sz="3200">
                <a:solidFill>
                  <a:srgbClr val="0000FF"/>
                </a:solidFill>
                <a:latin typeface="Times New Roman" panose="02020603050405020304" pitchFamily="18" charset="0"/>
              </a:rPr>
              <a:t>== 1</a:t>
            </a:r>
            <a:r>
              <a:rPr lang="en-US" altLang="en-US" sz="3200">
                <a:latin typeface="Times New Roman" panose="02020603050405020304" pitchFamily="18" charset="0"/>
              </a:rPr>
              <a:t> Waits for any child process. In this respect, waitpid is equivalent to wait.</a:t>
            </a:r>
          </a:p>
          <a:p>
            <a:pPr algn="just"/>
            <a:r>
              <a:rPr lang="en-US" altLang="en-US" sz="3200" i="1">
                <a:solidFill>
                  <a:srgbClr val="0000FF"/>
                </a:solidFill>
                <a:latin typeface="Times New Roman" panose="02020603050405020304" pitchFamily="18" charset="0"/>
              </a:rPr>
              <a:t>pid </a:t>
            </a:r>
            <a:r>
              <a:rPr lang="en-US" altLang="en-US" sz="3200">
                <a:solidFill>
                  <a:srgbClr val="0000FF"/>
                </a:solidFill>
                <a:latin typeface="Times New Roman" panose="02020603050405020304" pitchFamily="18" charset="0"/>
              </a:rPr>
              <a:t>&gt; 0</a:t>
            </a:r>
            <a:r>
              <a:rPr lang="en-US" altLang="en-US" sz="3200">
                <a:latin typeface="Times New Roman" panose="02020603050405020304" pitchFamily="18" charset="0"/>
              </a:rPr>
              <a:t> Waits for the child whose process ID equals </a:t>
            </a:r>
            <a:r>
              <a:rPr lang="en-US" altLang="en-US" sz="3200" i="1">
                <a:latin typeface="Times New Roman" panose="02020603050405020304" pitchFamily="18" charset="0"/>
              </a:rPr>
              <a:t>pid</a:t>
            </a:r>
            <a:r>
              <a:rPr lang="en-US" altLang="en-US" sz="3200">
                <a:latin typeface="Times New Roman" panose="02020603050405020304" pitchFamily="18" charset="0"/>
              </a:rPr>
              <a:t>.</a:t>
            </a:r>
          </a:p>
          <a:p>
            <a:pPr algn="just"/>
            <a:r>
              <a:rPr lang="en-US" altLang="en-US" sz="3200" i="1">
                <a:solidFill>
                  <a:srgbClr val="0000FF"/>
                </a:solidFill>
                <a:latin typeface="Times New Roman" panose="02020603050405020304" pitchFamily="18" charset="0"/>
              </a:rPr>
              <a:t>pid </a:t>
            </a:r>
            <a:r>
              <a:rPr lang="en-US" altLang="en-US" sz="3200">
                <a:solidFill>
                  <a:srgbClr val="0000FF"/>
                </a:solidFill>
                <a:latin typeface="Times New Roman" panose="02020603050405020304" pitchFamily="18" charset="0"/>
              </a:rPr>
              <a:t>== 0</a:t>
            </a:r>
            <a:r>
              <a:rPr lang="en-US" altLang="en-US" sz="3200">
                <a:latin typeface="Times New Roman" panose="02020603050405020304" pitchFamily="18" charset="0"/>
              </a:rPr>
              <a:t> Waits for any child whose process group ID equals that of the calling process.</a:t>
            </a:r>
          </a:p>
          <a:p>
            <a:pPr algn="just"/>
            <a:r>
              <a:rPr lang="en-US" altLang="en-US" sz="3200" i="1">
                <a:solidFill>
                  <a:srgbClr val="0000FF"/>
                </a:solidFill>
                <a:latin typeface="Times New Roman" panose="02020603050405020304" pitchFamily="18" charset="0"/>
              </a:rPr>
              <a:t>pid </a:t>
            </a:r>
            <a:r>
              <a:rPr lang="en-US" altLang="en-US" sz="3200">
                <a:solidFill>
                  <a:srgbClr val="0000FF"/>
                </a:solidFill>
                <a:latin typeface="Times New Roman" panose="02020603050405020304" pitchFamily="18" charset="0"/>
              </a:rPr>
              <a:t>&lt; 1</a:t>
            </a:r>
            <a:r>
              <a:rPr lang="en-US" altLang="en-US" sz="3200">
                <a:latin typeface="Times New Roman" panose="02020603050405020304" pitchFamily="18" charset="0"/>
              </a:rPr>
              <a:t> Waits for any child whose process group ID equals the absolute value of </a:t>
            </a:r>
            <a:r>
              <a:rPr lang="en-US" altLang="en-US" sz="3200" i="1">
                <a:latin typeface="Times New Roman" panose="02020603050405020304" pitchFamily="18" charset="0"/>
              </a:rPr>
              <a:t>pid</a:t>
            </a:r>
            <a:r>
              <a:rPr lang="en-US" altLang="en-US" sz="3200">
                <a:latin typeface="Times New Roman" panose="02020603050405020304" pitchFamily="18" charset="0"/>
              </a:rPr>
              <a: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A2B3D3BD-5B06-5304-9F71-CCA2BB4F0638}"/>
              </a:ext>
            </a:extLst>
          </p:cNvPr>
          <p:cNvSpPr txBox="1">
            <a:spLocks/>
          </p:cNvSpPr>
          <p:nvPr/>
        </p:nvSpPr>
        <p:spPr>
          <a:xfrm>
            <a:off x="304800" y="152400"/>
            <a:ext cx="8534400" cy="4965700"/>
          </a:xfrm>
          <a:prstGeom prst="rect">
            <a:avLst/>
          </a:prstGeom>
        </p:spPr>
        <p:txBody>
          <a:bodyPr>
            <a:spAutoFit/>
          </a:bodyPr>
          <a:lstStyle>
            <a:lvl1pPr marL="342900" indent="-342900">
              <a:defRPr>
                <a:solidFill>
                  <a:schemeClr val="tx1"/>
                </a:solidFill>
                <a:latin typeface="Calibri" panose="020F0502020204030204" pitchFamily="34" charset="0"/>
              </a:defRPr>
            </a:lvl1pPr>
            <a:lvl2pPr marL="800100" indent="-342900">
              <a:defRPr>
                <a:solidFill>
                  <a:schemeClr val="tx1"/>
                </a:solidFill>
                <a:latin typeface="Calibri" panose="020F0502020204030204" pitchFamily="34" charset="0"/>
              </a:defRPr>
            </a:lvl2pPr>
            <a:lvl3pPr marL="1257300" indent="-342900">
              <a:defRPr>
                <a:solidFill>
                  <a:schemeClr val="tx1"/>
                </a:solidFill>
                <a:latin typeface="Calibri" panose="020F0502020204030204" pitchFamily="34" charset="0"/>
              </a:defRPr>
            </a:lvl3pPr>
            <a:lvl4pPr marL="1714500" indent="-342900">
              <a:defRPr>
                <a:solidFill>
                  <a:schemeClr val="tx1"/>
                </a:solidFill>
                <a:latin typeface="Calibri" panose="020F0502020204030204" pitchFamily="34" charset="0"/>
              </a:defRPr>
            </a:lvl4pPr>
            <a:lvl5pPr marL="2171700" indent="-342900">
              <a:defRPr>
                <a:solidFill>
                  <a:schemeClr val="tx1"/>
                </a:solidFill>
                <a:latin typeface="Calibri" panose="020F0502020204030204" pitchFamily="34" charset="0"/>
              </a:defRPr>
            </a:lvl5pPr>
            <a:lvl6pPr marL="2628900" indent="-342900" fontAlgn="base">
              <a:spcBef>
                <a:spcPct val="0"/>
              </a:spcBef>
              <a:spcAft>
                <a:spcPct val="0"/>
              </a:spcAft>
              <a:defRPr>
                <a:solidFill>
                  <a:schemeClr val="tx1"/>
                </a:solidFill>
                <a:latin typeface="Calibri" panose="020F0502020204030204" pitchFamily="34" charset="0"/>
              </a:defRPr>
            </a:lvl6pPr>
            <a:lvl7pPr marL="3086100" indent="-342900" fontAlgn="base">
              <a:spcBef>
                <a:spcPct val="0"/>
              </a:spcBef>
              <a:spcAft>
                <a:spcPct val="0"/>
              </a:spcAft>
              <a:defRPr>
                <a:solidFill>
                  <a:schemeClr val="tx1"/>
                </a:solidFill>
                <a:latin typeface="Calibri" panose="020F0502020204030204" pitchFamily="34" charset="0"/>
              </a:defRPr>
            </a:lvl7pPr>
            <a:lvl8pPr marL="3543300" indent="-342900" fontAlgn="base">
              <a:spcBef>
                <a:spcPct val="0"/>
              </a:spcBef>
              <a:spcAft>
                <a:spcPct val="0"/>
              </a:spcAft>
              <a:defRPr>
                <a:solidFill>
                  <a:schemeClr val="tx1"/>
                </a:solidFill>
                <a:latin typeface="Calibri" panose="020F0502020204030204" pitchFamily="34" charset="0"/>
              </a:defRPr>
            </a:lvl8pPr>
            <a:lvl9pPr marL="4000500" indent="-342900" fontAlgn="base">
              <a:spcBef>
                <a:spcPct val="0"/>
              </a:spcBef>
              <a:spcAft>
                <a:spcPct val="0"/>
              </a:spcAft>
              <a:defRPr>
                <a:solidFill>
                  <a:schemeClr val="tx1"/>
                </a:solidFill>
                <a:latin typeface="Calibri" panose="020F0502020204030204" pitchFamily="34" charset="0"/>
              </a:defRPr>
            </a:lvl9pPr>
          </a:lstStyle>
          <a:p>
            <a:pPr algn="just">
              <a:buFontTx/>
              <a:buChar char="•"/>
            </a:pPr>
            <a:r>
              <a:rPr lang="en-US" altLang="en-US" sz="3200">
                <a:latin typeface="Times New Roman" panose="02020603050405020304" pitchFamily="18" charset="0"/>
              </a:rPr>
              <a:t>The waitpid function returns the process ID of the child that terminated and stores the child's termination status in the memory location pointed to by </a:t>
            </a:r>
            <a:r>
              <a:rPr lang="en-US" altLang="en-US" sz="3200" i="1">
                <a:latin typeface="Times New Roman" panose="02020603050405020304" pitchFamily="18" charset="0"/>
              </a:rPr>
              <a:t>statloc</a:t>
            </a:r>
            <a:r>
              <a:rPr lang="en-US" altLang="en-US" sz="3200">
                <a:latin typeface="Times New Roman" panose="02020603050405020304" pitchFamily="18" charset="0"/>
              </a:rPr>
              <a:t>.</a:t>
            </a:r>
          </a:p>
          <a:p>
            <a:pPr algn="just">
              <a:buFontTx/>
              <a:buChar char="•"/>
            </a:pPr>
            <a:r>
              <a:rPr lang="en-US" altLang="en-US" sz="3200">
                <a:latin typeface="Times New Roman" panose="02020603050405020304" pitchFamily="18" charset="0"/>
              </a:rPr>
              <a:t>With wait, the only real error is if the calling process has no children. </a:t>
            </a:r>
          </a:p>
          <a:p>
            <a:pPr algn="just">
              <a:buFontTx/>
              <a:buChar char="•"/>
            </a:pPr>
            <a:r>
              <a:rPr lang="en-US" altLang="en-US" sz="3200">
                <a:latin typeface="Times New Roman" panose="02020603050405020304" pitchFamily="18" charset="0"/>
              </a:rPr>
              <a:t>With waitpid, however, it's also possible to get an error if the specified process or process group does not exist or is not a child of the calling process.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56B2B67A-E405-FA94-BBF9-1AAFF3DBCAF0}"/>
              </a:ext>
            </a:extLst>
          </p:cNvPr>
          <p:cNvSpPr txBox="1">
            <a:spLocks/>
          </p:cNvSpPr>
          <p:nvPr/>
        </p:nvSpPr>
        <p:spPr>
          <a:xfrm>
            <a:off x="304800" y="152400"/>
            <a:ext cx="8534400" cy="1311275"/>
          </a:xfrm>
          <a:prstGeom prst="rect">
            <a:avLst/>
          </a:prstGeom>
        </p:spPr>
        <p:txBody>
          <a:bodyPr>
            <a:spAutoFit/>
          </a:bodyPr>
          <a:lstStyle>
            <a:lvl1pPr marL="342900" indent="-342900">
              <a:defRPr>
                <a:solidFill>
                  <a:schemeClr val="tx1"/>
                </a:solidFill>
                <a:latin typeface="Calibri" panose="020F0502020204030204" pitchFamily="34" charset="0"/>
              </a:defRPr>
            </a:lvl1pPr>
            <a:lvl2pPr marL="800100" indent="-342900">
              <a:defRPr>
                <a:solidFill>
                  <a:schemeClr val="tx1"/>
                </a:solidFill>
                <a:latin typeface="Calibri" panose="020F0502020204030204" pitchFamily="34" charset="0"/>
              </a:defRPr>
            </a:lvl2pPr>
            <a:lvl3pPr marL="1257300" indent="-342900">
              <a:defRPr>
                <a:solidFill>
                  <a:schemeClr val="tx1"/>
                </a:solidFill>
                <a:latin typeface="Calibri" panose="020F0502020204030204" pitchFamily="34" charset="0"/>
              </a:defRPr>
            </a:lvl3pPr>
            <a:lvl4pPr marL="1714500" indent="-342900">
              <a:defRPr>
                <a:solidFill>
                  <a:schemeClr val="tx1"/>
                </a:solidFill>
                <a:latin typeface="Calibri" panose="020F0502020204030204" pitchFamily="34" charset="0"/>
              </a:defRPr>
            </a:lvl4pPr>
            <a:lvl5pPr marL="2171700" indent="-342900">
              <a:defRPr>
                <a:solidFill>
                  <a:schemeClr val="tx1"/>
                </a:solidFill>
                <a:latin typeface="Calibri" panose="020F0502020204030204" pitchFamily="34" charset="0"/>
              </a:defRPr>
            </a:lvl5pPr>
            <a:lvl6pPr marL="2628900" indent="-342900" fontAlgn="base">
              <a:spcBef>
                <a:spcPct val="0"/>
              </a:spcBef>
              <a:spcAft>
                <a:spcPct val="0"/>
              </a:spcAft>
              <a:defRPr>
                <a:solidFill>
                  <a:schemeClr val="tx1"/>
                </a:solidFill>
                <a:latin typeface="Calibri" panose="020F0502020204030204" pitchFamily="34" charset="0"/>
              </a:defRPr>
            </a:lvl6pPr>
            <a:lvl7pPr marL="3086100" indent="-342900" fontAlgn="base">
              <a:spcBef>
                <a:spcPct val="0"/>
              </a:spcBef>
              <a:spcAft>
                <a:spcPct val="0"/>
              </a:spcAft>
              <a:defRPr>
                <a:solidFill>
                  <a:schemeClr val="tx1"/>
                </a:solidFill>
                <a:latin typeface="Calibri" panose="020F0502020204030204" pitchFamily="34" charset="0"/>
              </a:defRPr>
            </a:lvl7pPr>
            <a:lvl8pPr marL="3543300" indent="-342900" fontAlgn="base">
              <a:spcBef>
                <a:spcPct val="0"/>
              </a:spcBef>
              <a:spcAft>
                <a:spcPct val="0"/>
              </a:spcAft>
              <a:defRPr>
                <a:solidFill>
                  <a:schemeClr val="tx1"/>
                </a:solidFill>
                <a:latin typeface="Calibri" panose="020F0502020204030204" pitchFamily="34" charset="0"/>
              </a:defRPr>
            </a:lvl8pPr>
            <a:lvl9pPr marL="4000500" indent="-342900" fontAlgn="base">
              <a:spcBef>
                <a:spcPct val="0"/>
              </a:spcBef>
              <a:spcAft>
                <a:spcPct val="0"/>
              </a:spcAft>
              <a:defRPr>
                <a:solidFill>
                  <a:schemeClr val="tx1"/>
                </a:solidFill>
                <a:latin typeface="Calibri" panose="020F0502020204030204" pitchFamily="34" charset="0"/>
              </a:defRPr>
            </a:lvl9pPr>
          </a:lstStyle>
          <a:p>
            <a:pPr algn="just">
              <a:buFontTx/>
              <a:buChar char="•"/>
            </a:pPr>
            <a:r>
              <a:rPr lang="en-US" altLang="en-US" sz="2000">
                <a:latin typeface="Arial" panose="020B0604020202020204" pitchFamily="34" charset="0"/>
              </a:rPr>
              <a:t>The </a:t>
            </a:r>
            <a:r>
              <a:rPr lang="en-US" altLang="en-US" sz="2000" i="1">
                <a:latin typeface="Arial" panose="020B0604020202020204" pitchFamily="34" charset="0"/>
              </a:rPr>
              <a:t>options </a:t>
            </a:r>
            <a:r>
              <a:rPr lang="en-US" altLang="en-US" sz="2000">
                <a:latin typeface="Arial" panose="020B0604020202020204" pitchFamily="34" charset="0"/>
              </a:rPr>
              <a:t>argument lets us further control the operation of waitpid. This argument is either 0 or is constructed from the bitwise OR of the constants</a:t>
            </a:r>
          </a:p>
          <a:p>
            <a:endParaRPr lang="en-US" altLang="en-US" sz="2000">
              <a:latin typeface="Arial" panose="020B0604020202020204" pitchFamily="34" charset="0"/>
            </a:endParaRPr>
          </a:p>
        </p:txBody>
      </p:sp>
      <p:pic>
        <p:nvPicPr>
          <p:cNvPr id="97283" name="Picture 3">
            <a:extLst>
              <a:ext uri="{FF2B5EF4-FFF2-40B4-BE49-F238E27FC236}">
                <a16:creationId xmlns:a16="http://schemas.microsoft.com/office/drawing/2014/main" id="{D1CFFD59-5A1A-CC01-885C-CB34F5924C1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5588" y="1219200"/>
            <a:ext cx="8888412" cy="2076450"/>
          </a:xfrm>
          <a:prstGeom prst="rect">
            <a:avLst/>
          </a:prstGeom>
          <a:noFill/>
          <a:extLst>
            <a:ext uri="{909E8E84-426E-40DD-AFC4-6F175D3DCCD1}">
              <a14:hiddenFill xmlns:a14="http://schemas.microsoft.com/office/drawing/2010/main">
                <a:solidFill>
                  <a:srgbClr val="FFFFFF"/>
                </a:solidFill>
              </a14:hiddenFill>
            </a:ext>
          </a:extLst>
        </p:spPr>
      </p:pic>
      <p:pic>
        <p:nvPicPr>
          <p:cNvPr id="97284" name="Picture 4">
            <a:extLst>
              <a:ext uri="{FF2B5EF4-FFF2-40B4-BE49-F238E27FC236}">
                <a16:creationId xmlns:a16="http://schemas.microsoft.com/office/drawing/2014/main" id="{F8D4B0BD-15FE-3ADF-3198-67F29924485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4788" y="3810000"/>
            <a:ext cx="8888412" cy="30480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A17EDDD0-1AB6-14E3-36FD-683F45B1D1EC}"/>
              </a:ext>
            </a:extLst>
          </p:cNvPr>
          <p:cNvSpPr txBox="1">
            <a:spLocks/>
          </p:cNvSpPr>
          <p:nvPr/>
        </p:nvSpPr>
        <p:spPr>
          <a:xfrm>
            <a:off x="304800" y="152400"/>
            <a:ext cx="8534400" cy="5940425"/>
          </a:xfrm>
          <a:prstGeom prst="rect">
            <a:avLst/>
          </a:prstGeom>
        </p:spPr>
        <p:txBody>
          <a:bodyPr>
            <a:spAutoFit/>
          </a:bodyPr>
          <a:lstStyle>
            <a:lvl1pPr marL="342900" indent="-342900">
              <a:defRPr>
                <a:solidFill>
                  <a:schemeClr val="tx1"/>
                </a:solidFill>
                <a:latin typeface="Calibri" panose="020F0502020204030204" pitchFamily="34" charset="0"/>
              </a:defRPr>
            </a:lvl1pPr>
            <a:lvl2pPr marL="800100" indent="-342900">
              <a:defRPr>
                <a:solidFill>
                  <a:schemeClr val="tx1"/>
                </a:solidFill>
                <a:latin typeface="Calibri" panose="020F0502020204030204" pitchFamily="34" charset="0"/>
              </a:defRPr>
            </a:lvl2pPr>
            <a:lvl3pPr marL="1257300" indent="-342900">
              <a:defRPr>
                <a:solidFill>
                  <a:schemeClr val="tx1"/>
                </a:solidFill>
                <a:latin typeface="Calibri" panose="020F0502020204030204" pitchFamily="34" charset="0"/>
              </a:defRPr>
            </a:lvl3pPr>
            <a:lvl4pPr marL="1714500" indent="-342900">
              <a:defRPr>
                <a:solidFill>
                  <a:schemeClr val="tx1"/>
                </a:solidFill>
                <a:latin typeface="Calibri" panose="020F0502020204030204" pitchFamily="34" charset="0"/>
              </a:defRPr>
            </a:lvl4pPr>
            <a:lvl5pPr marL="2171700" indent="-342900">
              <a:defRPr>
                <a:solidFill>
                  <a:schemeClr val="tx1"/>
                </a:solidFill>
                <a:latin typeface="Calibri" panose="020F0502020204030204" pitchFamily="34" charset="0"/>
              </a:defRPr>
            </a:lvl5pPr>
            <a:lvl6pPr marL="2628900" indent="-342900" fontAlgn="base">
              <a:spcBef>
                <a:spcPct val="0"/>
              </a:spcBef>
              <a:spcAft>
                <a:spcPct val="0"/>
              </a:spcAft>
              <a:defRPr>
                <a:solidFill>
                  <a:schemeClr val="tx1"/>
                </a:solidFill>
                <a:latin typeface="Calibri" panose="020F0502020204030204" pitchFamily="34" charset="0"/>
              </a:defRPr>
            </a:lvl6pPr>
            <a:lvl7pPr marL="3086100" indent="-342900" fontAlgn="base">
              <a:spcBef>
                <a:spcPct val="0"/>
              </a:spcBef>
              <a:spcAft>
                <a:spcPct val="0"/>
              </a:spcAft>
              <a:defRPr>
                <a:solidFill>
                  <a:schemeClr val="tx1"/>
                </a:solidFill>
                <a:latin typeface="Calibri" panose="020F0502020204030204" pitchFamily="34" charset="0"/>
              </a:defRPr>
            </a:lvl7pPr>
            <a:lvl8pPr marL="3543300" indent="-342900" fontAlgn="base">
              <a:spcBef>
                <a:spcPct val="0"/>
              </a:spcBef>
              <a:spcAft>
                <a:spcPct val="0"/>
              </a:spcAft>
              <a:defRPr>
                <a:solidFill>
                  <a:schemeClr val="tx1"/>
                </a:solidFill>
                <a:latin typeface="Calibri" panose="020F0502020204030204" pitchFamily="34" charset="0"/>
              </a:defRPr>
            </a:lvl8pPr>
            <a:lvl9pPr marL="4000500" indent="-342900" fontAlgn="base">
              <a:spcBef>
                <a:spcPct val="0"/>
              </a:spcBef>
              <a:spcAft>
                <a:spcPct val="0"/>
              </a:spcAft>
              <a:defRPr>
                <a:solidFill>
                  <a:schemeClr val="tx1"/>
                </a:solidFill>
                <a:latin typeface="Calibri" panose="020F0502020204030204" pitchFamily="34" charset="0"/>
              </a:defRPr>
            </a:lvl9pPr>
          </a:lstStyle>
          <a:p>
            <a:pPr algn="just">
              <a:buFontTx/>
              <a:buChar char="•"/>
            </a:pPr>
            <a:r>
              <a:rPr lang="en-US" altLang="en-US" sz="3200">
                <a:latin typeface="Times New Roman" panose="02020603050405020304" pitchFamily="18" charset="0"/>
              </a:rPr>
              <a:t>The waitpid function provides three features that aren't provided by the wait function.</a:t>
            </a:r>
          </a:p>
          <a:p>
            <a:pPr algn="just">
              <a:buFontTx/>
              <a:buAutoNum type="arabicPeriod"/>
            </a:pPr>
            <a:r>
              <a:rPr lang="en-US" altLang="en-US" sz="3200">
                <a:latin typeface="Times New Roman" panose="02020603050405020304" pitchFamily="18" charset="0"/>
              </a:rPr>
              <a:t>The waitpid function lets us wait for one particular process, whereas the wait function returns the status of any terminated child. </a:t>
            </a:r>
          </a:p>
          <a:p>
            <a:pPr algn="just">
              <a:buFontTx/>
              <a:buAutoNum type="arabicPeriod"/>
            </a:pPr>
            <a:r>
              <a:rPr lang="en-US" altLang="en-US" sz="3200">
                <a:latin typeface="Times New Roman" panose="02020603050405020304" pitchFamily="18" charset="0"/>
              </a:rPr>
              <a:t>The waitpid function provides a nonblocking version of wait. There are times when we want to fetch a child's status, but we don't want to block.</a:t>
            </a:r>
          </a:p>
          <a:p>
            <a:pPr algn="just"/>
            <a:r>
              <a:rPr lang="en-US" altLang="en-US" sz="3200">
                <a:latin typeface="Times New Roman" panose="02020603050405020304" pitchFamily="18" charset="0"/>
              </a:rPr>
              <a:t>3. The waitpid function provides support for job control with the WUNtrACED and WCONTINUED options.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F82A0C-AB8B-4BC8-A90E-1C773B7B8272}"/>
              </a:ext>
            </a:extLst>
          </p:cNvPr>
          <p:cNvSpPr>
            <a:spLocks noGrp="1"/>
          </p:cNvSpPr>
          <p:nvPr>
            <p:ph type="ctrTitle" idx="4294967295"/>
          </p:nvPr>
        </p:nvSpPr>
        <p:spPr>
          <a:xfrm>
            <a:off x="685800" y="0"/>
            <a:ext cx="7772400" cy="457200"/>
          </a:xfrm>
        </p:spPr>
        <p:txBody>
          <a:bodyPr>
            <a:normAutofit/>
          </a:bodyPr>
          <a:lstStyle/>
          <a:p>
            <a:r>
              <a:rPr lang="en-US" altLang="en-US" sz="3200">
                <a:solidFill>
                  <a:srgbClr val="0000FF"/>
                </a:solidFill>
              </a:rPr>
              <a:t>Environment</a:t>
            </a:r>
          </a:p>
        </p:txBody>
      </p:sp>
      <p:sp>
        <p:nvSpPr>
          <p:cNvPr id="3" name="Title 1">
            <a:extLst>
              <a:ext uri="{FF2B5EF4-FFF2-40B4-BE49-F238E27FC236}">
                <a16:creationId xmlns:a16="http://schemas.microsoft.com/office/drawing/2014/main" id="{E97D797B-A515-C86F-AD67-91934D8714A2}"/>
              </a:ext>
            </a:extLst>
          </p:cNvPr>
          <p:cNvSpPr txBox="1">
            <a:spLocks/>
          </p:cNvSpPr>
          <p:nvPr/>
        </p:nvSpPr>
        <p:spPr>
          <a:xfrm>
            <a:off x="304800" y="533400"/>
            <a:ext cx="8534400" cy="6070600"/>
          </a:xfrm>
          <a:prstGeom prst="rect">
            <a:avLst/>
          </a:prstGeom>
        </p:spPr>
        <p:txBody>
          <a:bodyPr>
            <a:spAutoFit/>
          </a:bodyPr>
          <a:lstStyle>
            <a:lvl1pPr marL="342900" indent="-342900">
              <a:defRPr>
                <a:solidFill>
                  <a:schemeClr val="tx1"/>
                </a:solidFill>
                <a:latin typeface="Calibri" panose="020F0502020204030204" pitchFamily="34" charset="0"/>
              </a:defRPr>
            </a:lvl1pPr>
            <a:lvl2pPr marL="800100" indent="-342900">
              <a:defRPr>
                <a:solidFill>
                  <a:schemeClr val="tx1"/>
                </a:solidFill>
                <a:latin typeface="Calibri" panose="020F0502020204030204" pitchFamily="34" charset="0"/>
              </a:defRPr>
            </a:lvl2pPr>
            <a:lvl3pPr marL="1257300" indent="-342900">
              <a:defRPr>
                <a:solidFill>
                  <a:schemeClr val="tx1"/>
                </a:solidFill>
                <a:latin typeface="Calibri" panose="020F0502020204030204" pitchFamily="34" charset="0"/>
              </a:defRPr>
            </a:lvl3pPr>
            <a:lvl4pPr marL="1714500" indent="-342900">
              <a:defRPr>
                <a:solidFill>
                  <a:schemeClr val="tx1"/>
                </a:solidFill>
                <a:latin typeface="Calibri" panose="020F0502020204030204" pitchFamily="34" charset="0"/>
              </a:defRPr>
            </a:lvl4pPr>
            <a:lvl5pPr marL="2171700" indent="-342900">
              <a:defRPr>
                <a:solidFill>
                  <a:schemeClr val="tx1"/>
                </a:solidFill>
                <a:latin typeface="Calibri" panose="020F0502020204030204" pitchFamily="34" charset="0"/>
              </a:defRPr>
            </a:lvl5pPr>
            <a:lvl6pPr marL="2628900" indent="-342900" fontAlgn="base">
              <a:spcBef>
                <a:spcPct val="0"/>
              </a:spcBef>
              <a:spcAft>
                <a:spcPct val="0"/>
              </a:spcAft>
              <a:defRPr>
                <a:solidFill>
                  <a:schemeClr val="tx1"/>
                </a:solidFill>
                <a:latin typeface="Calibri" panose="020F0502020204030204" pitchFamily="34" charset="0"/>
              </a:defRPr>
            </a:lvl6pPr>
            <a:lvl7pPr marL="3086100" indent="-342900" fontAlgn="base">
              <a:spcBef>
                <a:spcPct val="0"/>
              </a:spcBef>
              <a:spcAft>
                <a:spcPct val="0"/>
              </a:spcAft>
              <a:defRPr>
                <a:solidFill>
                  <a:schemeClr val="tx1"/>
                </a:solidFill>
                <a:latin typeface="Calibri" panose="020F0502020204030204" pitchFamily="34" charset="0"/>
              </a:defRPr>
            </a:lvl7pPr>
            <a:lvl8pPr marL="3543300" indent="-342900" fontAlgn="base">
              <a:spcBef>
                <a:spcPct val="0"/>
              </a:spcBef>
              <a:spcAft>
                <a:spcPct val="0"/>
              </a:spcAft>
              <a:defRPr>
                <a:solidFill>
                  <a:schemeClr val="tx1"/>
                </a:solidFill>
                <a:latin typeface="Calibri" panose="020F0502020204030204" pitchFamily="34" charset="0"/>
              </a:defRPr>
            </a:lvl8pPr>
            <a:lvl9pPr marL="4000500" indent="-342900" fontAlgn="base">
              <a:spcBef>
                <a:spcPct val="0"/>
              </a:spcBef>
              <a:spcAft>
                <a:spcPct val="0"/>
              </a:spcAft>
              <a:defRPr>
                <a:solidFill>
                  <a:schemeClr val="tx1"/>
                </a:solidFill>
                <a:latin typeface="Calibri" panose="020F0502020204030204" pitchFamily="34" charset="0"/>
              </a:defRPr>
            </a:lvl9pPr>
          </a:lstStyle>
          <a:p>
            <a:pPr algn="just">
              <a:buFontTx/>
              <a:buChar char="•"/>
            </a:pPr>
            <a:r>
              <a:rPr lang="en-US" altLang="en-US" sz="2800">
                <a:latin typeface="Times New Roman" panose="02020603050405020304" pitchFamily="18" charset="0"/>
              </a:rPr>
              <a:t>Each program is also passed an </a:t>
            </a:r>
            <a:r>
              <a:rPr lang="en-US" altLang="en-US" sz="2800" i="1">
                <a:latin typeface="Times New Roman" panose="02020603050405020304" pitchFamily="18" charset="0"/>
              </a:rPr>
              <a:t>environment list</a:t>
            </a:r>
            <a:r>
              <a:rPr lang="en-US" altLang="en-US" sz="2800">
                <a:latin typeface="Times New Roman" panose="02020603050405020304" pitchFamily="18" charset="0"/>
              </a:rPr>
              <a:t>. </a:t>
            </a:r>
          </a:p>
          <a:p>
            <a:pPr algn="just">
              <a:buFontTx/>
              <a:buChar char="•"/>
            </a:pPr>
            <a:r>
              <a:rPr lang="en-US" altLang="en-US" sz="2800">
                <a:latin typeface="Times New Roman" panose="02020603050405020304" pitchFamily="18" charset="0"/>
              </a:rPr>
              <a:t>Like the argument list, the environment list is an array of character pointers, with each pointer containing the address of a null terminated C string.</a:t>
            </a:r>
          </a:p>
          <a:p>
            <a:pPr algn="just">
              <a:buFontTx/>
              <a:buChar char="•"/>
            </a:pPr>
            <a:r>
              <a:rPr lang="en-US" altLang="en-US" sz="2800">
                <a:latin typeface="Times New Roman" panose="02020603050405020304" pitchFamily="18" charset="0"/>
              </a:rPr>
              <a:t>The address of the array of pointers is contained in the global variable environ:</a:t>
            </a:r>
          </a:p>
          <a:p>
            <a:pPr algn="just"/>
            <a:r>
              <a:rPr lang="en-US" altLang="en-US" sz="2800">
                <a:latin typeface="Times New Roman" panose="02020603050405020304" pitchFamily="18" charset="0"/>
              </a:rPr>
              <a:t>		</a:t>
            </a:r>
            <a:r>
              <a:rPr lang="en-US" altLang="en-US" sz="2800">
                <a:solidFill>
                  <a:schemeClr val="folHlink"/>
                </a:solidFill>
                <a:latin typeface="Times New Roman" panose="02020603050405020304" pitchFamily="18" charset="0"/>
              </a:rPr>
              <a:t>extern char **environ;</a:t>
            </a:r>
          </a:p>
          <a:p>
            <a:pPr algn="just">
              <a:buFontTx/>
              <a:buChar char="•"/>
            </a:pPr>
            <a:r>
              <a:rPr lang="en-US" altLang="en-US" sz="2800">
                <a:latin typeface="Times New Roman" panose="02020603050405020304" pitchFamily="18" charset="0"/>
              </a:rPr>
              <a:t>For example, if the environment consisted of five strings, it could look like the figure in next slide.</a:t>
            </a:r>
          </a:p>
          <a:p>
            <a:pPr algn="just">
              <a:buFontTx/>
              <a:buChar char="•"/>
            </a:pPr>
            <a:r>
              <a:rPr lang="en-US" altLang="en-US" sz="2800">
                <a:latin typeface="Times New Roman" panose="02020603050405020304" pitchFamily="18" charset="0"/>
              </a:rPr>
              <a:t> Here we explicitly show the null bytes at the end of each string.</a:t>
            </a:r>
          </a:p>
          <a:p>
            <a:pPr algn="just">
              <a:buFontTx/>
              <a:buChar char="•"/>
            </a:pPr>
            <a:r>
              <a:rPr lang="en-US" altLang="en-US" sz="2800">
                <a:latin typeface="Times New Roman" panose="02020603050405020304" pitchFamily="18" charset="0"/>
              </a:rPr>
              <a:t>We'll call environ the </a:t>
            </a:r>
            <a:r>
              <a:rPr lang="en-US" altLang="en-US" sz="2800" i="1">
                <a:latin typeface="Times New Roman" panose="02020603050405020304" pitchFamily="18" charset="0"/>
              </a:rPr>
              <a:t>environment pointer</a:t>
            </a:r>
            <a:r>
              <a:rPr lang="en-US" altLang="en-US" sz="2800">
                <a:latin typeface="Times New Roman" panose="02020603050405020304" pitchFamily="18" charset="0"/>
              </a:rPr>
              <a:t>, the array of pointers the environment list, and the strings they point to the </a:t>
            </a:r>
            <a:r>
              <a:rPr lang="en-US" altLang="en-US" sz="2800" i="1">
                <a:latin typeface="Times New Roman" panose="02020603050405020304" pitchFamily="18" charset="0"/>
              </a:rPr>
              <a:t>environment strings</a:t>
            </a:r>
            <a:r>
              <a:rPr lang="en-US" altLang="en-US" sz="2800">
                <a:latin typeface="Times New Roman" panose="02020603050405020304" pitchFamily="18" charset="0"/>
              </a:rPr>
              <a: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9572" name="Picture 4">
            <a:extLst>
              <a:ext uri="{FF2B5EF4-FFF2-40B4-BE49-F238E27FC236}">
                <a16:creationId xmlns:a16="http://schemas.microsoft.com/office/drawing/2014/main" id="{A92D10E9-5973-89E3-DE5D-137F65F0BA6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143000"/>
            <a:ext cx="9144000" cy="48768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E225CB-020C-8CA5-6878-3ED65F25030A}"/>
              </a:ext>
            </a:extLst>
          </p:cNvPr>
          <p:cNvSpPr>
            <a:spLocks noGrp="1"/>
          </p:cNvSpPr>
          <p:nvPr>
            <p:ph type="ctrTitle" idx="4294967295"/>
          </p:nvPr>
        </p:nvSpPr>
        <p:spPr>
          <a:xfrm>
            <a:off x="685800" y="304800"/>
            <a:ext cx="7772400" cy="457200"/>
          </a:xfrm>
        </p:spPr>
        <p:txBody>
          <a:bodyPr>
            <a:normAutofit/>
          </a:bodyPr>
          <a:lstStyle/>
          <a:p>
            <a:r>
              <a:rPr lang="en-US" altLang="en-US" sz="3200">
                <a:solidFill>
                  <a:srgbClr val="0000FF"/>
                </a:solidFill>
              </a:rPr>
              <a:t>exec functions</a:t>
            </a:r>
          </a:p>
        </p:txBody>
      </p:sp>
      <p:sp>
        <p:nvSpPr>
          <p:cNvPr id="3" name="Title 1">
            <a:extLst>
              <a:ext uri="{FF2B5EF4-FFF2-40B4-BE49-F238E27FC236}">
                <a16:creationId xmlns:a16="http://schemas.microsoft.com/office/drawing/2014/main" id="{C4CBD498-A69D-510D-34A0-97959593DBE5}"/>
              </a:ext>
            </a:extLst>
          </p:cNvPr>
          <p:cNvSpPr txBox="1">
            <a:spLocks/>
          </p:cNvSpPr>
          <p:nvPr/>
        </p:nvSpPr>
        <p:spPr>
          <a:xfrm>
            <a:off x="304800" y="1066800"/>
            <a:ext cx="8534400" cy="4478338"/>
          </a:xfrm>
          <a:prstGeom prst="rect">
            <a:avLst/>
          </a:prstGeom>
        </p:spPr>
        <p:txBody>
          <a:bodyPr>
            <a:spAutoFit/>
          </a:bodyPr>
          <a:lstStyle>
            <a:lvl1pPr marL="342900" indent="-342900">
              <a:defRPr>
                <a:solidFill>
                  <a:schemeClr val="tx1"/>
                </a:solidFill>
                <a:latin typeface="Calibri" panose="020F0502020204030204" pitchFamily="34" charset="0"/>
              </a:defRPr>
            </a:lvl1pPr>
            <a:lvl2pPr marL="800100" indent="-342900">
              <a:defRPr>
                <a:solidFill>
                  <a:schemeClr val="tx1"/>
                </a:solidFill>
                <a:latin typeface="Calibri" panose="020F0502020204030204" pitchFamily="34" charset="0"/>
              </a:defRPr>
            </a:lvl2pPr>
            <a:lvl3pPr marL="1257300" indent="-342900">
              <a:defRPr>
                <a:solidFill>
                  <a:schemeClr val="tx1"/>
                </a:solidFill>
                <a:latin typeface="Calibri" panose="020F0502020204030204" pitchFamily="34" charset="0"/>
              </a:defRPr>
            </a:lvl3pPr>
            <a:lvl4pPr marL="1714500" indent="-342900">
              <a:defRPr>
                <a:solidFill>
                  <a:schemeClr val="tx1"/>
                </a:solidFill>
                <a:latin typeface="Calibri" panose="020F0502020204030204" pitchFamily="34" charset="0"/>
              </a:defRPr>
            </a:lvl4pPr>
            <a:lvl5pPr marL="2171700" indent="-342900">
              <a:defRPr>
                <a:solidFill>
                  <a:schemeClr val="tx1"/>
                </a:solidFill>
                <a:latin typeface="Calibri" panose="020F0502020204030204" pitchFamily="34" charset="0"/>
              </a:defRPr>
            </a:lvl5pPr>
            <a:lvl6pPr marL="2628900" indent="-342900" fontAlgn="base">
              <a:spcBef>
                <a:spcPct val="0"/>
              </a:spcBef>
              <a:spcAft>
                <a:spcPct val="0"/>
              </a:spcAft>
              <a:defRPr>
                <a:solidFill>
                  <a:schemeClr val="tx1"/>
                </a:solidFill>
                <a:latin typeface="Calibri" panose="020F0502020204030204" pitchFamily="34" charset="0"/>
              </a:defRPr>
            </a:lvl6pPr>
            <a:lvl7pPr marL="3086100" indent="-342900" fontAlgn="base">
              <a:spcBef>
                <a:spcPct val="0"/>
              </a:spcBef>
              <a:spcAft>
                <a:spcPct val="0"/>
              </a:spcAft>
              <a:defRPr>
                <a:solidFill>
                  <a:schemeClr val="tx1"/>
                </a:solidFill>
                <a:latin typeface="Calibri" panose="020F0502020204030204" pitchFamily="34" charset="0"/>
              </a:defRPr>
            </a:lvl7pPr>
            <a:lvl8pPr marL="3543300" indent="-342900" fontAlgn="base">
              <a:spcBef>
                <a:spcPct val="0"/>
              </a:spcBef>
              <a:spcAft>
                <a:spcPct val="0"/>
              </a:spcAft>
              <a:defRPr>
                <a:solidFill>
                  <a:schemeClr val="tx1"/>
                </a:solidFill>
                <a:latin typeface="Calibri" panose="020F0502020204030204" pitchFamily="34" charset="0"/>
              </a:defRPr>
            </a:lvl8pPr>
            <a:lvl9pPr marL="4000500" indent="-342900" fontAlgn="base">
              <a:spcBef>
                <a:spcPct val="0"/>
              </a:spcBef>
              <a:spcAft>
                <a:spcPct val="0"/>
              </a:spcAft>
              <a:defRPr>
                <a:solidFill>
                  <a:schemeClr val="tx1"/>
                </a:solidFill>
                <a:latin typeface="Calibri" panose="020F0502020204030204" pitchFamily="34" charset="0"/>
              </a:defRPr>
            </a:lvl9pPr>
          </a:lstStyle>
          <a:p>
            <a:pPr algn="just">
              <a:buFontTx/>
              <a:buChar char="•"/>
            </a:pPr>
            <a:r>
              <a:rPr lang="en-US" altLang="en-US" sz="3200">
                <a:latin typeface="Times New Roman" panose="02020603050405020304" pitchFamily="18" charset="0"/>
              </a:rPr>
              <a:t>When a process calls one of the exec functions, that process is completely replaced by the new program, and the new program starts executing at its main function. </a:t>
            </a:r>
          </a:p>
          <a:p>
            <a:pPr algn="just">
              <a:buFontTx/>
              <a:buChar char="•"/>
            </a:pPr>
            <a:r>
              <a:rPr lang="en-US" altLang="en-US" sz="3200">
                <a:latin typeface="Times New Roman" panose="02020603050405020304" pitchFamily="18" charset="0"/>
              </a:rPr>
              <a:t>The process ID does not change across an exec, because a new process is not created; exec merely replaces the current process its text, data, heap, and stack segments with a brand new program from disk.</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EDF82980-E0AD-759A-B0C4-D7885D0B08E2}"/>
              </a:ext>
            </a:extLst>
          </p:cNvPr>
          <p:cNvSpPr txBox="1">
            <a:spLocks/>
          </p:cNvSpPr>
          <p:nvPr/>
        </p:nvSpPr>
        <p:spPr>
          <a:xfrm>
            <a:off x="304800" y="152400"/>
            <a:ext cx="8534400" cy="4965700"/>
          </a:xfrm>
          <a:prstGeom prst="rect">
            <a:avLst/>
          </a:prstGeom>
        </p:spPr>
        <p:txBody>
          <a:bodyPr>
            <a:spAutoFit/>
          </a:bodyPr>
          <a:lstStyle>
            <a:lvl1pPr marL="342900" indent="-342900">
              <a:defRPr>
                <a:solidFill>
                  <a:schemeClr val="tx1"/>
                </a:solidFill>
                <a:latin typeface="Calibri" panose="020F0502020204030204" pitchFamily="34" charset="0"/>
              </a:defRPr>
            </a:lvl1pPr>
            <a:lvl2pPr marL="800100" indent="-342900">
              <a:defRPr>
                <a:solidFill>
                  <a:schemeClr val="tx1"/>
                </a:solidFill>
                <a:latin typeface="Calibri" panose="020F0502020204030204" pitchFamily="34" charset="0"/>
              </a:defRPr>
            </a:lvl2pPr>
            <a:lvl3pPr marL="1257300" indent="-342900">
              <a:defRPr>
                <a:solidFill>
                  <a:schemeClr val="tx1"/>
                </a:solidFill>
                <a:latin typeface="Calibri" panose="020F0502020204030204" pitchFamily="34" charset="0"/>
              </a:defRPr>
            </a:lvl3pPr>
            <a:lvl4pPr marL="1714500" indent="-342900">
              <a:defRPr>
                <a:solidFill>
                  <a:schemeClr val="tx1"/>
                </a:solidFill>
                <a:latin typeface="Calibri" panose="020F0502020204030204" pitchFamily="34" charset="0"/>
              </a:defRPr>
            </a:lvl4pPr>
            <a:lvl5pPr marL="2171700" indent="-342900">
              <a:defRPr>
                <a:solidFill>
                  <a:schemeClr val="tx1"/>
                </a:solidFill>
                <a:latin typeface="Calibri" panose="020F0502020204030204" pitchFamily="34" charset="0"/>
              </a:defRPr>
            </a:lvl5pPr>
            <a:lvl6pPr marL="2628900" indent="-342900" fontAlgn="base">
              <a:spcBef>
                <a:spcPct val="0"/>
              </a:spcBef>
              <a:spcAft>
                <a:spcPct val="0"/>
              </a:spcAft>
              <a:defRPr>
                <a:solidFill>
                  <a:schemeClr val="tx1"/>
                </a:solidFill>
                <a:latin typeface="Calibri" panose="020F0502020204030204" pitchFamily="34" charset="0"/>
              </a:defRPr>
            </a:lvl6pPr>
            <a:lvl7pPr marL="3086100" indent="-342900" fontAlgn="base">
              <a:spcBef>
                <a:spcPct val="0"/>
              </a:spcBef>
              <a:spcAft>
                <a:spcPct val="0"/>
              </a:spcAft>
              <a:defRPr>
                <a:solidFill>
                  <a:schemeClr val="tx1"/>
                </a:solidFill>
                <a:latin typeface="Calibri" panose="020F0502020204030204" pitchFamily="34" charset="0"/>
              </a:defRPr>
            </a:lvl7pPr>
            <a:lvl8pPr marL="3543300" indent="-342900" fontAlgn="base">
              <a:spcBef>
                <a:spcPct val="0"/>
              </a:spcBef>
              <a:spcAft>
                <a:spcPct val="0"/>
              </a:spcAft>
              <a:defRPr>
                <a:solidFill>
                  <a:schemeClr val="tx1"/>
                </a:solidFill>
                <a:latin typeface="Calibri" panose="020F0502020204030204" pitchFamily="34" charset="0"/>
              </a:defRPr>
            </a:lvl8pPr>
            <a:lvl9pPr marL="4000500" indent="-342900" fontAlgn="base">
              <a:spcBef>
                <a:spcPct val="0"/>
              </a:spcBef>
              <a:spcAft>
                <a:spcPct val="0"/>
              </a:spcAft>
              <a:defRPr>
                <a:solidFill>
                  <a:schemeClr val="tx1"/>
                </a:solidFill>
                <a:latin typeface="Calibri" panose="020F0502020204030204" pitchFamily="34" charset="0"/>
              </a:defRPr>
            </a:lvl9pPr>
          </a:lstStyle>
          <a:p>
            <a:pPr algn="just">
              <a:buFontTx/>
              <a:buChar char="•"/>
            </a:pPr>
            <a:r>
              <a:rPr lang="en-US" altLang="en-US" sz="3200">
                <a:latin typeface="Times New Roman" panose="02020603050405020304" pitchFamily="18" charset="0"/>
              </a:rPr>
              <a:t>There are six different exec functions</a:t>
            </a:r>
          </a:p>
          <a:p>
            <a:pPr algn="just">
              <a:buFontTx/>
              <a:buChar char="•"/>
            </a:pPr>
            <a:r>
              <a:rPr lang="en-US" altLang="en-US" sz="3200">
                <a:latin typeface="Times New Roman" panose="02020603050405020304" pitchFamily="18" charset="0"/>
              </a:rPr>
              <a:t>These six functions round out the UNIX System process control primitives. </a:t>
            </a:r>
          </a:p>
          <a:p>
            <a:pPr algn="just">
              <a:buFontTx/>
              <a:buChar char="•"/>
            </a:pPr>
            <a:r>
              <a:rPr lang="en-US" altLang="en-US" sz="3200">
                <a:latin typeface="Times New Roman" panose="02020603050405020304" pitchFamily="18" charset="0"/>
              </a:rPr>
              <a:t>With fork, we can create new processes; and with the exec functions, we can initiate new programs. </a:t>
            </a:r>
          </a:p>
          <a:p>
            <a:pPr algn="just">
              <a:buFontTx/>
              <a:buChar char="•"/>
            </a:pPr>
            <a:r>
              <a:rPr lang="en-US" altLang="en-US" sz="3200">
                <a:latin typeface="Times New Roman" panose="02020603050405020304" pitchFamily="18" charset="0"/>
              </a:rPr>
              <a:t>The exit function and the wait functions handle termination and waiting for termination. </a:t>
            </a:r>
          </a:p>
          <a:p>
            <a:pPr algn="just">
              <a:buFontTx/>
              <a:buChar char="•"/>
            </a:pPr>
            <a:r>
              <a:rPr lang="en-US" altLang="en-US" sz="3200">
                <a:latin typeface="Times New Roman" panose="02020603050405020304" pitchFamily="18" charset="0"/>
              </a:rPr>
              <a:t>These are the only process control primitives we need. </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1381" name="Picture 5">
            <a:extLst>
              <a:ext uri="{FF2B5EF4-FFF2-40B4-BE49-F238E27FC236}">
                <a16:creationId xmlns:a16="http://schemas.microsoft.com/office/drawing/2014/main" id="{45CCC24B-10C0-C70C-3B34-0D2A4AB7C53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5800" y="153988"/>
            <a:ext cx="8229600" cy="620553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B56D80BB-7BD6-3D4E-C41A-5EF7BD07800E}"/>
              </a:ext>
            </a:extLst>
          </p:cNvPr>
          <p:cNvSpPr txBox="1">
            <a:spLocks/>
          </p:cNvSpPr>
          <p:nvPr/>
        </p:nvSpPr>
        <p:spPr>
          <a:xfrm>
            <a:off x="304800" y="152400"/>
            <a:ext cx="8534400" cy="5453063"/>
          </a:xfrm>
          <a:prstGeom prst="rect">
            <a:avLst/>
          </a:prstGeom>
        </p:spPr>
        <p:txBody>
          <a:bodyPr>
            <a:spAutoFit/>
          </a:bodyPr>
          <a:lstStyle>
            <a:lvl1pPr marL="342900" indent="-342900">
              <a:defRPr>
                <a:solidFill>
                  <a:schemeClr val="tx1"/>
                </a:solidFill>
                <a:latin typeface="Calibri" panose="020F0502020204030204" pitchFamily="34" charset="0"/>
              </a:defRPr>
            </a:lvl1pPr>
            <a:lvl2pPr marL="800100" indent="-342900">
              <a:defRPr>
                <a:solidFill>
                  <a:schemeClr val="tx1"/>
                </a:solidFill>
                <a:latin typeface="Calibri" panose="020F0502020204030204" pitchFamily="34" charset="0"/>
              </a:defRPr>
            </a:lvl2pPr>
            <a:lvl3pPr marL="1257300" indent="-342900">
              <a:defRPr>
                <a:solidFill>
                  <a:schemeClr val="tx1"/>
                </a:solidFill>
                <a:latin typeface="Calibri" panose="020F0502020204030204" pitchFamily="34" charset="0"/>
              </a:defRPr>
            </a:lvl3pPr>
            <a:lvl4pPr marL="1714500" indent="-342900">
              <a:defRPr>
                <a:solidFill>
                  <a:schemeClr val="tx1"/>
                </a:solidFill>
                <a:latin typeface="Calibri" panose="020F0502020204030204" pitchFamily="34" charset="0"/>
              </a:defRPr>
            </a:lvl4pPr>
            <a:lvl5pPr marL="2171700" indent="-342900">
              <a:defRPr>
                <a:solidFill>
                  <a:schemeClr val="tx1"/>
                </a:solidFill>
                <a:latin typeface="Calibri" panose="020F0502020204030204" pitchFamily="34" charset="0"/>
              </a:defRPr>
            </a:lvl5pPr>
            <a:lvl6pPr marL="2628900" indent="-342900" fontAlgn="base">
              <a:spcBef>
                <a:spcPct val="0"/>
              </a:spcBef>
              <a:spcAft>
                <a:spcPct val="0"/>
              </a:spcAft>
              <a:defRPr>
                <a:solidFill>
                  <a:schemeClr val="tx1"/>
                </a:solidFill>
                <a:latin typeface="Calibri" panose="020F0502020204030204" pitchFamily="34" charset="0"/>
              </a:defRPr>
            </a:lvl6pPr>
            <a:lvl7pPr marL="3086100" indent="-342900" fontAlgn="base">
              <a:spcBef>
                <a:spcPct val="0"/>
              </a:spcBef>
              <a:spcAft>
                <a:spcPct val="0"/>
              </a:spcAft>
              <a:defRPr>
                <a:solidFill>
                  <a:schemeClr val="tx1"/>
                </a:solidFill>
                <a:latin typeface="Calibri" panose="020F0502020204030204" pitchFamily="34" charset="0"/>
              </a:defRPr>
            </a:lvl7pPr>
            <a:lvl8pPr marL="3543300" indent="-342900" fontAlgn="base">
              <a:spcBef>
                <a:spcPct val="0"/>
              </a:spcBef>
              <a:spcAft>
                <a:spcPct val="0"/>
              </a:spcAft>
              <a:defRPr>
                <a:solidFill>
                  <a:schemeClr val="tx1"/>
                </a:solidFill>
                <a:latin typeface="Calibri" panose="020F0502020204030204" pitchFamily="34" charset="0"/>
              </a:defRPr>
            </a:lvl8pPr>
            <a:lvl9pPr marL="4000500" indent="-342900" fontAlgn="base">
              <a:spcBef>
                <a:spcPct val="0"/>
              </a:spcBef>
              <a:spcAft>
                <a:spcPct val="0"/>
              </a:spcAft>
              <a:defRPr>
                <a:solidFill>
                  <a:schemeClr val="tx1"/>
                </a:solidFill>
                <a:latin typeface="Calibri" panose="020F0502020204030204" pitchFamily="34" charset="0"/>
              </a:defRPr>
            </a:lvl9pPr>
          </a:lstStyle>
          <a:p>
            <a:pPr algn="just">
              <a:buFontTx/>
              <a:buChar char="•"/>
            </a:pPr>
            <a:r>
              <a:rPr lang="en-US" altLang="en-US" sz="3200">
                <a:latin typeface="Times New Roman" panose="02020603050405020304" pitchFamily="18" charset="0"/>
              </a:rPr>
              <a:t>The first difference in these functions is that the first four take a pathname argument, whereas the last two take a filename argument. </a:t>
            </a:r>
          </a:p>
          <a:p>
            <a:pPr algn="just">
              <a:buFontTx/>
              <a:buChar char="•"/>
            </a:pPr>
            <a:r>
              <a:rPr lang="en-US" altLang="en-US" sz="3200">
                <a:latin typeface="Times New Roman" panose="02020603050405020304" pitchFamily="18" charset="0"/>
              </a:rPr>
              <a:t>When a </a:t>
            </a:r>
            <a:r>
              <a:rPr lang="en-US" altLang="en-US" sz="3200" i="1">
                <a:latin typeface="Times New Roman" panose="02020603050405020304" pitchFamily="18" charset="0"/>
              </a:rPr>
              <a:t>filename </a:t>
            </a:r>
            <a:r>
              <a:rPr lang="en-US" altLang="en-US" sz="3200">
                <a:latin typeface="Times New Roman" panose="02020603050405020304" pitchFamily="18" charset="0"/>
              </a:rPr>
              <a:t>argument is specified If </a:t>
            </a:r>
            <a:r>
              <a:rPr lang="en-US" altLang="en-US" sz="3200" i="1">
                <a:latin typeface="Times New Roman" panose="02020603050405020304" pitchFamily="18" charset="0"/>
              </a:rPr>
              <a:t>filename </a:t>
            </a:r>
            <a:r>
              <a:rPr lang="en-US" altLang="en-US" sz="3200">
                <a:latin typeface="Times New Roman" panose="02020603050405020304" pitchFamily="18" charset="0"/>
              </a:rPr>
              <a:t>contains a slash, it is taken as a pathname. Otherwise, the executable file is searched for in the directories specified by the PATH environment variable.</a:t>
            </a:r>
          </a:p>
          <a:p>
            <a:pPr algn="just">
              <a:buFontTx/>
              <a:buChar char="•"/>
            </a:pPr>
            <a:r>
              <a:rPr lang="en-US" altLang="en-US" sz="3200">
                <a:latin typeface="Times New Roman" panose="02020603050405020304" pitchFamily="18" charset="0"/>
              </a:rPr>
              <a:t>EG:   PATH=/bin:/usr/bin:/usr/local/bin/:.</a:t>
            </a:r>
          </a:p>
          <a:p>
            <a:pPr algn="just">
              <a:buFontTx/>
              <a:buChar char="•"/>
            </a:pPr>
            <a:r>
              <a:rPr lang="en-US" altLang="en-US" sz="3200">
                <a:latin typeface="Times New Roman" panose="02020603050405020304" pitchFamily="18" charset="0"/>
              </a:rPr>
              <a:t>specifies four directories to search. The last path prefix specifies the current directory. </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9DDFCFF6-0769-EA5D-BB45-6FB0A8BB7831}"/>
              </a:ext>
            </a:extLst>
          </p:cNvPr>
          <p:cNvSpPr txBox="1">
            <a:spLocks/>
          </p:cNvSpPr>
          <p:nvPr/>
        </p:nvSpPr>
        <p:spPr>
          <a:xfrm>
            <a:off x="304800" y="152400"/>
            <a:ext cx="8534400" cy="3937000"/>
          </a:xfrm>
          <a:prstGeom prst="rect">
            <a:avLst/>
          </a:prstGeom>
        </p:spPr>
        <p:txBody>
          <a:bodyPr>
            <a:spAutoFit/>
          </a:bodyPr>
          <a:lstStyle>
            <a:lvl1pPr marL="342900" indent="-342900">
              <a:defRPr>
                <a:solidFill>
                  <a:schemeClr val="tx1"/>
                </a:solidFill>
                <a:latin typeface="Calibri" panose="020F0502020204030204" pitchFamily="34" charset="0"/>
              </a:defRPr>
            </a:lvl1pPr>
            <a:lvl2pPr marL="800100" indent="-342900">
              <a:defRPr>
                <a:solidFill>
                  <a:schemeClr val="tx1"/>
                </a:solidFill>
                <a:latin typeface="Calibri" panose="020F0502020204030204" pitchFamily="34" charset="0"/>
              </a:defRPr>
            </a:lvl2pPr>
            <a:lvl3pPr marL="1257300" indent="-342900">
              <a:defRPr>
                <a:solidFill>
                  <a:schemeClr val="tx1"/>
                </a:solidFill>
                <a:latin typeface="Calibri" panose="020F0502020204030204" pitchFamily="34" charset="0"/>
              </a:defRPr>
            </a:lvl3pPr>
            <a:lvl4pPr marL="1714500" indent="-342900">
              <a:defRPr>
                <a:solidFill>
                  <a:schemeClr val="tx1"/>
                </a:solidFill>
                <a:latin typeface="Calibri" panose="020F0502020204030204" pitchFamily="34" charset="0"/>
              </a:defRPr>
            </a:lvl4pPr>
            <a:lvl5pPr marL="2171700" indent="-342900">
              <a:defRPr>
                <a:solidFill>
                  <a:schemeClr val="tx1"/>
                </a:solidFill>
                <a:latin typeface="Calibri" panose="020F0502020204030204" pitchFamily="34" charset="0"/>
              </a:defRPr>
            </a:lvl5pPr>
            <a:lvl6pPr marL="2628900" indent="-342900" fontAlgn="base">
              <a:spcBef>
                <a:spcPct val="0"/>
              </a:spcBef>
              <a:spcAft>
                <a:spcPct val="0"/>
              </a:spcAft>
              <a:defRPr>
                <a:solidFill>
                  <a:schemeClr val="tx1"/>
                </a:solidFill>
                <a:latin typeface="Calibri" panose="020F0502020204030204" pitchFamily="34" charset="0"/>
              </a:defRPr>
            </a:lvl6pPr>
            <a:lvl7pPr marL="3086100" indent="-342900" fontAlgn="base">
              <a:spcBef>
                <a:spcPct val="0"/>
              </a:spcBef>
              <a:spcAft>
                <a:spcPct val="0"/>
              </a:spcAft>
              <a:defRPr>
                <a:solidFill>
                  <a:schemeClr val="tx1"/>
                </a:solidFill>
                <a:latin typeface="Calibri" panose="020F0502020204030204" pitchFamily="34" charset="0"/>
              </a:defRPr>
            </a:lvl7pPr>
            <a:lvl8pPr marL="3543300" indent="-342900" fontAlgn="base">
              <a:spcBef>
                <a:spcPct val="0"/>
              </a:spcBef>
              <a:spcAft>
                <a:spcPct val="0"/>
              </a:spcAft>
              <a:defRPr>
                <a:solidFill>
                  <a:schemeClr val="tx1"/>
                </a:solidFill>
                <a:latin typeface="Calibri" panose="020F0502020204030204" pitchFamily="34" charset="0"/>
              </a:defRPr>
            </a:lvl8pPr>
            <a:lvl9pPr marL="4000500" indent="-342900" fontAlgn="base">
              <a:spcBef>
                <a:spcPct val="0"/>
              </a:spcBef>
              <a:spcAft>
                <a:spcPct val="0"/>
              </a:spcAft>
              <a:defRPr>
                <a:solidFill>
                  <a:schemeClr val="tx1"/>
                </a:solidFill>
                <a:latin typeface="Calibri" panose="020F0502020204030204" pitchFamily="34" charset="0"/>
              </a:defRPr>
            </a:lvl9pPr>
          </a:lstStyle>
          <a:p>
            <a:pPr algn="just">
              <a:buFontTx/>
              <a:buChar char="•"/>
            </a:pPr>
            <a:r>
              <a:rPr lang="en-US" altLang="en-US" sz="3600">
                <a:latin typeface="Times New Roman" panose="02020603050405020304" pitchFamily="18" charset="0"/>
              </a:rPr>
              <a:t>If either execlp or execvp finds an executable file using one of the path prefixes, but the file isn't a machine executable that was generated by the link editor, the function assumes that the file is a shell script and tries to invoke /bin/sh with the </a:t>
            </a:r>
            <a:r>
              <a:rPr lang="en-US" altLang="en-US" sz="3600" i="1">
                <a:latin typeface="Times New Roman" panose="02020603050405020304" pitchFamily="18" charset="0"/>
              </a:rPr>
              <a:t>filename </a:t>
            </a:r>
            <a:r>
              <a:rPr lang="en-US" altLang="en-US" sz="3600">
                <a:latin typeface="Times New Roman" panose="02020603050405020304" pitchFamily="18" charset="0"/>
              </a:rPr>
              <a:t>as input to the shell.</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985245E5-124E-FEA0-0C5E-D99E96061E10}"/>
              </a:ext>
            </a:extLst>
          </p:cNvPr>
          <p:cNvSpPr txBox="1">
            <a:spLocks/>
          </p:cNvSpPr>
          <p:nvPr/>
        </p:nvSpPr>
        <p:spPr>
          <a:xfrm>
            <a:off x="304800" y="152400"/>
            <a:ext cx="8534400" cy="6427788"/>
          </a:xfrm>
          <a:prstGeom prst="rect">
            <a:avLst/>
          </a:prstGeom>
        </p:spPr>
        <p:txBody>
          <a:bodyPr>
            <a:spAutoFit/>
          </a:bodyPr>
          <a:lstStyle>
            <a:lvl1pPr marL="342900" indent="-342900">
              <a:defRPr>
                <a:solidFill>
                  <a:schemeClr val="tx1"/>
                </a:solidFill>
                <a:latin typeface="Calibri" panose="020F0502020204030204" pitchFamily="34" charset="0"/>
              </a:defRPr>
            </a:lvl1pPr>
            <a:lvl2pPr marL="800100" indent="-342900">
              <a:defRPr>
                <a:solidFill>
                  <a:schemeClr val="tx1"/>
                </a:solidFill>
                <a:latin typeface="Calibri" panose="020F0502020204030204" pitchFamily="34" charset="0"/>
              </a:defRPr>
            </a:lvl2pPr>
            <a:lvl3pPr marL="1257300" indent="-342900">
              <a:defRPr>
                <a:solidFill>
                  <a:schemeClr val="tx1"/>
                </a:solidFill>
                <a:latin typeface="Calibri" panose="020F0502020204030204" pitchFamily="34" charset="0"/>
              </a:defRPr>
            </a:lvl3pPr>
            <a:lvl4pPr marL="1714500" indent="-342900">
              <a:defRPr>
                <a:solidFill>
                  <a:schemeClr val="tx1"/>
                </a:solidFill>
                <a:latin typeface="Calibri" panose="020F0502020204030204" pitchFamily="34" charset="0"/>
              </a:defRPr>
            </a:lvl4pPr>
            <a:lvl5pPr marL="2171700" indent="-342900">
              <a:defRPr>
                <a:solidFill>
                  <a:schemeClr val="tx1"/>
                </a:solidFill>
                <a:latin typeface="Calibri" panose="020F0502020204030204" pitchFamily="34" charset="0"/>
              </a:defRPr>
            </a:lvl5pPr>
            <a:lvl6pPr marL="2628900" indent="-342900" fontAlgn="base">
              <a:spcBef>
                <a:spcPct val="0"/>
              </a:spcBef>
              <a:spcAft>
                <a:spcPct val="0"/>
              </a:spcAft>
              <a:defRPr>
                <a:solidFill>
                  <a:schemeClr val="tx1"/>
                </a:solidFill>
                <a:latin typeface="Calibri" panose="020F0502020204030204" pitchFamily="34" charset="0"/>
              </a:defRPr>
            </a:lvl6pPr>
            <a:lvl7pPr marL="3086100" indent="-342900" fontAlgn="base">
              <a:spcBef>
                <a:spcPct val="0"/>
              </a:spcBef>
              <a:spcAft>
                <a:spcPct val="0"/>
              </a:spcAft>
              <a:defRPr>
                <a:solidFill>
                  <a:schemeClr val="tx1"/>
                </a:solidFill>
                <a:latin typeface="Calibri" panose="020F0502020204030204" pitchFamily="34" charset="0"/>
              </a:defRPr>
            </a:lvl7pPr>
            <a:lvl8pPr marL="3543300" indent="-342900" fontAlgn="base">
              <a:spcBef>
                <a:spcPct val="0"/>
              </a:spcBef>
              <a:spcAft>
                <a:spcPct val="0"/>
              </a:spcAft>
              <a:defRPr>
                <a:solidFill>
                  <a:schemeClr val="tx1"/>
                </a:solidFill>
                <a:latin typeface="Calibri" panose="020F0502020204030204" pitchFamily="34" charset="0"/>
              </a:defRPr>
            </a:lvl8pPr>
            <a:lvl9pPr marL="4000500" indent="-342900" fontAlgn="base">
              <a:spcBef>
                <a:spcPct val="0"/>
              </a:spcBef>
              <a:spcAft>
                <a:spcPct val="0"/>
              </a:spcAft>
              <a:defRPr>
                <a:solidFill>
                  <a:schemeClr val="tx1"/>
                </a:solidFill>
                <a:latin typeface="Calibri" panose="020F0502020204030204" pitchFamily="34" charset="0"/>
              </a:defRPr>
            </a:lvl9pPr>
          </a:lstStyle>
          <a:p>
            <a:pPr algn="just">
              <a:buFontTx/>
              <a:buChar char="•"/>
            </a:pPr>
            <a:r>
              <a:rPr lang="en-US" altLang="en-US" sz="3200">
                <a:latin typeface="Times New Roman" panose="02020603050405020304" pitchFamily="18" charset="0"/>
              </a:rPr>
              <a:t>The next difference concerns the passing of the argument list (l stands for list and v stands for vector). </a:t>
            </a:r>
          </a:p>
          <a:p>
            <a:pPr algn="just">
              <a:buFontTx/>
              <a:buChar char="•"/>
            </a:pPr>
            <a:r>
              <a:rPr lang="en-US" altLang="en-US" sz="3200">
                <a:latin typeface="Times New Roman" panose="02020603050405020304" pitchFamily="18" charset="0"/>
              </a:rPr>
              <a:t>The functions execl, execlp, and execle require each of the command-line arguments to the new program to be specified as separate arguments. </a:t>
            </a:r>
          </a:p>
          <a:p>
            <a:pPr algn="just">
              <a:buFontTx/>
              <a:buChar char="•"/>
            </a:pPr>
            <a:r>
              <a:rPr lang="en-US" altLang="en-US" sz="3200">
                <a:latin typeface="Times New Roman" panose="02020603050405020304" pitchFamily="18" charset="0"/>
              </a:rPr>
              <a:t>We mark the end of the arguments with a null pointer. </a:t>
            </a:r>
          </a:p>
          <a:p>
            <a:pPr algn="just">
              <a:buFontTx/>
              <a:buChar char="•"/>
            </a:pPr>
            <a:r>
              <a:rPr lang="en-US" altLang="en-US" sz="3200">
                <a:latin typeface="Times New Roman" panose="02020603050405020304" pitchFamily="18" charset="0"/>
              </a:rPr>
              <a:t>For the other three functions (execv, execvp, and execve), we have to build an array of pointers to the arguments, and the address of this array is the argument to these three functions.</a:t>
            </a:r>
          </a:p>
          <a:p>
            <a:pPr algn="just">
              <a:buFontTx/>
              <a:buChar char="•"/>
            </a:pPr>
            <a:r>
              <a:rPr lang="en-US" altLang="en-US" sz="3200">
                <a:latin typeface="Times New Roman" panose="02020603050405020304" pitchFamily="18" charset="0"/>
              </a:rPr>
              <a:t>char *</a:t>
            </a:r>
            <a:r>
              <a:rPr lang="en-US" altLang="en-US" sz="3200" i="1">
                <a:latin typeface="Times New Roman" panose="02020603050405020304" pitchFamily="18" charset="0"/>
              </a:rPr>
              <a:t>arg0</a:t>
            </a:r>
            <a:r>
              <a:rPr lang="en-US" altLang="en-US" sz="3200">
                <a:latin typeface="Times New Roman" panose="02020603050405020304" pitchFamily="18" charset="0"/>
              </a:rPr>
              <a:t>, char *</a:t>
            </a:r>
            <a:r>
              <a:rPr lang="en-US" altLang="en-US" sz="3200" i="1">
                <a:latin typeface="Times New Roman" panose="02020603050405020304" pitchFamily="18" charset="0"/>
              </a:rPr>
              <a:t>arg1</a:t>
            </a:r>
            <a:r>
              <a:rPr lang="en-US" altLang="en-US" sz="3200">
                <a:latin typeface="Times New Roman" panose="02020603050405020304" pitchFamily="18" charset="0"/>
              </a:rPr>
              <a:t>, ..., char *</a:t>
            </a:r>
            <a:r>
              <a:rPr lang="en-US" altLang="en-US" sz="3200" i="1">
                <a:latin typeface="Times New Roman" panose="02020603050405020304" pitchFamily="18" charset="0"/>
              </a:rPr>
              <a:t>argn</a:t>
            </a:r>
            <a:r>
              <a:rPr lang="en-US" altLang="en-US" sz="3200">
                <a:latin typeface="Times New Roman" panose="02020603050405020304" pitchFamily="18" charset="0"/>
              </a:rPr>
              <a:t>, (char *)0</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AFE676CA-B12F-D11B-CAFF-8E0F0465604B}"/>
              </a:ext>
            </a:extLst>
          </p:cNvPr>
          <p:cNvSpPr txBox="1">
            <a:spLocks/>
          </p:cNvSpPr>
          <p:nvPr/>
        </p:nvSpPr>
        <p:spPr>
          <a:xfrm>
            <a:off x="304800" y="152400"/>
            <a:ext cx="8534400" cy="3990975"/>
          </a:xfrm>
          <a:prstGeom prst="rect">
            <a:avLst/>
          </a:prstGeom>
        </p:spPr>
        <p:txBody>
          <a:bodyPr>
            <a:spAutoFit/>
          </a:bodyPr>
          <a:lstStyle>
            <a:lvl1pPr marL="342900" indent="-342900">
              <a:defRPr>
                <a:solidFill>
                  <a:schemeClr val="tx1"/>
                </a:solidFill>
                <a:latin typeface="Calibri" panose="020F0502020204030204" pitchFamily="34" charset="0"/>
              </a:defRPr>
            </a:lvl1pPr>
            <a:lvl2pPr marL="800100" indent="-342900">
              <a:defRPr>
                <a:solidFill>
                  <a:schemeClr val="tx1"/>
                </a:solidFill>
                <a:latin typeface="Calibri" panose="020F0502020204030204" pitchFamily="34" charset="0"/>
              </a:defRPr>
            </a:lvl2pPr>
            <a:lvl3pPr marL="1257300" indent="-342900">
              <a:defRPr>
                <a:solidFill>
                  <a:schemeClr val="tx1"/>
                </a:solidFill>
                <a:latin typeface="Calibri" panose="020F0502020204030204" pitchFamily="34" charset="0"/>
              </a:defRPr>
            </a:lvl3pPr>
            <a:lvl4pPr marL="1714500" indent="-342900">
              <a:defRPr>
                <a:solidFill>
                  <a:schemeClr val="tx1"/>
                </a:solidFill>
                <a:latin typeface="Calibri" panose="020F0502020204030204" pitchFamily="34" charset="0"/>
              </a:defRPr>
            </a:lvl4pPr>
            <a:lvl5pPr marL="2171700" indent="-342900">
              <a:defRPr>
                <a:solidFill>
                  <a:schemeClr val="tx1"/>
                </a:solidFill>
                <a:latin typeface="Calibri" panose="020F0502020204030204" pitchFamily="34" charset="0"/>
              </a:defRPr>
            </a:lvl5pPr>
            <a:lvl6pPr marL="2628900" indent="-342900" fontAlgn="base">
              <a:spcBef>
                <a:spcPct val="0"/>
              </a:spcBef>
              <a:spcAft>
                <a:spcPct val="0"/>
              </a:spcAft>
              <a:defRPr>
                <a:solidFill>
                  <a:schemeClr val="tx1"/>
                </a:solidFill>
                <a:latin typeface="Calibri" panose="020F0502020204030204" pitchFamily="34" charset="0"/>
              </a:defRPr>
            </a:lvl6pPr>
            <a:lvl7pPr marL="3086100" indent="-342900" fontAlgn="base">
              <a:spcBef>
                <a:spcPct val="0"/>
              </a:spcBef>
              <a:spcAft>
                <a:spcPct val="0"/>
              </a:spcAft>
              <a:defRPr>
                <a:solidFill>
                  <a:schemeClr val="tx1"/>
                </a:solidFill>
                <a:latin typeface="Calibri" panose="020F0502020204030204" pitchFamily="34" charset="0"/>
              </a:defRPr>
            </a:lvl7pPr>
            <a:lvl8pPr marL="3543300" indent="-342900" fontAlgn="base">
              <a:spcBef>
                <a:spcPct val="0"/>
              </a:spcBef>
              <a:spcAft>
                <a:spcPct val="0"/>
              </a:spcAft>
              <a:defRPr>
                <a:solidFill>
                  <a:schemeClr val="tx1"/>
                </a:solidFill>
                <a:latin typeface="Calibri" panose="020F0502020204030204" pitchFamily="34" charset="0"/>
              </a:defRPr>
            </a:lvl8pPr>
            <a:lvl9pPr marL="4000500" indent="-342900" fontAlgn="base">
              <a:spcBef>
                <a:spcPct val="0"/>
              </a:spcBef>
              <a:spcAft>
                <a:spcPct val="0"/>
              </a:spcAft>
              <a:defRPr>
                <a:solidFill>
                  <a:schemeClr val="tx1"/>
                </a:solidFill>
                <a:latin typeface="Calibri" panose="020F0502020204030204" pitchFamily="34" charset="0"/>
              </a:defRPr>
            </a:lvl9pPr>
          </a:lstStyle>
          <a:p>
            <a:pPr algn="just">
              <a:buFontTx/>
              <a:buChar char="•"/>
            </a:pPr>
            <a:r>
              <a:rPr lang="en-US" altLang="en-US" sz="3200">
                <a:latin typeface="Times New Roman" panose="02020603050405020304" pitchFamily="18" charset="0"/>
              </a:rPr>
              <a:t>The final difference is the passing of the environment list to the new program. </a:t>
            </a:r>
          </a:p>
          <a:p>
            <a:pPr algn="just">
              <a:buFontTx/>
              <a:buChar char="•"/>
            </a:pPr>
            <a:r>
              <a:rPr lang="en-US" altLang="en-US" sz="3200">
                <a:latin typeface="Times New Roman" panose="02020603050405020304" pitchFamily="18" charset="0"/>
              </a:rPr>
              <a:t>The two functions whose names end in an e (execle and execve) allow us to pass a pointer to an array of pointers to the environment strings. </a:t>
            </a:r>
          </a:p>
          <a:p>
            <a:pPr algn="just">
              <a:buFontTx/>
              <a:buChar char="•"/>
            </a:pPr>
            <a:r>
              <a:rPr lang="en-US" altLang="en-US" sz="3200">
                <a:latin typeface="Times New Roman" panose="02020603050405020304" pitchFamily="18" charset="0"/>
              </a:rPr>
              <a:t>The other four functions, however, use the environ variable in the calling process to copy the existing environment for the new program.</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5476" name="Picture 4">
            <a:extLst>
              <a:ext uri="{FF2B5EF4-FFF2-40B4-BE49-F238E27FC236}">
                <a16:creationId xmlns:a16="http://schemas.microsoft.com/office/drawing/2014/main" id="{BF14B8D6-74FA-97F4-1079-B0BCEF0E71A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228600"/>
            <a:ext cx="9144000" cy="618172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13DA6326-8910-35B7-9D70-416157795A56}"/>
              </a:ext>
            </a:extLst>
          </p:cNvPr>
          <p:cNvSpPr txBox="1">
            <a:spLocks/>
          </p:cNvSpPr>
          <p:nvPr/>
        </p:nvSpPr>
        <p:spPr>
          <a:xfrm>
            <a:off x="304800" y="152400"/>
            <a:ext cx="8534400" cy="6299200"/>
          </a:xfrm>
          <a:prstGeom prst="rect">
            <a:avLst/>
          </a:prstGeom>
        </p:spPr>
        <p:txBody>
          <a:bodyPr>
            <a:spAutoFit/>
          </a:bodyPr>
          <a:lstStyle>
            <a:lvl1pPr marL="342900" indent="-342900">
              <a:defRPr>
                <a:solidFill>
                  <a:schemeClr val="tx1"/>
                </a:solidFill>
                <a:latin typeface="Calibri" panose="020F0502020204030204" pitchFamily="34" charset="0"/>
              </a:defRPr>
            </a:lvl1pPr>
            <a:lvl2pPr marL="800100" indent="-342900">
              <a:defRPr>
                <a:solidFill>
                  <a:schemeClr val="tx1"/>
                </a:solidFill>
                <a:latin typeface="Calibri" panose="020F0502020204030204" pitchFamily="34" charset="0"/>
              </a:defRPr>
            </a:lvl2pPr>
            <a:lvl3pPr marL="1257300" indent="-342900">
              <a:defRPr>
                <a:solidFill>
                  <a:schemeClr val="tx1"/>
                </a:solidFill>
                <a:latin typeface="Calibri" panose="020F0502020204030204" pitchFamily="34" charset="0"/>
              </a:defRPr>
            </a:lvl3pPr>
            <a:lvl4pPr marL="1714500" indent="-342900">
              <a:defRPr>
                <a:solidFill>
                  <a:schemeClr val="tx1"/>
                </a:solidFill>
                <a:latin typeface="Calibri" panose="020F0502020204030204" pitchFamily="34" charset="0"/>
              </a:defRPr>
            </a:lvl4pPr>
            <a:lvl5pPr marL="2171700" indent="-342900">
              <a:defRPr>
                <a:solidFill>
                  <a:schemeClr val="tx1"/>
                </a:solidFill>
                <a:latin typeface="Calibri" panose="020F0502020204030204" pitchFamily="34" charset="0"/>
              </a:defRPr>
            </a:lvl5pPr>
            <a:lvl6pPr marL="2628900" indent="-342900" fontAlgn="base">
              <a:spcBef>
                <a:spcPct val="0"/>
              </a:spcBef>
              <a:spcAft>
                <a:spcPct val="0"/>
              </a:spcAft>
              <a:defRPr>
                <a:solidFill>
                  <a:schemeClr val="tx1"/>
                </a:solidFill>
                <a:latin typeface="Calibri" panose="020F0502020204030204" pitchFamily="34" charset="0"/>
              </a:defRPr>
            </a:lvl6pPr>
            <a:lvl7pPr marL="3086100" indent="-342900" fontAlgn="base">
              <a:spcBef>
                <a:spcPct val="0"/>
              </a:spcBef>
              <a:spcAft>
                <a:spcPct val="0"/>
              </a:spcAft>
              <a:defRPr>
                <a:solidFill>
                  <a:schemeClr val="tx1"/>
                </a:solidFill>
                <a:latin typeface="Calibri" panose="020F0502020204030204" pitchFamily="34" charset="0"/>
              </a:defRPr>
            </a:lvl7pPr>
            <a:lvl8pPr marL="3543300" indent="-342900" fontAlgn="base">
              <a:spcBef>
                <a:spcPct val="0"/>
              </a:spcBef>
              <a:spcAft>
                <a:spcPct val="0"/>
              </a:spcAft>
              <a:defRPr>
                <a:solidFill>
                  <a:schemeClr val="tx1"/>
                </a:solidFill>
                <a:latin typeface="Calibri" panose="020F0502020204030204" pitchFamily="34" charset="0"/>
              </a:defRPr>
            </a:lvl8pPr>
            <a:lvl9pPr marL="4000500" indent="-342900" fontAlgn="base">
              <a:spcBef>
                <a:spcPct val="0"/>
              </a:spcBef>
              <a:spcAft>
                <a:spcPct val="0"/>
              </a:spcAft>
              <a:defRPr>
                <a:solidFill>
                  <a:schemeClr val="tx1"/>
                </a:solidFill>
                <a:latin typeface="Calibri" panose="020F0502020204030204" pitchFamily="34" charset="0"/>
              </a:defRPr>
            </a:lvl9pPr>
          </a:lstStyle>
          <a:p>
            <a:pPr algn="just">
              <a:buFontTx/>
              <a:buChar char="•"/>
            </a:pPr>
            <a:r>
              <a:rPr lang="en-US" altLang="en-US" sz="2400">
                <a:latin typeface="Arial" panose="020B0604020202020204" pitchFamily="34" charset="0"/>
              </a:rPr>
              <a:t>after an exec, but the new program inherits additional properties from the calling process:</a:t>
            </a:r>
          </a:p>
          <a:p>
            <a:pPr algn="just">
              <a:buFontTx/>
              <a:buAutoNum type="arabicPeriod"/>
            </a:pPr>
            <a:r>
              <a:rPr lang="en-US" altLang="en-US" sz="2400">
                <a:latin typeface="Arial" panose="020B0604020202020204" pitchFamily="34" charset="0"/>
              </a:rPr>
              <a:t>Process ID and parent process ID</a:t>
            </a:r>
          </a:p>
          <a:p>
            <a:pPr algn="just">
              <a:buFontTx/>
              <a:buAutoNum type="arabicPeriod"/>
            </a:pPr>
            <a:r>
              <a:rPr lang="en-US" altLang="en-US" sz="2400">
                <a:latin typeface="Arial" panose="020B0604020202020204" pitchFamily="34" charset="0"/>
              </a:rPr>
              <a:t>Real user ID and real group ID</a:t>
            </a:r>
          </a:p>
          <a:p>
            <a:pPr algn="just">
              <a:buFontTx/>
              <a:buAutoNum type="arabicPeriod"/>
            </a:pPr>
            <a:r>
              <a:rPr lang="en-US" altLang="en-US" sz="2400">
                <a:latin typeface="Arial" panose="020B0604020202020204" pitchFamily="34" charset="0"/>
              </a:rPr>
              <a:t>Supplementary group IDs</a:t>
            </a:r>
          </a:p>
          <a:p>
            <a:pPr algn="just">
              <a:buFontTx/>
              <a:buAutoNum type="arabicPeriod"/>
            </a:pPr>
            <a:r>
              <a:rPr lang="en-US" altLang="en-US" sz="2400">
                <a:latin typeface="Arial" panose="020B0604020202020204" pitchFamily="34" charset="0"/>
              </a:rPr>
              <a:t>Process group ID</a:t>
            </a:r>
          </a:p>
          <a:p>
            <a:pPr algn="just">
              <a:buFontTx/>
              <a:buAutoNum type="arabicPeriod"/>
            </a:pPr>
            <a:r>
              <a:rPr lang="en-US" altLang="en-US" sz="2400">
                <a:latin typeface="Arial" panose="020B0604020202020204" pitchFamily="34" charset="0"/>
              </a:rPr>
              <a:t>Session ID</a:t>
            </a:r>
          </a:p>
          <a:p>
            <a:pPr algn="just">
              <a:buFontTx/>
              <a:buAutoNum type="arabicPeriod"/>
            </a:pPr>
            <a:r>
              <a:rPr lang="en-US" altLang="en-US" sz="2400">
                <a:latin typeface="Arial" panose="020B0604020202020204" pitchFamily="34" charset="0"/>
              </a:rPr>
              <a:t>Controlling terminal</a:t>
            </a:r>
          </a:p>
          <a:p>
            <a:pPr algn="just">
              <a:buFontTx/>
              <a:buAutoNum type="arabicPeriod"/>
            </a:pPr>
            <a:r>
              <a:rPr lang="en-US" altLang="en-US" sz="2400">
                <a:latin typeface="Arial" panose="020B0604020202020204" pitchFamily="34" charset="0"/>
              </a:rPr>
              <a:t>Time left until alarm clock</a:t>
            </a:r>
          </a:p>
          <a:p>
            <a:pPr algn="just">
              <a:buFontTx/>
              <a:buAutoNum type="arabicPeriod"/>
            </a:pPr>
            <a:r>
              <a:rPr lang="en-US" altLang="en-US" sz="2400">
                <a:latin typeface="Arial" panose="020B0604020202020204" pitchFamily="34" charset="0"/>
              </a:rPr>
              <a:t>Current working directory</a:t>
            </a:r>
          </a:p>
          <a:p>
            <a:pPr algn="just">
              <a:buFontTx/>
              <a:buAutoNum type="arabicPeriod"/>
            </a:pPr>
            <a:r>
              <a:rPr lang="en-US" altLang="en-US" sz="2400">
                <a:latin typeface="Arial" panose="020B0604020202020204" pitchFamily="34" charset="0"/>
              </a:rPr>
              <a:t>Root directory</a:t>
            </a:r>
          </a:p>
          <a:p>
            <a:pPr algn="just">
              <a:buFontTx/>
              <a:buAutoNum type="arabicPeriod"/>
            </a:pPr>
            <a:r>
              <a:rPr lang="en-US" altLang="en-US" sz="2400">
                <a:latin typeface="Arial" panose="020B0604020202020204" pitchFamily="34" charset="0"/>
              </a:rPr>
              <a:t>File mode creation mask</a:t>
            </a:r>
          </a:p>
          <a:p>
            <a:pPr algn="just">
              <a:buFontTx/>
              <a:buAutoNum type="arabicPeriod"/>
            </a:pPr>
            <a:r>
              <a:rPr lang="en-US" altLang="en-US" sz="2400">
                <a:latin typeface="Arial" panose="020B0604020202020204" pitchFamily="34" charset="0"/>
              </a:rPr>
              <a:t>File locks</a:t>
            </a:r>
          </a:p>
          <a:p>
            <a:pPr algn="just">
              <a:buFontTx/>
              <a:buAutoNum type="arabicPeriod"/>
            </a:pPr>
            <a:r>
              <a:rPr lang="en-US" altLang="en-US" sz="2400">
                <a:latin typeface="Arial" panose="020B0604020202020204" pitchFamily="34" charset="0"/>
              </a:rPr>
              <a:t>Process signal mask</a:t>
            </a:r>
          </a:p>
          <a:p>
            <a:pPr algn="just">
              <a:buFontTx/>
              <a:buAutoNum type="arabicPeriod"/>
            </a:pPr>
            <a:r>
              <a:rPr lang="en-US" altLang="en-US" sz="2400">
                <a:latin typeface="Arial" panose="020B0604020202020204" pitchFamily="34" charset="0"/>
              </a:rPr>
              <a:t>Pending signals</a:t>
            </a:r>
          </a:p>
          <a:p>
            <a:pPr algn="just">
              <a:buFontTx/>
              <a:buAutoNum type="arabicPeriod"/>
            </a:pPr>
            <a:r>
              <a:rPr lang="en-US" altLang="en-US" sz="2400">
                <a:latin typeface="Arial" panose="020B0604020202020204" pitchFamily="34" charset="0"/>
              </a:rPr>
              <a:t>Resource limits</a:t>
            </a:r>
          </a:p>
          <a:p>
            <a:pPr algn="just">
              <a:buFontTx/>
              <a:buAutoNum type="arabicPeriod"/>
            </a:pPr>
            <a:r>
              <a:rPr lang="en-US" altLang="en-US" sz="2400">
                <a:latin typeface="Arial" panose="020B0604020202020204" pitchFamily="34" charset="0"/>
              </a:rPr>
              <a:t>Values for tms_utime, tms_stime, tms_cutime, tms_cstime</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7524" name="Picture 4">
            <a:extLst>
              <a:ext uri="{FF2B5EF4-FFF2-40B4-BE49-F238E27FC236}">
                <a16:creationId xmlns:a16="http://schemas.microsoft.com/office/drawing/2014/main" id="{A7490798-FD57-CEC5-8B23-A8407896052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1219200"/>
            <a:ext cx="9448800" cy="43434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F6CB1E-C78C-DDED-1DFB-1F3D827A088F}"/>
              </a:ext>
            </a:extLst>
          </p:cNvPr>
          <p:cNvSpPr>
            <a:spLocks noGrp="1"/>
          </p:cNvSpPr>
          <p:nvPr>
            <p:ph type="ctrTitle" idx="4294967295"/>
          </p:nvPr>
        </p:nvSpPr>
        <p:spPr>
          <a:xfrm>
            <a:off x="685800" y="304800"/>
            <a:ext cx="7772400" cy="457200"/>
          </a:xfrm>
        </p:spPr>
        <p:txBody>
          <a:bodyPr>
            <a:normAutofit/>
          </a:bodyPr>
          <a:lstStyle/>
          <a:p>
            <a:r>
              <a:rPr lang="en-US" altLang="en-US" sz="3200">
                <a:solidFill>
                  <a:srgbClr val="0000FF"/>
                </a:solidFill>
              </a:rPr>
              <a:t>system function</a:t>
            </a:r>
          </a:p>
        </p:txBody>
      </p:sp>
      <p:sp>
        <p:nvSpPr>
          <p:cNvPr id="3" name="Title 1">
            <a:extLst>
              <a:ext uri="{FF2B5EF4-FFF2-40B4-BE49-F238E27FC236}">
                <a16:creationId xmlns:a16="http://schemas.microsoft.com/office/drawing/2014/main" id="{D99C81A1-6C72-4B8B-446E-85DBCB93E816}"/>
              </a:ext>
            </a:extLst>
          </p:cNvPr>
          <p:cNvSpPr txBox="1">
            <a:spLocks/>
          </p:cNvSpPr>
          <p:nvPr/>
        </p:nvSpPr>
        <p:spPr>
          <a:xfrm>
            <a:off x="304800" y="1066800"/>
            <a:ext cx="8534400" cy="5216525"/>
          </a:xfrm>
          <a:prstGeom prst="rect">
            <a:avLst/>
          </a:prstGeom>
        </p:spPr>
        <p:txBody>
          <a:bodyPr>
            <a:spAutoFit/>
          </a:bodyPr>
          <a:lstStyle>
            <a:lvl1pPr marL="342900" indent="-342900">
              <a:defRPr>
                <a:solidFill>
                  <a:schemeClr val="tx1"/>
                </a:solidFill>
                <a:latin typeface="Calibri" panose="020F0502020204030204" pitchFamily="34" charset="0"/>
              </a:defRPr>
            </a:lvl1pPr>
            <a:lvl2pPr marL="800100" indent="-342900">
              <a:defRPr>
                <a:solidFill>
                  <a:schemeClr val="tx1"/>
                </a:solidFill>
                <a:latin typeface="Calibri" panose="020F0502020204030204" pitchFamily="34" charset="0"/>
              </a:defRPr>
            </a:lvl2pPr>
            <a:lvl3pPr marL="1257300" indent="-342900">
              <a:defRPr>
                <a:solidFill>
                  <a:schemeClr val="tx1"/>
                </a:solidFill>
                <a:latin typeface="Calibri" panose="020F0502020204030204" pitchFamily="34" charset="0"/>
              </a:defRPr>
            </a:lvl3pPr>
            <a:lvl4pPr marL="1714500" indent="-342900">
              <a:defRPr>
                <a:solidFill>
                  <a:schemeClr val="tx1"/>
                </a:solidFill>
                <a:latin typeface="Calibri" panose="020F0502020204030204" pitchFamily="34" charset="0"/>
              </a:defRPr>
            </a:lvl4pPr>
            <a:lvl5pPr marL="2171700" indent="-342900">
              <a:defRPr>
                <a:solidFill>
                  <a:schemeClr val="tx1"/>
                </a:solidFill>
                <a:latin typeface="Calibri" panose="020F0502020204030204" pitchFamily="34" charset="0"/>
              </a:defRPr>
            </a:lvl5pPr>
            <a:lvl6pPr marL="2628900" indent="-342900" fontAlgn="base">
              <a:spcBef>
                <a:spcPct val="0"/>
              </a:spcBef>
              <a:spcAft>
                <a:spcPct val="0"/>
              </a:spcAft>
              <a:defRPr>
                <a:solidFill>
                  <a:schemeClr val="tx1"/>
                </a:solidFill>
                <a:latin typeface="Calibri" panose="020F0502020204030204" pitchFamily="34" charset="0"/>
              </a:defRPr>
            </a:lvl6pPr>
            <a:lvl7pPr marL="3086100" indent="-342900" fontAlgn="base">
              <a:spcBef>
                <a:spcPct val="0"/>
              </a:spcBef>
              <a:spcAft>
                <a:spcPct val="0"/>
              </a:spcAft>
              <a:defRPr>
                <a:solidFill>
                  <a:schemeClr val="tx1"/>
                </a:solidFill>
                <a:latin typeface="Calibri" panose="020F0502020204030204" pitchFamily="34" charset="0"/>
              </a:defRPr>
            </a:lvl7pPr>
            <a:lvl8pPr marL="3543300" indent="-342900" fontAlgn="base">
              <a:spcBef>
                <a:spcPct val="0"/>
              </a:spcBef>
              <a:spcAft>
                <a:spcPct val="0"/>
              </a:spcAft>
              <a:defRPr>
                <a:solidFill>
                  <a:schemeClr val="tx1"/>
                </a:solidFill>
                <a:latin typeface="Calibri" panose="020F0502020204030204" pitchFamily="34" charset="0"/>
              </a:defRPr>
            </a:lvl8pPr>
            <a:lvl9pPr marL="4000500" indent="-342900" fontAlgn="base">
              <a:spcBef>
                <a:spcPct val="0"/>
              </a:spcBef>
              <a:spcAft>
                <a:spcPct val="0"/>
              </a:spcAft>
              <a:defRPr>
                <a:solidFill>
                  <a:schemeClr val="tx1"/>
                </a:solidFill>
                <a:latin typeface="Calibri" panose="020F0502020204030204" pitchFamily="34" charset="0"/>
              </a:defRPr>
            </a:lvl9pPr>
          </a:lstStyle>
          <a:p>
            <a:pPr algn="just">
              <a:buFontTx/>
              <a:buChar char="•"/>
            </a:pPr>
            <a:r>
              <a:rPr lang="en-US" altLang="en-US" sz="2800">
                <a:latin typeface="Times New Roman" panose="02020603050405020304" pitchFamily="18" charset="0"/>
              </a:rPr>
              <a:t>It is convenient to execute a command string from within a program. For example, assume that we want to put a time-and-date stamp into a certain file.</a:t>
            </a:r>
          </a:p>
          <a:p>
            <a:pPr algn="just"/>
            <a:r>
              <a:rPr lang="en-US" altLang="en-US" sz="2800">
                <a:latin typeface="Times New Roman" panose="02020603050405020304" pitchFamily="18" charset="0"/>
              </a:rPr>
              <a:t>		system("date &gt; file");</a:t>
            </a:r>
          </a:p>
          <a:p>
            <a:pPr algn="just"/>
            <a:r>
              <a:rPr lang="en-US" altLang="en-US" sz="2800">
                <a:solidFill>
                  <a:schemeClr val="hlink"/>
                </a:solidFill>
                <a:latin typeface="Times New Roman" panose="02020603050405020304" pitchFamily="18" charset="0"/>
              </a:rPr>
              <a:t>#include &lt;stdlib.h&gt;</a:t>
            </a:r>
          </a:p>
          <a:p>
            <a:pPr algn="just"/>
            <a:r>
              <a:rPr lang="en-US" altLang="en-US" sz="2800">
                <a:solidFill>
                  <a:schemeClr val="hlink"/>
                </a:solidFill>
                <a:latin typeface="Times New Roman" panose="02020603050405020304" pitchFamily="18" charset="0"/>
              </a:rPr>
              <a:t>int system(const char *</a:t>
            </a:r>
            <a:r>
              <a:rPr lang="en-US" altLang="en-US" sz="2800" i="1">
                <a:solidFill>
                  <a:schemeClr val="hlink"/>
                </a:solidFill>
                <a:latin typeface="Times New Roman" panose="02020603050405020304" pitchFamily="18" charset="0"/>
              </a:rPr>
              <a:t>cmdstring</a:t>
            </a:r>
            <a:r>
              <a:rPr lang="en-US" altLang="en-US" sz="2800">
                <a:solidFill>
                  <a:schemeClr val="hlink"/>
                </a:solidFill>
                <a:latin typeface="Times New Roman" panose="02020603050405020304" pitchFamily="18" charset="0"/>
              </a:rPr>
              <a:t>);</a:t>
            </a:r>
          </a:p>
          <a:p>
            <a:pPr algn="just"/>
            <a:r>
              <a:rPr lang="en-US" altLang="en-US" sz="2800">
                <a:latin typeface="Times New Roman" panose="02020603050405020304" pitchFamily="18" charset="0"/>
              </a:rPr>
              <a:t>		</a:t>
            </a:r>
            <a:r>
              <a:rPr lang="en-US" altLang="en-US" sz="2800">
                <a:solidFill>
                  <a:schemeClr val="folHlink"/>
                </a:solidFill>
                <a:latin typeface="Times New Roman" panose="02020603050405020304" pitchFamily="18" charset="0"/>
              </a:rPr>
              <a:t>Returns: (see below)</a:t>
            </a:r>
          </a:p>
          <a:p>
            <a:pPr algn="just">
              <a:buFontTx/>
              <a:buChar char="•"/>
            </a:pPr>
            <a:r>
              <a:rPr lang="en-US" altLang="en-US" sz="2800">
                <a:latin typeface="Times New Roman" panose="02020603050405020304" pitchFamily="18" charset="0"/>
              </a:rPr>
              <a:t>If </a:t>
            </a:r>
            <a:r>
              <a:rPr lang="en-US" altLang="en-US" sz="2800" i="1">
                <a:latin typeface="Times New Roman" panose="02020603050405020304" pitchFamily="18" charset="0"/>
              </a:rPr>
              <a:t>cmdstring </a:t>
            </a:r>
            <a:r>
              <a:rPr lang="en-US" altLang="en-US" sz="2800">
                <a:latin typeface="Times New Roman" panose="02020603050405020304" pitchFamily="18" charset="0"/>
              </a:rPr>
              <a:t>is a null pointer, system returns nonzero only if a command processor is available. </a:t>
            </a:r>
          </a:p>
          <a:p>
            <a:pPr algn="just">
              <a:buFontTx/>
              <a:buChar char="•"/>
            </a:pPr>
            <a:r>
              <a:rPr lang="en-US" altLang="en-US" sz="2800">
                <a:latin typeface="Times New Roman" panose="02020603050405020304" pitchFamily="18" charset="0"/>
              </a:rPr>
              <a:t>This feature determines whether the system function is supported on a given operating system. </a:t>
            </a:r>
          </a:p>
          <a:p>
            <a:pPr algn="just">
              <a:buFontTx/>
              <a:buChar char="•"/>
            </a:pPr>
            <a:r>
              <a:rPr lang="en-US" altLang="en-US" sz="2800">
                <a:latin typeface="Times New Roman" panose="02020603050405020304" pitchFamily="18" charset="0"/>
              </a:rPr>
              <a:t>Under the UNIX System, system is always available.</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2D95008-E181-B326-79D2-D29D4AB0AF55}"/>
              </a:ext>
            </a:extLst>
          </p:cNvPr>
          <p:cNvSpPr txBox="1">
            <a:spLocks/>
          </p:cNvSpPr>
          <p:nvPr/>
        </p:nvSpPr>
        <p:spPr>
          <a:xfrm>
            <a:off x="304800" y="152400"/>
            <a:ext cx="8534400" cy="5216525"/>
          </a:xfrm>
          <a:prstGeom prst="rect">
            <a:avLst/>
          </a:prstGeom>
        </p:spPr>
        <p:txBody>
          <a:bodyPr>
            <a:spAutoFit/>
          </a:bodyPr>
          <a:lstStyle>
            <a:lvl1pPr marL="342900" indent="-342900">
              <a:defRPr>
                <a:solidFill>
                  <a:schemeClr val="tx1"/>
                </a:solidFill>
                <a:latin typeface="Calibri" panose="020F0502020204030204" pitchFamily="34" charset="0"/>
              </a:defRPr>
            </a:lvl1pPr>
            <a:lvl2pPr marL="800100" indent="-342900">
              <a:defRPr>
                <a:solidFill>
                  <a:schemeClr val="tx1"/>
                </a:solidFill>
                <a:latin typeface="Calibri" panose="020F0502020204030204" pitchFamily="34" charset="0"/>
              </a:defRPr>
            </a:lvl2pPr>
            <a:lvl3pPr marL="1257300" indent="-342900">
              <a:defRPr>
                <a:solidFill>
                  <a:schemeClr val="tx1"/>
                </a:solidFill>
                <a:latin typeface="Calibri" panose="020F0502020204030204" pitchFamily="34" charset="0"/>
              </a:defRPr>
            </a:lvl3pPr>
            <a:lvl4pPr marL="1714500" indent="-342900">
              <a:defRPr>
                <a:solidFill>
                  <a:schemeClr val="tx1"/>
                </a:solidFill>
                <a:latin typeface="Calibri" panose="020F0502020204030204" pitchFamily="34" charset="0"/>
              </a:defRPr>
            </a:lvl4pPr>
            <a:lvl5pPr marL="2171700" indent="-342900">
              <a:defRPr>
                <a:solidFill>
                  <a:schemeClr val="tx1"/>
                </a:solidFill>
                <a:latin typeface="Calibri" panose="020F0502020204030204" pitchFamily="34" charset="0"/>
              </a:defRPr>
            </a:lvl5pPr>
            <a:lvl6pPr marL="2628900" indent="-342900" fontAlgn="base">
              <a:spcBef>
                <a:spcPct val="0"/>
              </a:spcBef>
              <a:spcAft>
                <a:spcPct val="0"/>
              </a:spcAft>
              <a:defRPr>
                <a:solidFill>
                  <a:schemeClr val="tx1"/>
                </a:solidFill>
                <a:latin typeface="Calibri" panose="020F0502020204030204" pitchFamily="34" charset="0"/>
              </a:defRPr>
            </a:lvl6pPr>
            <a:lvl7pPr marL="3086100" indent="-342900" fontAlgn="base">
              <a:spcBef>
                <a:spcPct val="0"/>
              </a:spcBef>
              <a:spcAft>
                <a:spcPct val="0"/>
              </a:spcAft>
              <a:defRPr>
                <a:solidFill>
                  <a:schemeClr val="tx1"/>
                </a:solidFill>
                <a:latin typeface="Calibri" panose="020F0502020204030204" pitchFamily="34" charset="0"/>
              </a:defRPr>
            </a:lvl7pPr>
            <a:lvl8pPr marL="3543300" indent="-342900" fontAlgn="base">
              <a:spcBef>
                <a:spcPct val="0"/>
              </a:spcBef>
              <a:spcAft>
                <a:spcPct val="0"/>
              </a:spcAft>
              <a:defRPr>
                <a:solidFill>
                  <a:schemeClr val="tx1"/>
                </a:solidFill>
                <a:latin typeface="Calibri" panose="020F0502020204030204" pitchFamily="34" charset="0"/>
              </a:defRPr>
            </a:lvl8pPr>
            <a:lvl9pPr marL="4000500" indent="-342900" fontAlgn="base">
              <a:spcBef>
                <a:spcPct val="0"/>
              </a:spcBef>
              <a:spcAft>
                <a:spcPct val="0"/>
              </a:spcAft>
              <a:defRPr>
                <a:solidFill>
                  <a:schemeClr val="tx1"/>
                </a:solidFill>
                <a:latin typeface="Calibri" panose="020F0502020204030204" pitchFamily="34" charset="0"/>
              </a:defRPr>
            </a:lvl9pPr>
          </a:lstStyle>
          <a:p>
            <a:pPr algn="just">
              <a:buFontTx/>
              <a:buChar char="•"/>
            </a:pPr>
            <a:r>
              <a:rPr lang="en-US" altLang="en-US" sz="2800">
                <a:latin typeface="Times New Roman" panose="02020603050405020304" pitchFamily="18" charset="0"/>
              </a:rPr>
              <a:t>Because system is implemented by calling fork, exec, and waitpid, there are three types of return values.</a:t>
            </a:r>
          </a:p>
          <a:p>
            <a:pPr algn="just"/>
            <a:r>
              <a:rPr lang="en-US" altLang="en-US" sz="2800">
                <a:latin typeface="Times New Roman" panose="02020603050405020304" pitchFamily="18" charset="0"/>
              </a:rPr>
              <a:t>1. If either the fork fails or waitpid returns an error other than EINTR, system returns 1 with errno set to indicate the error.</a:t>
            </a:r>
          </a:p>
          <a:p>
            <a:pPr algn="just"/>
            <a:r>
              <a:rPr lang="en-US" altLang="en-US" sz="2800" b="1">
                <a:latin typeface="Times New Roman" panose="02020603050405020304" pitchFamily="18" charset="0"/>
              </a:rPr>
              <a:t>2. </a:t>
            </a:r>
            <a:r>
              <a:rPr lang="en-US" altLang="en-US" sz="2800">
                <a:latin typeface="Times New Roman" panose="02020603050405020304" pitchFamily="18" charset="0"/>
              </a:rPr>
              <a:t>If the exec fails, implying that the shell can't be executed, the return value is as if the shell had executed exit(127).</a:t>
            </a:r>
          </a:p>
          <a:p>
            <a:pPr algn="just"/>
            <a:r>
              <a:rPr lang="en-US" altLang="en-US" sz="2800" b="1">
                <a:latin typeface="Times New Roman" panose="02020603050405020304" pitchFamily="18" charset="0"/>
              </a:rPr>
              <a:t>3. </a:t>
            </a:r>
            <a:r>
              <a:rPr lang="en-US" altLang="en-US" sz="2800">
                <a:latin typeface="Times New Roman" panose="02020603050405020304" pitchFamily="18" charset="0"/>
              </a:rPr>
              <a:t>Otherwise, all three functions fork, exec, and waitpid succeed, and the return value from system is the termination status of the shell, in the format specified for waitpid.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348</TotalTime>
  <Words>1718</Words>
  <Application>Microsoft Office PowerPoint</Application>
  <PresentationFormat>On-screen Show (4:3)</PresentationFormat>
  <Paragraphs>99</Paragraphs>
  <Slides>24</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24</vt:i4>
      </vt:variant>
    </vt:vector>
  </HeadingPairs>
  <TitlesOfParts>
    <vt:vector size="28" baseType="lpstr">
      <vt:lpstr>Calibri</vt:lpstr>
      <vt:lpstr>Arial</vt:lpstr>
      <vt:lpstr>Times New Roman</vt:lpstr>
      <vt:lpstr>Office Theme</vt:lpstr>
      <vt:lpstr>wait and waitpid functions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Environment</vt:lpstr>
      <vt:lpstr>PowerPoint Presentation</vt:lpstr>
      <vt:lpstr>exec functions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system function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SHELL PROGRAMMING</dc:title>
  <dc:creator>Administrator</dc:creator>
  <cp:lastModifiedBy>S Bhavani</cp:lastModifiedBy>
  <cp:revision>342</cp:revision>
  <dcterms:created xsi:type="dcterms:W3CDTF">2006-08-16T00:00:00Z</dcterms:created>
  <dcterms:modified xsi:type="dcterms:W3CDTF">2026-04-07T06:34:35Z</dcterms:modified>
</cp:coreProperties>
</file>
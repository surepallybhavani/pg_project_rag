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7" r:id="rId1"/>
  </p:sldMasterIdLst>
  <p:notesMasterIdLst>
    <p:notesMasterId r:id="rId51"/>
  </p:notesMasterIdLst>
  <p:handoutMasterIdLst>
    <p:handoutMasterId r:id="rId52"/>
  </p:handoutMasterIdLst>
  <p:sldIdLst>
    <p:sldId id="318" r:id="rId2"/>
    <p:sldId id="264" r:id="rId3"/>
    <p:sldId id="310" r:id="rId4"/>
    <p:sldId id="265" r:id="rId5"/>
    <p:sldId id="266" r:id="rId6"/>
    <p:sldId id="267" r:id="rId7"/>
    <p:sldId id="268" r:id="rId8"/>
    <p:sldId id="269" r:id="rId9"/>
    <p:sldId id="270" r:id="rId10"/>
    <p:sldId id="271" r:id="rId11"/>
    <p:sldId id="256" r:id="rId12"/>
    <p:sldId id="272" r:id="rId13"/>
    <p:sldId id="273" r:id="rId14"/>
    <p:sldId id="320" r:id="rId15"/>
    <p:sldId id="321" r:id="rId16"/>
    <p:sldId id="322" r:id="rId17"/>
    <p:sldId id="323" r:id="rId18"/>
    <p:sldId id="274" r:id="rId19"/>
    <p:sldId id="275" r:id="rId20"/>
    <p:sldId id="276" r:id="rId21"/>
    <p:sldId id="277" r:id="rId22"/>
    <p:sldId id="278" r:id="rId23"/>
    <p:sldId id="279" r:id="rId24"/>
    <p:sldId id="308" r:id="rId25"/>
    <p:sldId id="280" r:id="rId26"/>
    <p:sldId id="316" r:id="rId27"/>
    <p:sldId id="260" r:id="rId28"/>
    <p:sldId id="317" r:id="rId29"/>
    <p:sldId id="315" r:id="rId30"/>
    <p:sldId id="281" r:id="rId31"/>
    <p:sldId id="282" r:id="rId32"/>
    <p:sldId id="283" r:id="rId33"/>
    <p:sldId id="284" r:id="rId34"/>
    <p:sldId id="324" r:id="rId35"/>
    <p:sldId id="285" r:id="rId36"/>
    <p:sldId id="286" r:id="rId37"/>
    <p:sldId id="287" r:id="rId38"/>
    <p:sldId id="288" r:id="rId39"/>
    <p:sldId id="289" r:id="rId40"/>
    <p:sldId id="262" r:id="rId41"/>
    <p:sldId id="290" r:id="rId42"/>
    <p:sldId id="291" r:id="rId43"/>
    <p:sldId id="292" r:id="rId44"/>
    <p:sldId id="293" r:id="rId45"/>
    <p:sldId id="294" r:id="rId46"/>
    <p:sldId id="295" r:id="rId47"/>
    <p:sldId id="296" r:id="rId48"/>
    <p:sldId id="297" r:id="rId49"/>
    <p:sldId id="319" r:id="rId50"/>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801">
          <p15:clr>
            <a:srgbClr val="A4A3A4"/>
          </p15:clr>
        </p15:guide>
        <p15:guide id="2" pos="5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0066"/>
    <a:srgbClr val="009900"/>
    <a:srgbClr val="5FD5FF"/>
    <a:srgbClr val="B3EBFF"/>
    <a:srgbClr val="79DCFF"/>
    <a:srgbClr val="33CCFF"/>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1618" y="43"/>
      </p:cViewPr>
      <p:guideLst>
        <p:guide orient="horz" pos="801"/>
        <p:guide pos="51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F6E1ED21-3CE5-88B1-D3F9-68B5A6A5854C}"/>
              </a:ext>
            </a:extLst>
          </p:cNvPr>
          <p:cNvSpPr>
            <a:spLocks noGrp="1" noChangeArrowheads="1"/>
          </p:cNvSpPr>
          <p:nvPr>
            <p:ph type="hdr" sz="quarter"/>
          </p:nvPr>
        </p:nvSpPr>
        <p:spPr bwMode="auto">
          <a:xfrm>
            <a:off x="0" y="0"/>
            <a:ext cx="3035300" cy="463550"/>
          </a:xfrm>
          <a:prstGeom prst="rect">
            <a:avLst/>
          </a:prstGeom>
          <a:noFill/>
          <a:ln w="9525">
            <a:noFill/>
            <a:miter lim="800000"/>
            <a:headEnd/>
            <a:tailEnd/>
          </a:ln>
        </p:spPr>
        <p:txBody>
          <a:bodyPr vert="horz" wrap="none" lIns="93166" tIns="46582" rIns="93166" bIns="46582" numCol="1" anchor="ctr" anchorCtr="0" compatLnSpc="1">
            <a:prstTxWarp prst="textNoShape">
              <a:avLst/>
            </a:prstTxWarp>
          </a:bodyPr>
          <a:lstStyle>
            <a:lvl1pPr defTabSz="931863">
              <a:defRPr sz="1300">
                <a:latin typeface="Helvetica" charset="0"/>
                <a:ea typeface="ＭＳ Ｐゴシック" charset="-128"/>
              </a:defRPr>
            </a:lvl1pPr>
          </a:lstStyle>
          <a:p>
            <a:pPr>
              <a:defRPr/>
            </a:pPr>
            <a:endParaRPr lang="en-US"/>
          </a:p>
        </p:txBody>
      </p:sp>
      <p:sp>
        <p:nvSpPr>
          <p:cNvPr id="88067" name="Rectangle 3">
            <a:extLst>
              <a:ext uri="{FF2B5EF4-FFF2-40B4-BE49-F238E27FC236}">
                <a16:creationId xmlns:a16="http://schemas.microsoft.com/office/drawing/2014/main" id="{82A93208-ABCD-8C32-0A1D-004ACF66BB43}"/>
              </a:ext>
            </a:extLst>
          </p:cNvPr>
          <p:cNvSpPr>
            <a:spLocks noGrp="1" noChangeArrowheads="1"/>
          </p:cNvSpPr>
          <p:nvPr>
            <p:ph type="dt" sz="quarter" idx="1"/>
          </p:nvPr>
        </p:nvSpPr>
        <p:spPr bwMode="auto">
          <a:xfrm>
            <a:off x="3975100" y="0"/>
            <a:ext cx="3035300" cy="463550"/>
          </a:xfrm>
          <a:prstGeom prst="rect">
            <a:avLst/>
          </a:prstGeom>
          <a:noFill/>
          <a:ln w="9525">
            <a:noFill/>
            <a:miter lim="800000"/>
            <a:headEnd/>
            <a:tailEnd/>
          </a:ln>
        </p:spPr>
        <p:txBody>
          <a:bodyPr vert="horz" wrap="none" lIns="93166" tIns="46582" rIns="93166" bIns="46582" numCol="1" anchor="ctr" anchorCtr="0" compatLnSpc="1">
            <a:prstTxWarp prst="textNoShape">
              <a:avLst/>
            </a:prstTxWarp>
          </a:bodyPr>
          <a:lstStyle>
            <a:lvl1pPr algn="r" defTabSz="931863">
              <a:defRPr sz="1300">
                <a:latin typeface="Helvetica" charset="0"/>
                <a:ea typeface="ＭＳ Ｐゴシック" charset="-128"/>
              </a:defRPr>
            </a:lvl1pPr>
          </a:lstStyle>
          <a:p>
            <a:pPr>
              <a:defRPr/>
            </a:pPr>
            <a:endParaRPr lang="en-US"/>
          </a:p>
        </p:txBody>
      </p:sp>
      <p:sp>
        <p:nvSpPr>
          <p:cNvPr id="88068" name="Rectangle 4">
            <a:extLst>
              <a:ext uri="{FF2B5EF4-FFF2-40B4-BE49-F238E27FC236}">
                <a16:creationId xmlns:a16="http://schemas.microsoft.com/office/drawing/2014/main" id="{57F255EF-DD7D-1956-3672-8B9C9D223784}"/>
              </a:ext>
            </a:extLst>
          </p:cNvPr>
          <p:cNvSpPr>
            <a:spLocks noGrp="1" noChangeArrowheads="1"/>
          </p:cNvSpPr>
          <p:nvPr>
            <p:ph type="ftr" sz="quarter" idx="2"/>
          </p:nvPr>
        </p:nvSpPr>
        <p:spPr bwMode="auto">
          <a:xfrm>
            <a:off x="0" y="8832850"/>
            <a:ext cx="3035300" cy="463550"/>
          </a:xfrm>
          <a:prstGeom prst="rect">
            <a:avLst/>
          </a:prstGeom>
          <a:noFill/>
          <a:ln w="9525">
            <a:noFill/>
            <a:miter lim="800000"/>
            <a:headEnd/>
            <a:tailEnd/>
          </a:ln>
        </p:spPr>
        <p:txBody>
          <a:bodyPr vert="horz" wrap="none" lIns="93166" tIns="46582" rIns="93166" bIns="46582" numCol="1" anchor="b" anchorCtr="0" compatLnSpc="1">
            <a:prstTxWarp prst="textNoShape">
              <a:avLst/>
            </a:prstTxWarp>
          </a:bodyPr>
          <a:lstStyle>
            <a:lvl1pPr defTabSz="931863">
              <a:defRPr sz="1300">
                <a:latin typeface="Helvetica" charset="0"/>
                <a:ea typeface="ＭＳ Ｐゴシック" charset="-128"/>
              </a:defRPr>
            </a:lvl1pPr>
          </a:lstStyle>
          <a:p>
            <a:pPr>
              <a:defRPr/>
            </a:pPr>
            <a:endParaRPr lang="en-US"/>
          </a:p>
        </p:txBody>
      </p:sp>
      <p:sp>
        <p:nvSpPr>
          <p:cNvPr id="88069" name="Rectangle 5">
            <a:extLst>
              <a:ext uri="{FF2B5EF4-FFF2-40B4-BE49-F238E27FC236}">
                <a16:creationId xmlns:a16="http://schemas.microsoft.com/office/drawing/2014/main" id="{15187FA8-6C1B-F13B-E250-E67E6FA8E1A2}"/>
              </a:ext>
            </a:extLst>
          </p:cNvPr>
          <p:cNvSpPr>
            <a:spLocks noGrp="1" noChangeArrowheads="1"/>
          </p:cNvSpPr>
          <p:nvPr>
            <p:ph type="sldNum" sz="quarter" idx="3"/>
          </p:nvPr>
        </p:nvSpPr>
        <p:spPr bwMode="auto">
          <a:xfrm>
            <a:off x="3975100" y="8832850"/>
            <a:ext cx="3035300" cy="463550"/>
          </a:xfrm>
          <a:prstGeom prst="rect">
            <a:avLst/>
          </a:prstGeom>
          <a:noFill/>
          <a:ln w="9525">
            <a:noFill/>
            <a:miter lim="800000"/>
            <a:headEnd/>
            <a:tailEnd/>
          </a:ln>
        </p:spPr>
        <p:txBody>
          <a:bodyPr vert="horz" wrap="none" lIns="93166" tIns="46582" rIns="93166" bIns="46582" numCol="1" anchor="b" anchorCtr="0" compatLnSpc="1">
            <a:prstTxWarp prst="textNoShape">
              <a:avLst/>
            </a:prstTxWarp>
          </a:bodyPr>
          <a:lstStyle>
            <a:lvl1pPr algn="r" defTabSz="931863">
              <a:defRPr sz="1300">
                <a:latin typeface="Helvetica" panose="020B0604020202020204" pitchFamily="34" charset="0"/>
              </a:defRPr>
            </a:lvl1pPr>
          </a:lstStyle>
          <a:p>
            <a:fld id="{64987258-F3AF-499B-958F-E678014AF973}"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4AFF7C4-31B8-0CC9-CDE1-C3125DFC3EAE}"/>
              </a:ext>
            </a:extLst>
          </p:cNvPr>
          <p:cNvSpPr>
            <a:spLocks noGrp="1" noChangeArrowheads="1"/>
          </p:cNvSpPr>
          <p:nvPr>
            <p:ph type="hdr" sz="quarter"/>
          </p:nvPr>
        </p:nvSpPr>
        <p:spPr bwMode="auto">
          <a:xfrm>
            <a:off x="0" y="0"/>
            <a:ext cx="3035300" cy="463550"/>
          </a:xfrm>
          <a:prstGeom prst="rect">
            <a:avLst/>
          </a:prstGeom>
          <a:noFill/>
          <a:ln w="9525">
            <a:noFill/>
            <a:miter lim="800000"/>
            <a:headEnd/>
            <a:tailEnd/>
          </a:ln>
        </p:spPr>
        <p:txBody>
          <a:bodyPr vert="horz" wrap="none" lIns="93166" tIns="46582" rIns="93166" bIns="46582" numCol="1" anchor="ctr" anchorCtr="0" compatLnSpc="1">
            <a:prstTxWarp prst="textNoShape">
              <a:avLst/>
            </a:prstTxWarp>
          </a:bodyPr>
          <a:lstStyle>
            <a:lvl1pPr defTabSz="931863">
              <a:defRPr sz="1300">
                <a:latin typeface="Times New Roman" pitchFamily="18" charset="0"/>
                <a:ea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725B0079-9557-E5C5-5ED3-1BB207B1F121}"/>
              </a:ext>
            </a:extLst>
          </p:cNvPr>
          <p:cNvSpPr>
            <a:spLocks noGrp="1" noChangeArrowheads="1"/>
          </p:cNvSpPr>
          <p:nvPr>
            <p:ph type="dt" idx="1"/>
          </p:nvPr>
        </p:nvSpPr>
        <p:spPr bwMode="auto">
          <a:xfrm>
            <a:off x="3975100" y="0"/>
            <a:ext cx="3035300" cy="463550"/>
          </a:xfrm>
          <a:prstGeom prst="rect">
            <a:avLst/>
          </a:prstGeom>
          <a:noFill/>
          <a:ln w="9525">
            <a:noFill/>
            <a:miter lim="800000"/>
            <a:headEnd/>
            <a:tailEnd/>
          </a:ln>
        </p:spPr>
        <p:txBody>
          <a:bodyPr vert="horz" wrap="none" lIns="93166" tIns="46582" rIns="93166" bIns="46582" numCol="1" anchor="ctr" anchorCtr="0" compatLnSpc="1">
            <a:prstTxWarp prst="textNoShape">
              <a:avLst/>
            </a:prstTxWarp>
          </a:bodyPr>
          <a:lstStyle>
            <a:lvl1pPr algn="r" defTabSz="931863">
              <a:defRPr sz="1300">
                <a:latin typeface="Times New Roman" pitchFamily="18" charset="0"/>
                <a:ea typeface="ＭＳ Ｐゴシック" charset="-128"/>
              </a:defRPr>
            </a:lvl1pPr>
          </a:lstStyle>
          <a:p>
            <a:pPr>
              <a:defRPr/>
            </a:pPr>
            <a:endParaRPr lang="en-US"/>
          </a:p>
        </p:txBody>
      </p:sp>
      <p:sp>
        <p:nvSpPr>
          <p:cNvPr id="53252" name="Rectangle 4">
            <a:extLst>
              <a:ext uri="{FF2B5EF4-FFF2-40B4-BE49-F238E27FC236}">
                <a16:creationId xmlns:a16="http://schemas.microsoft.com/office/drawing/2014/main" id="{15F5168D-B813-171C-09E1-31304792299E}"/>
              </a:ext>
            </a:extLst>
          </p:cNvPr>
          <p:cNvSpPr>
            <a:spLocks noChangeArrowheads="1" noTextEdit="1"/>
          </p:cNvSpPr>
          <p:nvPr>
            <p:ph type="sldImg" idx="2"/>
          </p:nvPr>
        </p:nvSpPr>
        <p:spPr bwMode="auto">
          <a:xfrm>
            <a:off x="11811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D516F5D-3A9B-CBF0-E31F-8A2500DCEDB8}"/>
              </a:ext>
            </a:extLst>
          </p:cNvPr>
          <p:cNvSpPr>
            <a:spLocks noGrp="1" noChangeArrowheads="1"/>
          </p:cNvSpPr>
          <p:nvPr>
            <p:ph type="body" sz="quarter" idx="3"/>
          </p:nvPr>
        </p:nvSpPr>
        <p:spPr bwMode="auto">
          <a:xfrm>
            <a:off x="933450" y="4416425"/>
            <a:ext cx="5143500" cy="4181475"/>
          </a:xfrm>
          <a:prstGeom prst="rect">
            <a:avLst/>
          </a:prstGeom>
          <a:noFill/>
          <a:ln w="9525">
            <a:noFill/>
            <a:miter lim="800000"/>
            <a:headEnd/>
            <a:tailEnd/>
          </a:ln>
        </p:spPr>
        <p:txBody>
          <a:bodyPr vert="horz" wrap="none" lIns="93166" tIns="46582" rIns="93166" bIns="46582"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F09D398B-C5C4-0232-C9C8-48E2CEC2FC62}"/>
              </a:ext>
            </a:extLst>
          </p:cNvPr>
          <p:cNvSpPr>
            <a:spLocks noGrp="1" noChangeArrowheads="1"/>
          </p:cNvSpPr>
          <p:nvPr>
            <p:ph type="ftr" sz="quarter" idx="4"/>
          </p:nvPr>
        </p:nvSpPr>
        <p:spPr bwMode="auto">
          <a:xfrm>
            <a:off x="0" y="8832850"/>
            <a:ext cx="3035300" cy="463550"/>
          </a:xfrm>
          <a:prstGeom prst="rect">
            <a:avLst/>
          </a:prstGeom>
          <a:noFill/>
          <a:ln w="9525">
            <a:noFill/>
            <a:miter lim="800000"/>
            <a:headEnd/>
            <a:tailEnd/>
          </a:ln>
        </p:spPr>
        <p:txBody>
          <a:bodyPr vert="horz" wrap="none" lIns="93166" tIns="46582" rIns="93166" bIns="46582" numCol="1" anchor="b" anchorCtr="0" compatLnSpc="1">
            <a:prstTxWarp prst="textNoShape">
              <a:avLst/>
            </a:prstTxWarp>
          </a:bodyPr>
          <a:lstStyle>
            <a:lvl1pPr defTabSz="931863">
              <a:defRPr sz="1300">
                <a:latin typeface="Times New Roman" pitchFamily="18" charset="0"/>
                <a:ea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8A1D8512-CADE-2B33-11D1-8174AFC34806}"/>
              </a:ext>
            </a:extLst>
          </p:cNvPr>
          <p:cNvSpPr>
            <a:spLocks noGrp="1" noChangeArrowheads="1"/>
          </p:cNvSpPr>
          <p:nvPr>
            <p:ph type="sldNum" sz="quarter" idx="5"/>
          </p:nvPr>
        </p:nvSpPr>
        <p:spPr bwMode="auto">
          <a:xfrm>
            <a:off x="3975100" y="8832850"/>
            <a:ext cx="3035300" cy="463550"/>
          </a:xfrm>
          <a:prstGeom prst="rect">
            <a:avLst/>
          </a:prstGeom>
          <a:noFill/>
          <a:ln w="9525">
            <a:noFill/>
            <a:miter lim="800000"/>
            <a:headEnd/>
            <a:tailEnd/>
          </a:ln>
        </p:spPr>
        <p:txBody>
          <a:bodyPr vert="horz" wrap="none" lIns="93166" tIns="46582" rIns="93166" bIns="46582" numCol="1" anchor="b" anchorCtr="0" compatLnSpc="1">
            <a:prstTxWarp prst="textNoShape">
              <a:avLst/>
            </a:prstTxWarp>
          </a:bodyPr>
          <a:lstStyle>
            <a:lvl1pPr algn="r" defTabSz="931863">
              <a:defRPr sz="1300">
                <a:latin typeface="Times New Roman" panose="02020603050405020304" pitchFamily="18" charset="0"/>
              </a:defRPr>
            </a:lvl1pPr>
          </a:lstStyle>
          <a:p>
            <a:fld id="{D98D32D7-0C05-4A20-B031-497C5CE83492}"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26E375FD-7EDA-1C40-2A53-366F25BD26E8}"/>
              </a:ext>
            </a:extLst>
          </p:cNvPr>
          <p:cNvSpPr>
            <a:spLocks noChangeArrowheads="1" noTextEdit="1"/>
          </p:cNvSpPr>
          <p:nvPr>
            <p:ph type="sldImg"/>
          </p:nvPr>
        </p:nvSpPr>
        <p:spPr>
          <a:xfrm>
            <a:off x="1182688" y="698500"/>
            <a:ext cx="4648200" cy="3486150"/>
          </a:xfrm>
          <a:ln/>
        </p:spPr>
      </p:sp>
      <p:sp>
        <p:nvSpPr>
          <p:cNvPr id="54275" name="Rectangle 3">
            <a:extLst>
              <a:ext uri="{FF2B5EF4-FFF2-40B4-BE49-F238E27FC236}">
                <a16:creationId xmlns:a16="http://schemas.microsoft.com/office/drawing/2014/main" id="{21629CA5-2BE3-40CC-18A0-DBD587950CD8}"/>
              </a:ext>
            </a:extLst>
          </p:cNvPr>
          <p:cNvSpPr>
            <a:spLocks noGrp="1" noChangeArrowheads="1"/>
          </p:cNvSpPr>
          <p:nvPr>
            <p:ph type="body" idx="1"/>
          </p:nvPr>
        </p:nvSpPr>
        <p:spPr>
          <a:xfrm>
            <a:off x="935038" y="4416425"/>
            <a:ext cx="5140325"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37A26879-3E47-59AB-0727-361E3E0D5A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66239E8-AE62-4240-A0F7-15CE6EB94F81}"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55299" name="Rectangle 2">
            <a:extLst>
              <a:ext uri="{FF2B5EF4-FFF2-40B4-BE49-F238E27FC236}">
                <a16:creationId xmlns:a16="http://schemas.microsoft.com/office/drawing/2014/main" id="{9AA1E2A2-BFA0-17AA-8AD1-26D0725A6804}"/>
              </a:ext>
            </a:extLst>
          </p:cNvPr>
          <p:cNvSpPr>
            <a:spLocks noChangeArrowheads="1" noTextEdit="1"/>
          </p:cNvSpPr>
          <p:nvPr>
            <p:ph type="sldImg"/>
          </p:nvPr>
        </p:nvSpPr>
        <p:spPr>
          <a:ln/>
        </p:spPr>
      </p:sp>
      <p:sp>
        <p:nvSpPr>
          <p:cNvPr id="55300" name="Rectangle 3">
            <a:extLst>
              <a:ext uri="{FF2B5EF4-FFF2-40B4-BE49-F238E27FC236}">
                <a16:creationId xmlns:a16="http://schemas.microsoft.com/office/drawing/2014/main" id="{200BAD63-11EE-A357-EB9A-3EAD706C83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AE07B7F3-7B58-DC21-F5D5-71AC51711C5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F344D7C-6279-4807-ADF1-3CE1F27F6695}"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56323" name="Rectangle 2">
            <a:extLst>
              <a:ext uri="{FF2B5EF4-FFF2-40B4-BE49-F238E27FC236}">
                <a16:creationId xmlns:a16="http://schemas.microsoft.com/office/drawing/2014/main" id="{A8ACED89-3274-6A7C-A190-C6B5D12EC311}"/>
              </a:ext>
            </a:extLst>
          </p:cNvPr>
          <p:cNvSpPr>
            <a:spLocks noChangeArrowheads="1" noTextEdit="1"/>
          </p:cNvSpPr>
          <p:nvPr>
            <p:ph type="sldImg"/>
          </p:nvPr>
        </p:nvSpPr>
        <p:spPr>
          <a:ln/>
        </p:spPr>
      </p:sp>
      <p:sp>
        <p:nvSpPr>
          <p:cNvPr id="56324" name="Rectangle 3">
            <a:extLst>
              <a:ext uri="{FF2B5EF4-FFF2-40B4-BE49-F238E27FC236}">
                <a16:creationId xmlns:a16="http://schemas.microsoft.com/office/drawing/2014/main" id="{008C2443-9754-7E2F-7190-4C15707256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5531D537-22A7-8681-EB63-8B53FEBDF24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64133FC-E49D-4694-B02C-893D311F5DDA}" type="slidenum">
              <a:rPr lang="en-US" altLang="en-US">
                <a:latin typeface="Times New Roman" panose="02020603050405020304" pitchFamily="18" charset="0"/>
              </a:rPr>
              <a:pPr/>
              <a:t>4</a:t>
            </a:fld>
            <a:endParaRPr lang="en-US" altLang="en-US">
              <a:latin typeface="Times New Roman" panose="02020603050405020304" pitchFamily="18" charset="0"/>
            </a:endParaRPr>
          </a:p>
        </p:txBody>
      </p:sp>
      <p:sp>
        <p:nvSpPr>
          <p:cNvPr id="57347" name="Rectangle 2">
            <a:extLst>
              <a:ext uri="{FF2B5EF4-FFF2-40B4-BE49-F238E27FC236}">
                <a16:creationId xmlns:a16="http://schemas.microsoft.com/office/drawing/2014/main" id="{D2BA8E59-D607-7136-0C3A-EF182854E807}"/>
              </a:ext>
            </a:extLst>
          </p:cNvPr>
          <p:cNvSpPr>
            <a:spLocks noChangeArrowheads="1" noTextEdit="1"/>
          </p:cNvSpPr>
          <p:nvPr>
            <p:ph type="sldImg"/>
          </p:nvPr>
        </p:nvSpPr>
        <p:spPr>
          <a:ln/>
        </p:spPr>
      </p:sp>
      <p:sp>
        <p:nvSpPr>
          <p:cNvPr id="57348" name="Rectangle 3">
            <a:extLst>
              <a:ext uri="{FF2B5EF4-FFF2-40B4-BE49-F238E27FC236}">
                <a16:creationId xmlns:a16="http://schemas.microsoft.com/office/drawing/2014/main" id="{09DF22E5-5ACC-4D1A-144C-E3110C37BA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5BF07BE6-2D16-FB2C-4365-F4DAB990EF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B5302696-A234-4B86-9535-D63F56AACCDB}"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58371" name="Rectangle 2">
            <a:extLst>
              <a:ext uri="{FF2B5EF4-FFF2-40B4-BE49-F238E27FC236}">
                <a16:creationId xmlns:a16="http://schemas.microsoft.com/office/drawing/2014/main" id="{2C943D3C-30C5-9256-DC68-34432C9AAC56}"/>
              </a:ext>
            </a:extLst>
          </p:cNvPr>
          <p:cNvSpPr>
            <a:spLocks noChangeArrowheads="1" noTextEdit="1"/>
          </p:cNvSpPr>
          <p:nvPr>
            <p:ph type="sldImg"/>
          </p:nvPr>
        </p:nvSpPr>
        <p:spPr>
          <a:ln/>
        </p:spPr>
      </p:sp>
      <p:sp>
        <p:nvSpPr>
          <p:cNvPr id="58372" name="Rectangle 3">
            <a:extLst>
              <a:ext uri="{FF2B5EF4-FFF2-40B4-BE49-F238E27FC236}">
                <a16:creationId xmlns:a16="http://schemas.microsoft.com/office/drawing/2014/main" id="{DE117D23-8FA1-A945-0C47-8CBB87F2F44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C7624DF3-6E6A-C3B0-DC73-5433665900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364B274-E506-404B-8708-2BB0A35D4C40}"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5B4BE622-544A-6EA8-F9C5-47D327FE6A6E}"/>
              </a:ext>
            </a:extLst>
          </p:cNvPr>
          <p:cNvSpPr>
            <a:spLocks noChangeArrowheads="1" noTextEdit="1"/>
          </p:cNvSpPr>
          <p:nvPr>
            <p:ph type="sldImg"/>
          </p:nvPr>
        </p:nvSpPr>
        <p:spPr>
          <a:ln/>
        </p:spPr>
      </p:sp>
      <p:sp>
        <p:nvSpPr>
          <p:cNvPr id="59396" name="Rectangle 3">
            <a:extLst>
              <a:ext uri="{FF2B5EF4-FFF2-40B4-BE49-F238E27FC236}">
                <a16:creationId xmlns:a16="http://schemas.microsoft.com/office/drawing/2014/main" id="{F9598A76-C1D2-5997-4FBC-5105C89158B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A107A3BF-710D-CDDD-73BC-99B0A1FBCE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48AA295-ACCA-4CF8-89F5-AB8F51EF6867}"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
        <p:nvSpPr>
          <p:cNvPr id="60419" name="Rectangle 2">
            <a:extLst>
              <a:ext uri="{FF2B5EF4-FFF2-40B4-BE49-F238E27FC236}">
                <a16:creationId xmlns:a16="http://schemas.microsoft.com/office/drawing/2014/main" id="{D09AB115-2242-7CAB-63E2-8E1906DE3ACD}"/>
              </a:ext>
            </a:extLst>
          </p:cNvPr>
          <p:cNvSpPr>
            <a:spLocks noChangeArrowheads="1" noTextEdit="1"/>
          </p:cNvSpPr>
          <p:nvPr>
            <p:ph type="sldImg"/>
          </p:nvPr>
        </p:nvSpPr>
        <p:spPr>
          <a:ln/>
        </p:spPr>
      </p:sp>
      <p:sp>
        <p:nvSpPr>
          <p:cNvPr id="60420" name="Rectangle 3">
            <a:extLst>
              <a:ext uri="{FF2B5EF4-FFF2-40B4-BE49-F238E27FC236}">
                <a16:creationId xmlns:a16="http://schemas.microsoft.com/office/drawing/2014/main" id="{773A7E13-B01F-1AE6-ED7D-92A5F25F57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6A03840-92ED-89C9-1ECE-2F9AF653EA5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494FC59-6762-4C65-AC25-A85FD889E5DD}"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
        <p:nvSpPr>
          <p:cNvPr id="61443" name="Rectangle 2">
            <a:extLst>
              <a:ext uri="{FF2B5EF4-FFF2-40B4-BE49-F238E27FC236}">
                <a16:creationId xmlns:a16="http://schemas.microsoft.com/office/drawing/2014/main" id="{0EBE5F6B-EE78-001D-43A0-9126F192B77F}"/>
              </a:ext>
            </a:extLst>
          </p:cNvPr>
          <p:cNvSpPr>
            <a:spLocks noChangeArrowheads="1" noTextEdit="1"/>
          </p:cNvSpPr>
          <p:nvPr>
            <p:ph type="sldImg"/>
          </p:nvPr>
        </p:nvSpPr>
        <p:spPr>
          <a:ln/>
        </p:spPr>
      </p:sp>
      <p:sp>
        <p:nvSpPr>
          <p:cNvPr id="61444" name="Rectangle 3">
            <a:extLst>
              <a:ext uri="{FF2B5EF4-FFF2-40B4-BE49-F238E27FC236}">
                <a16:creationId xmlns:a16="http://schemas.microsoft.com/office/drawing/2014/main" id="{EA82672C-3B21-6199-3C4F-10C8799A343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D1684A82-5430-11BD-BC51-C6D8143BCB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6C05F3C-99B6-4D45-B32C-A988EBE184CE}"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64D3D0BD-C046-5E99-F567-369706023C98}"/>
              </a:ext>
            </a:extLst>
          </p:cNvPr>
          <p:cNvSpPr>
            <a:spLocks noChangeArrowheads="1" noTextEdit="1"/>
          </p:cNvSpPr>
          <p:nvPr>
            <p:ph type="sldImg"/>
          </p:nvPr>
        </p:nvSpPr>
        <p:spPr>
          <a:ln/>
        </p:spPr>
      </p:sp>
      <p:sp>
        <p:nvSpPr>
          <p:cNvPr id="62468" name="Rectangle 3">
            <a:extLst>
              <a:ext uri="{FF2B5EF4-FFF2-40B4-BE49-F238E27FC236}">
                <a16:creationId xmlns:a16="http://schemas.microsoft.com/office/drawing/2014/main" id="{565E41B0-4358-44D7-8AB2-8CD761BA14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890DF60A-A46F-36F7-0D57-5F34041AB66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F959353-8D81-4417-89D5-378DB7C7C35F}"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88DA9DFF-B16D-109C-A1DF-22388A465AFF}"/>
              </a:ext>
            </a:extLst>
          </p:cNvPr>
          <p:cNvSpPr>
            <a:spLocks noChangeArrowheads="1" noTextEdit="1"/>
          </p:cNvSpPr>
          <p:nvPr>
            <p:ph type="sldImg"/>
          </p:nvPr>
        </p:nvSpPr>
        <p:spPr>
          <a:ln/>
        </p:spPr>
      </p:sp>
      <p:sp>
        <p:nvSpPr>
          <p:cNvPr id="63492" name="Rectangle 3">
            <a:extLst>
              <a:ext uri="{FF2B5EF4-FFF2-40B4-BE49-F238E27FC236}">
                <a16:creationId xmlns:a16="http://schemas.microsoft.com/office/drawing/2014/main" id="{83642DD6-149C-033D-950E-E0BFE33BE9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D99D52B2-E449-A3B9-F18D-D9186EDB54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AEFBF08B-9B6D-4C82-886A-7AD4FC6447DB}"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C2268B2B-2B0F-C4BB-E140-E1A170AFA9D7}"/>
              </a:ext>
            </a:extLst>
          </p:cNvPr>
          <p:cNvSpPr>
            <a:spLocks noChangeArrowheads="1" noTextEdit="1"/>
          </p:cNvSpPr>
          <p:nvPr>
            <p:ph type="sldImg"/>
          </p:nvPr>
        </p:nvSpPr>
        <p:spPr>
          <a:ln/>
        </p:spPr>
      </p:sp>
      <p:sp>
        <p:nvSpPr>
          <p:cNvPr id="64516" name="Rectangle 3">
            <a:extLst>
              <a:ext uri="{FF2B5EF4-FFF2-40B4-BE49-F238E27FC236}">
                <a16:creationId xmlns:a16="http://schemas.microsoft.com/office/drawing/2014/main" id="{3394845D-F2F0-FA49-5884-4DFF1B0A1C9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10D0CD2F-2CF5-7E2A-6089-46A43C5F3C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BE30FEC-4B39-410E-A685-EA43BE04EA6E}"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BD714641-49AF-0596-4DCE-3B478232FDE9}"/>
              </a:ext>
            </a:extLst>
          </p:cNvPr>
          <p:cNvSpPr>
            <a:spLocks noChangeArrowheads="1" noTextEdit="1"/>
          </p:cNvSpPr>
          <p:nvPr>
            <p:ph type="sldImg"/>
          </p:nvPr>
        </p:nvSpPr>
        <p:spPr>
          <a:ln/>
        </p:spPr>
      </p:sp>
      <p:sp>
        <p:nvSpPr>
          <p:cNvPr id="65540" name="Rectangle 3">
            <a:extLst>
              <a:ext uri="{FF2B5EF4-FFF2-40B4-BE49-F238E27FC236}">
                <a16:creationId xmlns:a16="http://schemas.microsoft.com/office/drawing/2014/main" id="{66F5484D-DC9B-18AB-1E7A-D39B676B1B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6D032B8F-3D03-F162-EB79-F4D056E48C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A96D8F9-AD94-4BD1-8248-E2046F12EDAB}"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4977A1CD-AF92-7239-4A47-DF14BDF4C3C4}"/>
              </a:ext>
            </a:extLst>
          </p:cNvPr>
          <p:cNvSpPr>
            <a:spLocks noChangeArrowheads="1" noTextEdit="1"/>
          </p:cNvSpPr>
          <p:nvPr>
            <p:ph type="sldImg"/>
          </p:nvPr>
        </p:nvSpPr>
        <p:spPr>
          <a:ln/>
        </p:spPr>
      </p:sp>
      <p:sp>
        <p:nvSpPr>
          <p:cNvPr id="66564" name="Rectangle 3">
            <a:extLst>
              <a:ext uri="{FF2B5EF4-FFF2-40B4-BE49-F238E27FC236}">
                <a16:creationId xmlns:a16="http://schemas.microsoft.com/office/drawing/2014/main" id="{C49D42D9-AABB-C6CF-B93D-840B2E431CE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4719EAE4-A963-4898-56B3-2A5C4DFE7AA0}"/>
              </a:ext>
            </a:extLst>
          </p:cNvPr>
          <p:cNvSpPr>
            <a:spLocks noChangeArrowheads="1" noTextEdit="1"/>
          </p:cNvSpPr>
          <p:nvPr>
            <p:ph type="sldImg"/>
          </p:nvPr>
        </p:nvSpPr>
        <p:spPr>
          <a:ln/>
        </p:spPr>
      </p:sp>
      <p:sp>
        <p:nvSpPr>
          <p:cNvPr id="67587" name="Rectangle 3">
            <a:extLst>
              <a:ext uri="{FF2B5EF4-FFF2-40B4-BE49-F238E27FC236}">
                <a16:creationId xmlns:a16="http://schemas.microsoft.com/office/drawing/2014/main" id="{ADE5C8D0-8E54-4D9D-4E8F-2B23E40688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113415B4-26A5-DC2A-C444-21DD5BC00B03}"/>
              </a:ext>
            </a:extLst>
          </p:cNvPr>
          <p:cNvSpPr>
            <a:spLocks noChangeArrowheads="1" noTextEdit="1"/>
          </p:cNvSpPr>
          <p:nvPr>
            <p:ph type="sldImg"/>
          </p:nvPr>
        </p:nvSpPr>
        <p:spPr>
          <a:ln/>
        </p:spPr>
      </p:sp>
      <p:sp>
        <p:nvSpPr>
          <p:cNvPr id="68611" name="Rectangle 3">
            <a:extLst>
              <a:ext uri="{FF2B5EF4-FFF2-40B4-BE49-F238E27FC236}">
                <a16:creationId xmlns:a16="http://schemas.microsoft.com/office/drawing/2014/main" id="{40CBE342-618C-FAA9-985F-F263FAA9D7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77D56CE-1E20-1F00-A0BD-6E019EDE7AC9}"/>
              </a:ext>
            </a:extLst>
          </p:cNvPr>
          <p:cNvSpPr>
            <a:spLocks noChangeArrowheads="1" noTextEdit="1"/>
          </p:cNvSpPr>
          <p:nvPr>
            <p:ph type="sldImg"/>
          </p:nvPr>
        </p:nvSpPr>
        <p:spPr>
          <a:ln/>
        </p:spPr>
      </p:sp>
      <p:sp>
        <p:nvSpPr>
          <p:cNvPr id="69635" name="Rectangle 3">
            <a:extLst>
              <a:ext uri="{FF2B5EF4-FFF2-40B4-BE49-F238E27FC236}">
                <a16:creationId xmlns:a16="http://schemas.microsoft.com/office/drawing/2014/main" id="{C773E58E-AF13-89E6-6C1B-6FC09A7357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EDD3AB27-B25C-11DA-C99F-E2E24E35EB0F}"/>
              </a:ext>
            </a:extLst>
          </p:cNvPr>
          <p:cNvSpPr>
            <a:spLocks noChangeArrowheads="1" noTextEdit="1"/>
          </p:cNvSpPr>
          <p:nvPr>
            <p:ph type="sldImg"/>
          </p:nvPr>
        </p:nvSpPr>
        <p:spPr>
          <a:ln/>
        </p:spPr>
      </p:sp>
      <p:sp>
        <p:nvSpPr>
          <p:cNvPr id="70659" name="Rectangle 3">
            <a:extLst>
              <a:ext uri="{FF2B5EF4-FFF2-40B4-BE49-F238E27FC236}">
                <a16:creationId xmlns:a16="http://schemas.microsoft.com/office/drawing/2014/main" id="{007E8B66-9593-92E9-1B8C-D0B31EB37DA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6DDF6509-7C90-A187-796F-1AD675BB76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3A9884E-EBA9-4719-8888-CC5BA038D70B}" type="slidenum">
              <a:rPr lang="en-US" altLang="en-US">
                <a:latin typeface="Times New Roman" panose="02020603050405020304" pitchFamily="18" charset="0"/>
              </a:rPr>
              <a:pPr/>
              <a:t>18</a:t>
            </a:fld>
            <a:endParaRPr lang="en-US" altLang="en-US">
              <a:latin typeface="Times New Roman" panose="02020603050405020304" pitchFamily="18" charset="0"/>
            </a:endParaRPr>
          </a:p>
        </p:txBody>
      </p:sp>
      <p:sp>
        <p:nvSpPr>
          <p:cNvPr id="71683" name="Rectangle 2">
            <a:extLst>
              <a:ext uri="{FF2B5EF4-FFF2-40B4-BE49-F238E27FC236}">
                <a16:creationId xmlns:a16="http://schemas.microsoft.com/office/drawing/2014/main" id="{CD0A61B3-4820-A2C5-4C60-9BF7231E17A7}"/>
              </a:ext>
            </a:extLst>
          </p:cNvPr>
          <p:cNvSpPr>
            <a:spLocks noChangeArrowheads="1" noTextEdit="1"/>
          </p:cNvSpPr>
          <p:nvPr>
            <p:ph type="sldImg"/>
          </p:nvPr>
        </p:nvSpPr>
        <p:spPr>
          <a:ln/>
        </p:spPr>
      </p:sp>
      <p:sp>
        <p:nvSpPr>
          <p:cNvPr id="71684" name="Rectangle 3">
            <a:extLst>
              <a:ext uri="{FF2B5EF4-FFF2-40B4-BE49-F238E27FC236}">
                <a16:creationId xmlns:a16="http://schemas.microsoft.com/office/drawing/2014/main" id="{583EE5DF-36D5-3A7B-9D2C-FD7668C4BF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045B4E1C-092A-AC53-4580-2A24681911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B4C58EF-2F57-4B51-8291-110A26028643}" type="slidenum">
              <a:rPr lang="en-US" altLang="en-US">
                <a:latin typeface="Times New Roman" panose="02020603050405020304" pitchFamily="18" charset="0"/>
              </a:rPr>
              <a:pPr/>
              <a:t>19</a:t>
            </a:fld>
            <a:endParaRPr lang="en-US" altLang="en-US">
              <a:latin typeface="Times New Roman" panose="02020603050405020304" pitchFamily="18" charset="0"/>
            </a:endParaRPr>
          </a:p>
        </p:txBody>
      </p:sp>
      <p:sp>
        <p:nvSpPr>
          <p:cNvPr id="72707" name="Rectangle 2">
            <a:extLst>
              <a:ext uri="{FF2B5EF4-FFF2-40B4-BE49-F238E27FC236}">
                <a16:creationId xmlns:a16="http://schemas.microsoft.com/office/drawing/2014/main" id="{513EF2E1-668C-7CAE-167F-5BE9FA32FCE6}"/>
              </a:ext>
            </a:extLst>
          </p:cNvPr>
          <p:cNvSpPr>
            <a:spLocks noChangeArrowheads="1" noTextEdit="1"/>
          </p:cNvSpPr>
          <p:nvPr>
            <p:ph type="sldImg"/>
          </p:nvPr>
        </p:nvSpPr>
        <p:spPr>
          <a:ln/>
        </p:spPr>
      </p:sp>
      <p:sp>
        <p:nvSpPr>
          <p:cNvPr id="72708" name="Rectangle 3">
            <a:extLst>
              <a:ext uri="{FF2B5EF4-FFF2-40B4-BE49-F238E27FC236}">
                <a16:creationId xmlns:a16="http://schemas.microsoft.com/office/drawing/2014/main" id="{AD6AA823-ACE3-61DE-7190-CEDB6ABA21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3FCFACCB-5A77-1CC7-38ED-9102DD3C82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4AC6DCF-0729-4BFC-A5BB-D64A4EAF5CFF}" type="slidenum">
              <a:rPr lang="en-US" altLang="en-US">
                <a:latin typeface="Times New Roman" panose="02020603050405020304" pitchFamily="18" charset="0"/>
              </a:rPr>
              <a:pPr/>
              <a:t>20</a:t>
            </a:fld>
            <a:endParaRPr lang="en-US" altLang="en-US">
              <a:latin typeface="Times New Roman" panose="02020603050405020304" pitchFamily="18" charset="0"/>
            </a:endParaRPr>
          </a:p>
        </p:txBody>
      </p:sp>
      <p:sp>
        <p:nvSpPr>
          <p:cNvPr id="73731" name="Rectangle 2">
            <a:extLst>
              <a:ext uri="{FF2B5EF4-FFF2-40B4-BE49-F238E27FC236}">
                <a16:creationId xmlns:a16="http://schemas.microsoft.com/office/drawing/2014/main" id="{1255987C-EDF0-C054-AEA6-F93CCD94AFC5}"/>
              </a:ext>
            </a:extLst>
          </p:cNvPr>
          <p:cNvSpPr>
            <a:spLocks noChangeArrowheads="1" noTextEdit="1"/>
          </p:cNvSpPr>
          <p:nvPr>
            <p:ph type="sldImg"/>
          </p:nvPr>
        </p:nvSpPr>
        <p:spPr>
          <a:ln/>
        </p:spPr>
      </p:sp>
      <p:sp>
        <p:nvSpPr>
          <p:cNvPr id="73732" name="Rectangle 3">
            <a:extLst>
              <a:ext uri="{FF2B5EF4-FFF2-40B4-BE49-F238E27FC236}">
                <a16:creationId xmlns:a16="http://schemas.microsoft.com/office/drawing/2014/main" id="{6C2CFD1B-6D21-B1E2-72F5-EC657013063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0AAEA75E-60E5-8C6B-9EE0-B69EEA192F0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D6680A0A-929D-47CA-A72F-B640049CB052}" type="slidenum">
              <a:rPr lang="en-US" altLang="en-US">
                <a:latin typeface="Times New Roman" panose="02020603050405020304" pitchFamily="18" charset="0"/>
              </a:rPr>
              <a:pPr/>
              <a:t>21</a:t>
            </a:fld>
            <a:endParaRPr lang="en-US" altLang="en-US">
              <a:latin typeface="Times New Roman" panose="02020603050405020304" pitchFamily="18" charset="0"/>
            </a:endParaRPr>
          </a:p>
        </p:txBody>
      </p:sp>
      <p:sp>
        <p:nvSpPr>
          <p:cNvPr id="74755" name="Rectangle 2">
            <a:extLst>
              <a:ext uri="{FF2B5EF4-FFF2-40B4-BE49-F238E27FC236}">
                <a16:creationId xmlns:a16="http://schemas.microsoft.com/office/drawing/2014/main" id="{00C95A3D-52E4-2F5B-A699-823A62E07F81}"/>
              </a:ext>
            </a:extLst>
          </p:cNvPr>
          <p:cNvSpPr>
            <a:spLocks noChangeArrowheads="1" noTextEdit="1"/>
          </p:cNvSpPr>
          <p:nvPr>
            <p:ph type="sldImg"/>
          </p:nvPr>
        </p:nvSpPr>
        <p:spPr>
          <a:ln/>
        </p:spPr>
      </p:sp>
      <p:sp>
        <p:nvSpPr>
          <p:cNvPr id="74756" name="Rectangle 3">
            <a:extLst>
              <a:ext uri="{FF2B5EF4-FFF2-40B4-BE49-F238E27FC236}">
                <a16:creationId xmlns:a16="http://schemas.microsoft.com/office/drawing/2014/main" id="{9EB3D252-DB73-9D6B-5C37-3EBD6E2191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D4355BD2-00E1-FD75-0135-A5C11014B5D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6D80AEA-1FBE-43BE-BC3B-E5AC80DF7FF5}" type="slidenum">
              <a:rPr lang="en-US" altLang="en-US">
                <a:latin typeface="Times New Roman" panose="02020603050405020304" pitchFamily="18" charset="0"/>
              </a:rPr>
              <a:pPr/>
              <a:t>22</a:t>
            </a:fld>
            <a:endParaRPr lang="en-US" altLang="en-US">
              <a:latin typeface="Times New Roman" panose="02020603050405020304" pitchFamily="18" charset="0"/>
            </a:endParaRPr>
          </a:p>
        </p:txBody>
      </p:sp>
      <p:sp>
        <p:nvSpPr>
          <p:cNvPr id="75779" name="Rectangle 2">
            <a:extLst>
              <a:ext uri="{FF2B5EF4-FFF2-40B4-BE49-F238E27FC236}">
                <a16:creationId xmlns:a16="http://schemas.microsoft.com/office/drawing/2014/main" id="{8B37688D-0EED-8319-5B9C-D4628F4A3928}"/>
              </a:ext>
            </a:extLst>
          </p:cNvPr>
          <p:cNvSpPr>
            <a:spLocks noChangeArrowheads="1" noTextEdit="1"/>
          </p:cNvSpPr>
          <p:nvPr>
            <p:ph type="sldImg"/>
          </p:nvPr>
        </p:nvSpPr>
        <p:spPr>
          <a:ln/>
        </p:spPr>
      </p:sp>
      <p:sp>
        <p:nvSpPr>
          <p:cNvPr id="75780" name="Rectangle 3">
            <a:extLst>
              <a:ext uri="{FF2B5EF4-FFF2-40B4-BE49-F238E27FC236}">
                <a16:creationId xmlns:a16="http://schemas.microsoft.com/office/drawing/2014/main" id="{39A75A11-3664-C259-4C4C-D1D23E2654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79677A3A-645B-6CAE-18DC-7CB0559628E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1795D182-2CDE-4E2B-86EE-A0C0E584DC22}"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76803" name="Rectangle 2">
            <a:extLst>
              <a:ext uri="{FF2B5EF4-FFF2-40B4-BE49-F238E27FC236}">
                <a16:creationId xmlns:a16="http://schemas.microsoft.com/office/drawing/2014/main" id="{C9A01EA1-7F4E-1EAA-EF59-0523302EBA6A}"/>
              </a:ext>
            </a:extLst>
          </p:cNvPr>
          <p:cNvSpPr>
            <a:spLocks noChangeArrowheads="1" noTextEdit="1"/>
          </p:cNvSpPr>
          <p:nvPr>
            <p:ph type="sldImg"/>
          </p:nvPr>
        </p:nvSpPr>
        <p:spPr>
          <a:ln/>
        </p:spPr>
      </p:sp>
      <p:sp>
        <p:nvSpPr>
          <p:cNvPr id="76804" name="Rectangle 3">
            <a:extLst>
              <a:ext uri="{FF2B5EF4-FFF2-40B4-BE49-F238E27FC236}">
                <a16:creationId xmlns:a16="http://schemas.microsoft.com/office/drawing/2014/main" id="{6C9AE81C-27AE-C2D2-801B-B8F1DE42F1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541B875C-5633-4618-BA24-50C2A826D8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006D6174-553C-42B4-B127-D31A755DCE66}" type="slidenum">
              <a:rPr lang="en-US" altLang="en-US">
                <a:latin typeface="Times New Roman" panose="02020603050405020304" pitchFamily="18" charset="0"/>
              </a:rPr>
              <a:pPr/>
              <a:t>24</a:t>
            </a:fld>
            <a:endParaRPr lang="en-US" altLang="en-US">
              <a:latin typeface="Times New Roman" panose="02020603050405020304" pitchFamily="18" charset="0"/>
            </a:endParaRPr>
          </a:p>
        </p:txBody>
      </p:sp>
      <p:sp>
        <p:nvSpPr>
          <p:cNvPr id="77827" name="Rectangle 2">
            <a:extLst>
              <a:ext uri="{FF2B5EF4-FFF2-40B4-BE49-F238E27FC236}">
                <a16:creationId xmlns:a16="http://schemas.microsoft.com/office/drawing/2014/main" id="{B7930455-CFD3-5F60-3C3A-772772613611}"/>
              </a:ext>
            </a:extLst>
          </p:cNvPr>
          <p:cNvSpPr>
            <a:spLocks noChangeArrowheads="1" noTextEdit="1"/>
          </p:cNvSpPr>
          <p:nvPr>
            <p:ph type="sldImg"/>
          </p:nvPr>
        </p:nvSpPr>
        <p:spPr>
          <a:ln/>
        </p:spPr>
      </p:sp>
      <p:sp>
        <p:nvSpPr>
          <p:cNvPr id="77828" name="Rectangle 3">
            <a:extLst>
              <a:ext uri="{FF2B5EF4-FFF2-40B4-BE49-F238E27FC236}">
                <a16:creationId xmlns:a16="http://schemas.microsoft.com/office/drawing/2014/main" id="{46D97171-C77C-CFF1-BADD-2035CEE8CC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82F623C9-AC79-5207-1D48-66D74316C69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9F102E47-A852-4C4A-94F3-3267FDE23599}"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78851" name="Rectangle 2">
            <a:extLst>
              <a:ext uri="{FF2B5EF4-FFF2-40B4-BE49-F238E27FC236}">
                <a16:creationId xmlns:a16="http://schemas.microsoft.com/office/drawing/2014/main" id="{357C3C18-4669-735E-3ECB-721FF4DF5B90}"/>
              </a:ext>
            </a:extLst>
          </p:cNvPr>
          <p:cNvSpPr>
            <a:spLocks noChangeArrowheads="1" noTextEdit="1"/>
          </p:cNvSpPr>
          <p:nvPr>
            <p:ph type="sldImg"/>
          </p:nvPr>
        </p:nvSpPr>
        <p:spPr>
          <a:ln/>
        </p:spPr>
      </p:sp>
      <p:sp>
        <p:nvSpPr>
          <p:cNvPr id="78852" name="Rectangle 3">
            <a:extLst>
              <a:ext uri="{FF2B5EF4-FFF2-40B4-BE49-F238E27FC236}">
                <a16:creationId xmlns:a16="http://schemas.microsoft.com/office/drawing/2014/main" id="{B0087336-D50D-8B83-2258-1AB6CDF7204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798C7C31-F5E6-0C81-BFC8-4F2A448628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A2FB12FD-2C52-4203-8D0C-2DDFF08B0D69}"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79875" name="Rectangle 2">
            <a:extLst>
              <a:ext uri="{FF2B5EF4-FFF2-40B4-BE49-F238E27FC236}">
                <a16:creationId xmlns:a16="http://schemas.microsoft.com/office/drawing/2014/main" id="{89C7B8AE-98B7-3B10-D74C-DFEA562182B2}"/>
              </a:ext>
            </a:extLst>
          </p:cNvPr>
          <p:cNvSpPr>
            <a:spLocks noChangeArrowheads="1" noTextEdit="1"/>
          </p:cNvSpPr>
          <p:nvPr>
            <p:ph type="sldImg"/>
          </p:nvPr>
        </p:nvSpPr>
        <p:spPr>
          <a:ln/>
        </p:spPr>
      </p:sp>
      <p:sp>
        <p:nvSpPr>
          <p:cNvPr id="79876" name="Rectangle 3">
            <a:extLst>
              <a:ext uri="{FF2B5EF4-FFF2-40B4-BE49-F238E27FC236}">
                <a16:creationId xmlns:a16="http://schemas.microsoft.com/office/drawing/2014/main" id="{60EE3990-E229-8B59-45FF-0336DDED423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60C281E8-D951-951C-A63D-220FC86FB8C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9360CFD-9DB0-4E7E-9582-7BE2622C5D34}"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80899" name="Rectangle 2">
            <a:extLst>
              <a:ext uri="{FF2B5EF4-FFF2-40B4-BE49-F238E27FC236}">
                <a16:creationId xmlns:a16="http://schemas.microsoft.com/office/drawing/2014/main" id="{2EDF0A51-41EC-06E3-D71C-89E563A862CE}"/>
              </a:ext>
            </a:extLst>
          </p:cNvPr>
          <p:cNvSpPr>
            <a:spLocks noChangeArrowheads="1" noTextEdit="1"/>
          </p:cNvSpPr>
          <p:nvPr>
            <p:ph type="sldImg"/>
          </p:nvPr>
        </p:nvSpPr>
        <p:spPr>
          <a:ln/>
        </p:spPr>
      </p:sp>
      <p:sp>
        <p:nvSpPr>
          <p:cNvPr id="80900" name="Rectangle 3">
            <a:extLst>
              <a:ext uri="{FF2B5EF4-FFF2-40B4-BE49-F238E27FC236}">
                <a16:creationId xmlns:a16="http://schemas.microsoft.com/office/drawing/2014/main" id="{FEFD791F-49A9-93AB-F403-DDC7AB6E4F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88986DB0-7266-6758-D72B-FC7652B7756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E37853E-EDB7-4B65-8D6C-9B9939877328}"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81923" name="Rectangle 2">
            <a:extLst>
              <a:ext uri="{FF2B5EF4-FFF2-40B4-BE49-F238E27FC236}">
                <a16:creationId xmlns:a16="http://schemas.microsoft.com/office/drawing/2014/main" id="{5EADE6BF-B141-4CF8-2D78-0BD3DA96007C}"/>
              </a:ext>
            </a:extLst>
          </p:cNvPr>
          <p:cNvSpPr>
            <a:spLocks noChangeArrowheads="1" noTextEdit="1"/>
          </p:cNvSpPr>
          <p:nvPr>
            <p:ph type="sldImg"/>
          </p:nvPr>
        </p:nvSpPr>
        <p:spPr>
          <a:ln/>
        </p:spPr>
      </p:sp>
      <p:sp>
        <p:nvSpPr>
          <p:cNvPr id="81924" name="Rectangle 3">
            <a:extLst>
              <a:ext uri="{FF2B5EF4-FFF2-40B4-BE49-F238E27FC236}">
                <a16:creationId xmlns:a16="http://schemas.microsoft.com/office/drawing/2014/main" id="{C5999E8A-8EAE-6A99-ED88-B9E90172C1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69413542-39B0-AA95-03CF-6F6CA3F7D4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A5B56E5-2DCD-4F48-87EC-65708CC2F664}" type="slidenum">
              <a:rPr lang="en-US" altLang="en-US">
                <a:latin typeface="Times New Roman" panose="02020603050405020304" pitchFamily="18" charset="0"/>
              </a:rPr>
              <a:pPr/>
              <a:t>29</a:t>
            </a:fld>
            <a:endParaRPr lang="en-US" altLang="en-US">
              <a:latin typeface="Times New Roman" panose="02020603050405020304" pitchFamily="18" charset="0"/>
            </a:endParaRPr>
          </a:p>
        </p:txBody>
      </p:sp>
      <p:sp>
        <p:nvSpPr>
          <p:cNvPr id="82947" name="Rectangle 2">
            <a:extLst>
              <a:ext uri="{FF2B5EF4-FFF2-40B4-BE49-F238E27FC236}">
                <a16:creationId xmlns:a16="http://schemas.microsoft.com/office/drawing/2014/main" id="{FA9B6E4A-90F5-CDFA-7E8C-288B58057CCF}"/>
              </a:ext>
            </a:extLst>
          </p:cNvPr>
          <p:cNvSpPr>
            <a:spLocks noChangeArrowheads="1" noTextEdit="1"/>
          </p:cNvSpPr>
          <p:nvPr>
            <p:ph type="sldImg"/>
          </p:nvPr>
        </p:nvSpPr>
        <p:spPr>
          <a:ln/>
        </p:spPr>
      </p:sp>
      <p:sp>
        <p:nvSpPr>
          <p:cNvPr id="82948" name="Rectangle 3">
            <a:extLst>
              <a:ext uri="{FF2B5EF4-FFF2-40B4-BE49-F238E27FC236}">
                <a16:creationId xmlns:a16="http://schemas.microsoft.com/office/drawing/2014/main" id="{77BF206F-774A-5A93-F77D-5D0705E204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A96D80FF-EDC6-B21E-61CA-4E2006C772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9C19043-E845-4A44-9BCD-328DFEA7B0CC}" type="slidenum">
              <a:rPr lang="en-US" altLang="en-US">
                <a:latin typeface="Times New Roman" panose="02020603050405020304" pitchFamily="18" charset="0"/>
              </a:rPr>
              <a:pPr/>
              <a:t>30</a:t>
            </a:fld>
            <a:endParaRPr lang="en-US" altLang="en-US">
              <a:latin typeface="Times New Roman" panose="02020603050405020304" pitchFamily="18" charset="0"/>
            </a:endParaRPr>
          </a:p>
        </p:txBody>
      </p:sp>
      <p:sp>
        <p:nvSpPr>
          <p:cNvPr id="83971" name="Rectangle 2">
            <a:extLst>
              <a:ext uri="{FF2B5EF4-FFF2-40B4-BE49-F238E27FC236}">
                <a16:creationId xmlns:a16="http://schemas.microsoft.com/office/drawing/2014/main" id="{1343D124-C0E2-8112-DDFA-B9DDBD374059}"/>
              </a:ext>
            </a:extLst>
          </p:cNvPr>
          <p:cNvSpPr>
            <a:spLocks noChangeArrowheads="1" noTextEdit="1"/>
          </p:cNvSpPr>
          <p:nvPr>
            <p:ph type="sldImg"/>
          </p:nvPr>
        </p:nvSpPr>
        <p:spPr>
          <a:ln/>
        </p:spPr>
      </p:sp>
      <p:sp>
        <p:nvSpPr>
          <p:cNvPr id="83972" name="Rectangle 3">
            <a:extLst>
              <a:ext uri="{FF2B5EF4-FFF2-40B4-BE49-F238E27FC236}">
                <a16:creationId xmlns:a16="http://schemas.microsoft.com/office/drawing/2014/main" id="{CA2A31DD-A05E-B307-FBA9-B21F9AD4EEC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868FC15D-D25A-EDE3-4468-F294F7533B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2B0B439-F5E3-421F-ADB0-9A3B78552321}" type="slidenum">
              <a:rPr lang="en-US" altLang="en-US">
                <a:latin typeface="Times New Roman" panose="02020603050405020304" pitchFamily="18" charset="0"/>
              </a:rPr>
              <a:pPr/>
              <a:t>31</a:t>
            </a:fld>
            <a:endParaRPr lang="en-US" altLang="en-US">
              <a:latin typeface="Times New Roman" panose="02020603050405020304" pitchFamily="18" charset="0"/>
            </a:endParaRPr>
          </a:p>
        </p:txBody>
      </p:sp>
      <p:sp>
        <p:nvSpPr>
          <p:cNvPr id="84995" name="Rectangle 2">
            <a:extLst>
              <a:ext uri="{FF2B5EF4-FFF2-40B4-BE49-F238E27FC236}">
                <a16:creationId xmlns:a16="http://schemas.microsoft.com/office/drawing/2014/main" id="{EB6A0D18-47F9-1B9F-FCB8-199A736C08E7}"/>
              </a:ext>
            </a:extLst>
          </p:cNvPr>
          <p:cNvSpPr>
            <a:spLocks noChangeArrowheads="1" noTextEdit="1"/>
          </p:cNvSpPr>
          <p:nvPr>
            <p:ph type="sldImg"/>
          </p:nvPr>
        </p:nvSpPr>
        <p:spPr>
          <a:ln/>
        </p:spPr>
      </p:sp>
      <p:sp>
        <p:nvSpPr>
          <p:cNvPr id="84996" name="Rectangle 3">
            <a:extLst>
              <a:ext uri="{FF2B5EF4-FFF2-40B4-BE49-F238E27FC236}">
                <a16:creationId xmlns:a16="http://schemas.microsoft.com/office/drawing/2014/main" id="{CD47E5C3-5590-07F6-FCFF-78BFD48B23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BB249FEB-4973-7915-85D2-503FB43A91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9F31179-C95D-44BC-B4BF-FB4533B5D408}" type="slidenum">
              <a:rPr lang="en-US" altLang="en-US">
                <a:latin typeface="Times New Roman" panose="02020603050405020304" pitchFamily="18" charset="0"/>
              </a:rPr>
              <a:pPr/>
              <a:t>32</a:t>
            </a:fld>
            <a:endParaRPr lang="en-US" altLang="en-US">
              <a:latin typeface="Times New Roman" panose="02020603050405020304" pitchFamily="18" charset="0"/>
            </a:endParaRPr>
          </a:p>
        </p:txBody>
      </p:sp>
      <p:sp>
        <p:nvSpPr>
          <p:cNvPr id="86019" name="Rectangle 2">
            <a:extLst>
              <a:ext uri="{FF2B5EF4-FFF2-40B4-BE49-F238E27FC236}">
                <a16:creationId xmlns:a16="http://schemas.microsoft.com/office/drawing/2014/main" id="{F7F460D8-1860-932A-C122-318B308C54F7}"/>
              </a:ext>
            </a:extLst>
          </p:cNvPr>
          <p:cNvSpPr>
            <a:spLocks noChangeArrowheads="1" noTextEdit="1"/>
          </p:cNvSpPr>
          <p:nvPr>
            <p:ph type="sldImg"/>
          </p:nvPr>
        </p:nvSpPr>
        <p:spPr>
          <a:ln/>
        </p:spPr>
      </p:sp>
      <p:sp>
        <p:nvSpPr>
          <p:cNvPr id="86020" name="Rectangle 3">
            <a:extLst>
              <a:ext uri="{FF2B5EF4-FFF2-40B4-BE49-F238E27FC236}">
                <a16:creationId xmlns:a16="http://schemas.microsoft.com/office/drawing/2014/main" id="{7A642E04-4A22-C2D3-7ADE-D0EB19E223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A5F44AC8-AC05-0AFF-52CD-0625B699F9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279EAA7-3138-442D-BFBF-A93632B85E90}" type="slidenum">
              <a:rPr lang="en-US" altLang="en-US">
                <a:latin typeface="Times New Roman" panose="02020603050405020304" pitchFamily="18" charset="0"/>
              </a:rPr>
              <a:pPr/>
              <a:t>33</a:t>
            </a:fld>
            <a:endParaRPr lang="en-US" altLang="en-US">
              <a:latin typeface="Times New Roman" panose="02020603050405020304" pitchFamily="18" charset="0"/>
            </a:endParaRPr>
          </a:p>
        </p:txBody>
      </p:sp>
      <p:sp>
        <p:nvSpPr>
          <p:cNvPr id="87043" name="Rectangle 2">
            <a:extLst>
              <a:ext uri="{FF2B5EF4-FFF2-40B4-BE49-F238E27FC236}">
                <a16:creationId xmlns:a16="http://schemas.microsoft.com/office/drawing/2014/main" id="{FA9233F3-FFBE-8921-EEF1-1E09803B3094}"/>
              </a:ext>
            </a:extLst>
          </p:cNvPr>
          <p:cNvSpPr>
            <a:spLocks noChangeArrowheads="1" noTextEdit="1"/>
          </p:cNvSpPr>
          <p:nvPr>
            <p:ph type="sldImg"/>
          </p:nvPr>
        </p:nvSpPr>
        <p:spPr>
          <a:ln/>
        </p:spPr>
      </p:sp>
      <p:sp>
        <p:nvSpPr>
          <p:cNvPr id="87044" name="Rectangle 3">
            <a:extLst>
              <a:ext uri="{FF2B5EF4-FFF2-40B4-BE49-F238E27FC236}">
                <a16:creationId xmlns:a16="http://schemas.microsoft.com/office/drawing/2014/main" id="{186873A1-3046-BB9E-51C8-C8B20C91B0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ACF42339-E07C-CD34-4B72-40670AD3ED5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33296FB-0AA7-4D8F-895D-1157F09EB382}"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88067" name="Rectangle 2">
            <a:extLst>
              <a:ext uri="{FF2B5EF4-FFF2-40B4-BE49-F238E27FC236}">
                <a16:creationId xmlns:a16="http://schemas.microsoft.com/office/drawing/2014/main" id="{11425EBA-E85F-9E01-BDF8-B26A916EFD31}"/>
              </a:ext>
            </a:extLst>
          </p:cNvPr>
          <p:cNvSpPr>
            <a:spLocks noChangeArrowheads="1" noTextEdit="1"/>
          </p:cNvSpPr>
          <p:nvPr>
            <p:ph type="sldImg"/>
          </p:nvPr>
        </p:nvSpPr>
        <p:spPr>
          <a:ln/>
        </p:spPr>
      </p:sp>
      <p:sp>
        <p:nvSpPr>
          <p:cNvPr id="88068" name="Rectangle 3">
            <a:extLst>
              <a:ext uri="{FF2B5EF4-FFF2-40B4-BE49-F238E27FC236}">
                <a16:creationId xmlns:a16="http://schemas.microsoft.com/office/drawing/2014/main" id="{77872B65-7BDE-D145-4B0B-8EF4951908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134D0571-666D-FAEB-A1BE-9313589CFA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84F6008-897F-4630-BDDC-36405596125C}"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89091" name="Rectangle 2">
            <a:extLst>
              <a:ext uri="{FF2B5EF4-FFF2-40B4-BE49-F238E27FC236}">
                <a16:creationId xmlns:a16="http://schemas.microsoft.com/office/drawing/2014/main" id="{4E224FF4-2984-3D42-A147-F2F76C6F5DF3}"/>
              </a:ext>
            </a:extLst>
          </p:cNvPr>
          <p:cNvSpPr>
            <a:spLocks noChangeArrowheads="1" noTextEdit="1"/>
          </p:cNvSpPr>
          <p:nvPr>
            <p:ph type="sldImg"/>
          </p:nvPr>
        </p:nvSpPr>
        <p:spPr>
          <a:ln/>
        </p:spPr>
      </p:sp>
      <p:sp>
        <p:nvSpPr>
          <p:cNvPr id="89092" name="Rectangle 3">
            <a:extLst>
              <a:ext uri="{FF2B5EF4-FFF2-40B4-BE49-F238E27FC236}">
                <a16:creationId xmlns:a16="http://schemas.microsoft.com/office/drawing/2014/main" id="{E9F6ED31-838A-82EA-9F70-F382D1339D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A5FE8FE7-4388-A68A-DA86-082F8C058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895CD8A-2CAF-4455-9249-E775D022C927}" type="slidenum">
              <a:rPr lang="en-US" altLang="en-US">
                <a:latin typeface="Times New Roman" panose="02020603050405020304" pitchFamily="18" charset="0"/>
              </a:rPr>
              <a:pPr/>
              <a:t>37</a:t>
            </a:fld>
            <a:endParaRPr lang="en-US" altLang="en-US">
              <a:latin typeface="Times New Roman" panose="02020603050405020304" pitchFamily="18" charset="0"/>
            </a:endParaRPr>
          </a:p>
        </p:txBody>
      </p:sp>
      <p:sp>
        <p:nvSpPr>
          <p:cNvPr id="90115" name="Rectangle 2">
            <a:extLst>
              <a:ext uri="{FF2B5EF4-FFF2-40B4-BE49-F238E27FC236}">
                <a16:creationId xmlns:a16="http://schemas.microsoft.com/office/drawing/2014/main" id="{0C05360A-CA33-A8C3-25C7-81CBD424A4E8}"/>
              </a:ext>
            </a:extLst>
          </p:cNvPr>
          <p:cNvSpPr>
            <a:spLocks noChangeArrowheads="1" noTextEdit="1"/>
          </p:cNvSpPr>
          <p:nvPr>
            <p:ph type="sldImg"/>
          </p:nvPr>
        </p:nvSpPr>
        <p:spPr>
          <a:ln/>
        </p:spPr>
      </p:sp>
      <p:sp>
        <p:nvSpPr>
          <p:cNvPr id="90116" name="Rectangle 3">
            <a:extLst>
              <a:ext uri="{FF2B5EF4-FFF2-40B4-BE49-F238E27FC236}">
                <a16:creationId xmlns:a16="http://schemas.microsoft.com/office/drawing/2014/main" id="{08CE6068-F9F6-4CBB-9443-78F6D2689AE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936BE304-4269-AE05-018B-132A3787E2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AC253ABA-07FB-48E0-A0BF-55AB854672A6}" type="slidenum">
              <a:rPr lang="en-US" altLang="en-US">
                <a:latin typeface="Times New Roman" panose="02020603050405020304" pitchFamily="18" charset="0"/>
              </a:rPr>
              <a:pPr/>
              <a:t>38</a:t>
            </a:fld>
            <a:endParaRPr lang="en-US" altLang="en-US">
              <a:latin typeface="Times New Roman" panose="02020603050405020304" pitchFamily="18" charset="0"/>
            </a:endParaRPr>
          </a:p>
        </p:txBody>
      </p:sp>
      <p:sp>
        <p:nvSpPr>
          <p:cNvPr id="91139" name="Rectangle 2">
            <a:extLst>
              <a:ext uri="{FF2B5EF4-FFF2-40B4-BE49-F238E27FC236}">
                <a16:creationId xmlns:a16="http://schemas.microsoft.com/office/drawing/2014/main" id="{9243A7DE-5511-D05E-81DA-08C035C0AF53}"/>
              </a:ext>
            </a:extLst>
          </p:cNvPr>
          <p:cNvSpPr>
            <a:spLocks noChangeArrowheads="1" noTextEdit="1"/>
          </p:cNvSpPr>
          <p:nvPr>
            <p:ph type="sldImg"/>
          </p:nvPr>
        </p:nvSpPr>
        <p:spPr>
          <a:ln/>
        </p:spPr>
      </p:sp>
      <p:sp>
        <p:nvSpPr>
          <p:cNvPr id="91140" name="Rectangle 3">
            <a:extLst>
              <a:ext uri="{FF2B5EF4-FFF2-40B4-BE49-F238E27FC236}">
                <a16:creationId xmlns:a16="http://schemas.microsoft.com/office/drawing/2014/main" id="{56428997-BBE0-8F93-D57F-D4FB50203B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3AA6F6FD-A927-7FD1-3FB3-1DA5FA143E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770F0E5-3D68-4EE3-A581-B01B256AE136}" type="slidenum">
              <a:rPr lang="en-US" altLang="en-US">
                <a:latin typeface="Times New Roman" panose="02020603050405020304" pitchFamily="18" charset="0"/>
              </a:rPr>
              <a:pPr/>
              <a:t>39</a:t>
            </a:fld>
            <a:endParaRPr lang="en-US" altLang="en-US">
              <a:latin typeface="Times New Roman" panose="02020603050405020304" pitchFamily="18" charset="0"/>
            </a:endParaRPr>
          </a:p>
        </p:txBody>
      </p:sp>
      <p:sp>
        <p:nvSpPr>
          <p:cNvPr id="92163" name="Rectangle 2">
            <a:extLst>
              <a:ext uri="{FF2B5EF4-FFF2-40B4-BE49-F238E27FC236}">
                <a16:creationId xmlns:a16="http://schemas.microsoft.com/office/drawing/2014/main" id="{7F91C23F-CA18-EE67-E1D0-0B863417EA60}"/>
              </a:ext>
            </a:extLst>
          </p:cNvPr>
          <p:cNvSpPr>
            <a:spLocks noChangeArrowheads="1" noTextEdit="1"/>
          </p:cNvSpPr>
          <p:nvPr>
            <p:ph type="sldImg"/>
          </p:nvPr>
        </p:nvSpPr>
        <p:spPr>
          <a:ln/>
        </p:spPr>
      </p:sp>
      <p:sp>
        <p:nvSpPr>
          <p:cNvPr id="92164" name="Rectangle 3">
            <a:extLst>
              <a:ext uri="{FF2B5EF4-FFF2-40B4-BE49-F238E27FC236}">
                <a16:creationId xmlns:a16="http://schemas.microsoft.com/office/drawing/2014/main" id="{3DF60B08-9468-B75A-EA87-6EE2D582A7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2550D31F-5374-5037-8B64-2A7C1F8F8E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53A8FCD-BB99-49C5-B460-DE000F5F8640}" type="slidenum">
              <a:rPr lang="en-US" altLang="en-US">
                <a:latin typeface="Times New Roman" panose="02020603050405020304" pitchFamily="18" charset="0"/>
              </a:rPr>
              <a:pPr/>
              <a:t>40</a:t>
            </a:fld>
            <a:endParaRPr lang="en-US" altLang="en-US">
              <a:latin typeface="Times New Roman" panose="02020603050405020304" pitchFamily="18" charset="0"/>
            </a:endParaRPr>
          </a:p>
        </p:txBody>
      </p:sp>
      <p:sp>
        <p:nvSpPr>
          <p:cNvPr id="93187" name="Rectangle 2">
            <a:extLst>
              <a:ext uri="{FF2B5EF4-FFF2-40B4-BE49-F238E27FC236}">
                <a16:creationId xmlns:a16="http://schemas.microsoft.com/office/drawing/2014/main" id="{D6F518DB-1CE7-3A9F-5D21-8932DEE8B9F4}"/>
              </a:ext>
            </a:extLst>
          </p:cNvPr>
          <p:cNvSpPr>
            <a:spLocks noChangeArrowheads="1" noTextEdit="1"/>
          </p:cNvSpPr>
          <p:nvPr>
            <p:ph type="sldImg"/>
          </p:nvPr>
        </p:nvSpPr>
        <p:spPr>
          <a:ln/>
        </p:spPr>
      </p:sp>
      <p:sp>
        <p:nvSpPr>
          <p:cNvPr id="93188" name="Rectangle 3">
            <a:extLst>
              <a:ext uri="{FF2B5EF4-FFF2-40B4-BE49-F238E27FC236}">
                <a16:creationId xmlns:a16="http://schemas.microsoft.com/office/drawing/2014/main" id="{BA59CFFB-4465-D57F-71F3-05C352983AA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3B87C1FA-399E-6DC3-66A8-B3E9226A7CA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E4EA91B0-4BB9-4C6D-B301-4684859909B3}" type="slidenum">
              <a:rPr lang="en-US" altLang="en-US">
                <a:latin typeface="Times New Roman" panose="02020603050405020304" pitchFamily="18" charset="0"/>
              </a:rPr>
              <a:pPr/>
              <a:t>41</a:t>
            </a:fld>
            <a:endParaRPr lang="en-US" altLang="en-US">
              <a:latin typeface="Times New Roman" panose="02020603050405020304" pitchFamily="18" charset="0"/>
            </a:endParaRPr>
          </a:p>
        </p:txBody>
      </p:sp>
      <p:sp>
        <p:nvSpPr>
          <p:cNvPr id="94211" name="Rectangle 2">
            <a:extLst>
              <a:ext uri="{FF2B5EF4-FFF2-40B4-BE49-F238E27FC236}">
                <a16:creationId xmlns:a16="http://schemas.microsoft.com/office/drawing/2014/main" id="{A2C59FAB-4848-3D85-A5C0-A8D0D8C567BD}"/>
              </a:ext>
            </a:extLst>
          </p:cNvPr>
          <p:cNvSpPr>
            <a:spLocks noChangeArrowheads="1" noTextEdit="1"/>
          </p:cNvSpPr>
          <p:nvPr>
            <p:ph type="sldImg"/>
          </p:nvPr>
        </p:nvSpPr>
        <p:spPr>
          <a:ln/>
        </p:spPr>
      </p:sp>
      <p:sp>
        <p:nvSpPr>
          <p:cNvPr id="94212" name="Rectangle 3">
            <a:extLst>
              <a:ext uri="{FF2B5EF4-FFF2-40B4-BE49-F238E27FC236}">
                <a16:creationId xmlns:a16="http://schemas.microsoft.com/office/drawing/2014/main" id="{4856DFFA-CD20-E935-8BFC-0B00B59F51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6C7A326B-5AAF-7849-F087-280E0AB498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2127966F-D386-42A1-AA12-58022F8E7ED2}" type="slidenum">
              <a:rPr lang="en-US" altLang="en-US">
                <a:latin typeface="Times New Roman" panose="02020603050405020304" pitchFamily="18" charset="0"/>
              </a:rPr>
              <a:pPr/>
              <a:t>42</a:t>
            </a:fld>
            <a:endParaRPr lang="en-US" altLang="en-US">
              <a:latin typeface="Times New Roman" panose="02020603050405020304" pitchFamily="18" charset="0"/>
            </a:endParaRPr>
          </a:p>
        </p:txBody>
      </p:sp>
      <p:sp>
        <p:nvSpPr>
          <p:cNvPr id="95235" name="Rectangle 2">
            <a:extLst>
              <a:ext uri="{FF2B5EF4-FFF2-40B4-BE49-F238E27FC236}">
                <a16:creationId xmlns:a16="http://schemas.microsoft.com/office/drawing/2014/main" id="{D627BAAE-142B-74AC-1505-940287066325}"/>
              </a:ext>
            </a:extLst>
          </p:cNvPr>
          <p:cNvSpPr>
            <a:spLocks noChangeArrowheads="1" noTextEdit="1"/>
          </p:cNvSpPr>
          <p:nvPr>
            <p:ph type="sldImg"/>
          </p:nvPr>
        </p:nvSpPr>
        <p:spPr>
          <a:ln/>
        </p:spPr>
      </p:sp>
      <p:sp>
        <p:nvSpPr>
          <p:cNvPr id="95236" name="Rectangle 3">
            <a:extLst>
              <a:ext uri="{FF2B5EF4-FFF2-40B4-BE49-F238E27FC236}">
                <a16:creationId xmlns:a16="http://schemas.microsoft.com/office/drawing/2014/main" id="{8BB09463-59E6-A379-4D7E-8F7CB0EAAB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1A29192D-D0BA-9E3D-F4CB-3F91E5EADDF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4C10374F-6D81-47BA-A58C-AA197EC2E348}" type="slidenum">
              <a:rPr lang="en-US" altLang="en-US">
                <a:latin typeface="Times New Roman" panose="02020603050405020304" pitchFamily="18" charset="0"/>
              </a:rPr>
              <a:pPr/>
              <a:t>43</a:t>
            </a:fld>
            <a:endParaRPr lang="en-US" altLang="en-US">
              <a:latin typeface="Times New Roman" panose="02020603050405020304" pitchFamily="18" charset="0"/>
            </a:endParaRPr>
          </a:p>
        </p:txBody>
      </p:sp>
      <p:sp>
        <p:nvSpPr>
          <p:cNvPr id="96259" name="Rectangle 2">
            <a:extLst>
              <a:ext uri="{FF2B5EF4-FFF2-40B4-BE49-F238E27FC236}">
                <a16:creationId xmlns:a16="http://schemas.microsoft.com/office/drawing/2014/main" id="{9A7F6785-936B-2FF3-7491-6BDB9B6B167F}"/>
              </a:ext>
            </a:extLst>
          </p:cNvPr>
          <p:cNvSpPr>
            <a:spLocks noChangeArrowheads="1" noTextEdit="1"/>
          </p:cNvSpPr>
          <p:nvPr>
            <p:ph type="sldImg"/>
          </p:nvPr>
        </p:nvSpPr>
        <p:spPr>
          <a:ln/>
        </p:spPr>
      </p:sp>
      <p:sp>
        <p:nvSpPr>
          <p:cNvPr id="96260" name="Rectangle 3">
            <a:extLst>
              <a:ext uri="{FF2B5EF4-FFF2-40B4-BE49-F238E27FC236}">
                <a16:creationId xmlns:a16="http://schemas.microsoft.com/office/drawing/2014/main" id="{215469BC-B751-80FC-0F97-BA400CD372F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6BEED77D-A755-E965-D383-787D3EF44C5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A13455FD-CB01-4FEE-98F4-719ADBE3FD70}" type="slidenum">
              <a:rPr lang="en-US" altLang="en-US">
                <a:latin typeface="Times New Roman" panose="02020603050405020304" pitchFamily="18" charset="0"/>
              </a:rPr>
              <a:pPr/>
              <a:t>44</a:t>
            </a:fld>
            <a:endParaRPr lang="en-US" altLang="en-US">
              <a:latin typeface="Times New Roman" panose="02020603050405020304" pitchFamily="18" charset="0"/>
            </a:endParaRPr>
          </a:p>
        </p:txBody>
      </p:sp>
      <p:sp>
        <p:nvSpPr>
          <p:cNvPr id="97283" name="Rectangle 2">
            <a:extLst>
              <a:ext uri="{FF2B5EF4-FFF2-40B4-BE49-F238E27FC236}">
                <a16:creationId xmlns:a16="http://schemas.microsoft.com/office/drawing/2014/main" id="{C66DD2ED-5BAC-7464-A8FF-D8C99A3D996C}"/>
              </a:ext>
            </a:extLst>
          </p:cNvPr>
          <p:cNvSpPr>
            <a:spLocks noChangeArrowheads="1" noTextEdit="1"/>
          </p:cNvSpPr>
          <p:nvPr>
            <p:ph type="sldImg"/>
          </p:nvPr>
        </p:nvSpPr>
        <p:spPr>
          <a:ln/>
        </p:spPr>
      </p:sp>
      <p:sp>
        <p:nvSpPr>
          <p:cNvPr id="97284" name="Rectangle 3">
            <a:extLst>
              <a:ext uri="{FF2B5EF4-FFF2-40B4-BE49-F238E27FC236}">
                <a16:creationId xmlns:a16="http://schemas.microsoft.com/office/drawing/2014/main" id="{A002324F-8581-C260-98AE-8C83BF3CF1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4D26C2A-67B3-74B8-78D6-39B5017452F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72D6B1CF-DD7F-4AF9-ADCD-9C6907BAE527}" type="slidenum">
              <a:rPr lang="en-US" altLang="en-US">
                <a:latin typeface="Times New Roman" panose="02020603050405020304" pitchFamily="18" charset="0"/>
              </a:rPr>
              <a:pPr/>
              <a:t>45</a:t>
            </a:fld>
            <a:endParaRPr lang="en-US" altLang="en-US">
              <a:latin typeface="Times New Roman" panose="02020603050405020304" pitchFamily="18" charset="0"/>
            </a:endParaRPr>
          </a:p>
        </p:txBody>
      </p:sp>
      <p:sp>
        <p:nvSpPr>
          <p:cNvPr id="98307" name="Rectangle 2">
            <a:extLst>
              <a:ext uri="{FF2B5EF4-FFF2-40B4-BE49-F238E27FC236}">
                <a16:creationId xmlns:a16="http://schemas.microsoft.com/office/drawing/2014/main" id="{ED2BEA23-CC1C-84B1-4A77-7DC2508D70F0}"/>
              </a:ext>
            </a:extLst>
          </p:cNvPr>
          <p:cNvSpPr>
            <a:spLocks noChangeArrowheads="1" noTextEdit="1"/>
          </p:cNvSpPr>
          <p:nvPr>
            <p:ph type="sldImg"/>
          </p:nvPr>
        </p:nvSpPr>
        <p:spPr>
          <a:ln/>
        </p:spPr>
      </p:sp>
      <p:sp>
        <p:nvSpPr>
          <p:cNvPr id="98308" name="Rectangle 3">
            <a:extLst>
              <a:ext uri="{FF2B5EF4-FFF2-40B4-BE49-F238E27FC236}">
                <a16:creationId xmlns:a16="http://schemas.microsoft.com/office/drawing/2014/main" id="{B5764ABA-ABE0-74AA-AFC4-7B6A51B21B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43EA824F-63B1-0175-D5AB-610A86B7FD4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3036DA92-429A-48A0-886E-C3FC253BAD69}"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99331" name="Rectangle 2">
            <a:extLst>
              <a:ext uri="{FF2B5EF4-FFF2-40B4-BE49-F238E27FC236}">
                <a16:creationId xmlns:a16="http://schemas.microsoft.com/office/drawing/2014/main" id="{A2261107-5B23-F914-409A-96581FF87198}"/>
              </a:ext>
            </a:extLst>
          </p:cNvPr>
          <p:cNvSpPr>
            <a:spLocks noChangeArrowheads="1" noTextEdit="1"/>
          </p:cNvSpPr>
          <p:nvPr>
            <p:ph type="sldImg"/>
          </p:nvPr>
        </p:nvSpPr>
        <p:spPr>
          <a:ln/>
        </p:spPr>
      </p:sp>
      <p:sp>
        <p:nvSpPr>
          <p:cNvPr id="99332" name="Rectangle 3">
            <a:extLst>
              <a:ext uri="{FF2B5EF4-FFF2-40B4-BE49-F238E27FC236}">
                <a16:creationId xmlns:a16="http://schemas.microsoft.com/office/drawing/2014/main" id="{39408D32-C228-DD09-E88F-63DCBF59C2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564C1EDE-C852-9B73-4537-6D71FC4F76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8AFE82CB-E40A-413E-A9D6-ADAA49A1D1F2}" type="slidenum">
              <a:rPr lang="en-US" altLang="en-US">
                <a:latin typeface="Times New Roman" panose="02020603050405020304" pitchFamily="18" charset="0"/>
              </a:rPr>
              <a:pPr/>
              <a:t>47</a:t>
            </a:fld>
            <a:endParaRPr lang="en-US" altLang="en-US">
              <a:latin typeface="Times New Roman" panose="02020603050405020304" pitchFamily="18" charset="0"/>
            </a:endParaRPr>
          </a:p>
        </p:txBody>
      </p:sp>
      <p:sp>
        <p:nvSpPr>
          <p:cNvPr id="100355" name="Rectangle 2">
            <a:extLst>
              <a:ext uri="{FF2B5EF4-FFF2-40B4-BE49-F238E27FC236}">
                <a16:creationId xmlns:a16="http://schemas.microsoft.com/office/drawing/2014/main" id="{7B91C729-7FFC-F6B5-809E-ADC3757645CA}"/>
              </a:ext>
            </a:extLst>
          </p:cNvPr>
          <p:cNvSpPr>
            <a:spLocks noChangeArrowheads="1" noTextEdit="1"/>
          </p:cNvSpPr>
          <p:nvPr>
            <p:ph type="sldImg"/>
          </p:nvPr>
        </p:nvSpPr>
        <p:spPr>
          <a:ln/>
        </p:spPr>
      </p:sp>
      <p:sp>
        <p:nvSpPr>
          <p:cNvPr id="100356" name="Rectangle 3">
            <a:extLst>
              <a:ext uri="{FF2B5EF4-FFF2-40B4-BE49-F238E27FC236}">
                <a16:creationId xmlns:a16="http://schemas.microsoft.com/office/drawing/2014/main" id="{FF0F5ECA-79B4-7283-5050-BCCDF27B35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36649B0A-301A-2DD9-EADD-0E9D86CE92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a:solidFill>
                  <a:schemeClr val="tx1"/>
                </a:solidFill>
                <a:latin typeface="Verdana" panose="020B0604030504040204" pitchFamily="34" charset="0"/>
                <a:ea typeface="ＭＳ Ｐゴシック" panose="020B0600070205080204" pitchFamily="34" charset="-128"/>
              </a:defRPr>
            </a:lvl1pPr>
            <a:lvl2pPr marL="742950" indent="-285750" defTabSz="931863">
              <a:defRPr>
                <a:solidFill>
                  <a:schemeClr val="tx1"/>
                </a:solidFill>
                <a:latin typeface="Verdana" panose="020B0604030504040204" pitchFamily="34" charset="0"/>
                <a:ea typeface="ＭＳ Ｐゴシック" panose="020B0600070205080204" pitchFamily="34" charset="-128"/>
              </a:defRPr>
            </a:lvl2pPr>
            <a:lvl3pPr marL="1143000" indent="-228600" defTabSz="931863">
              <a:defRPr>
                <a:solidFill>
                  <a:schemeClr val="tx1"/>
                </a:solidFill>
                <a:latin typeface="Verdana" panose="020B0604030504040204" pitchFamily="34" charset="0"/>
                <a:ea typeface="ＭＳ Ｐゴシック" panose="020B0600070205080204" pitchFamily="34" charset="-128"/>
              </a:defRPr>
            </a:lvl3pPr>
            <a:lvl4pPr marL="1600200" indent="-228600" defTabSz="931863">
              <a:defRPr>
                <a:solidFill>
                  <a:schemeClr val="tx1"/>
                </a:solidFill>
                <a:latin typeface="Verdana" panose="020B0604030504040204" pitchFamily="34" charset="0"/>
                <a:ea typeface="ＭＳ Ｐゴシック" panose="020B0600070205080204" pitchFamily="34" charset="-128"/>
              </a:defRPr>
            </a:lvl4pPr>
            <a:lvl5pPr marL="2057400" indent="-228600" defTabSz="931863">
              <a:defRPr>
                <a:solidFill>
                  <a:schemeClr val="tx1"/>
                </a:solidFill>
                <a:latin typeface="Verdana" panose="020B0604030504040204" pitchFamily="34" charset="0"/>
                <a:ea typeface="ＭＳ Ｐゴシック" panose="020B0600070205080204" pitchFamily="34" charset="-128"/>
              </a:defRPr>
            </a:lvl5pPr>
            <a:lvl6pPr marL="25146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defTabSz="93186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44415A0-2361-4A88-99FF-E6DBAD87674B}" type="slidenum">
              <a:rPr lang="en-US" altLang="en-US">
                <a:latin typeface="Times New Roman" panose="02020603050405020304" pitchFamily="18" charset="0"/>
              </a:rPr>
              <a:pPr/>
              <a:t>48</a:t>
            </a:fld>
            <a:endParaRPr lang="en-US" altLang="en-US">
              <a:latin typeface="Times New Roman" panose="02020603050405020304" pitchFamily="18" charset="0"/>
            </a:endParaRPr>
          </a:p>
        </p:txBody>
      </p:sp>
      <p:sp>
        <p:nvSpPr>
          <p:cNvPr id="101379" name="Rectangle 2">
            <a:extLst>
              <a:ext uri="{FF2B5EF4-FFF2-40B4-BE49-F238E27FC236}">
                <a16:creationId xmlns:a16="http://schemas.microsoft.com/office/drawing/2014/main" id="{EEF7140F-9036-CDB6-98C8-89C41687E526}"/>
              </a:ext>
            </a:extLst>
          </p:cNvPr>
          <p:cNvSpPr>
            <a:spLocks noChangeArrowheads="1" noTextEdit="1"/>
          </p:cNvSpPr>
          <p:nvPr>
            <p:ph type="sldImg"/>
          </p:nvPr>
        </p:nvSpPr>
        <p:spPr>
          <a:ln/>
        </p:spPr>
      </p:sp>
      <p:sp>
        <p:nvSpPr>
          <p:cNvPr id="101380" name="Rectangle 3">
            <a:extLst>
              <a:ext uri="{FF2B5EF4-FFF2-40B4-BE49-F238E27FC236}">
                <a16:creationId xmlns:a16="http://schemas.microsoft.com/office/drawing/2014/main" id="{C2AB6405-B543-5DDB-36F4-44048FCEE9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6EE81BC7-27D4-94A0-E9DE-5D7841A8A4DB}"/>
              </a:ext>
            </a:extLst>
          </p:cNvPr>
          <p:cNvSpPr>
            <a:spLocks noChangeArrowheads="1" noTextEdit="1"/>
          </p:cNvSpPr>
          <p:nvPr>
            <p:ph type="sldImg"/>
          </p:nvPr>
        </p:nvSpPr>
        <p:spPr>
          <a:xfrm>
            <a:off x="1182688" y="698500"/>
            <a:ext cx="4648200" cy="3486150"/>
          </a:xfrm>
          <a:ln/>
        </p:spPr>
      </p:sp>
      <p:sp>
        <p:nvSpPr>
          <p:cNvPr id="102403" name="Rectangle 3">
            <a:extLst>
              <a:ext uri="{FF2B5EF4-FFF2-40B4-BE49-F238E27FC236}">
                <a16:creationId xmlns:a16="http://schemas.microsoft.com/office/drawing/2014/main" id="{94FB6FBC-2B96-E81F-5621-43AEE24269D8}"/>
              </a:ext>
            </a:extLst>
          </p:cNvPr>
          <p:cNvSpPr>
            <a:spLocks noGrp="1" noChangeArrowheads="1"/>
          </p:cNvSpPr>
          <p:nvPr>
            <p:ph type="body" idx="1"/>
          </p:nvPr>
        </p:nvSpPr>
        <p:spPr>
          <a:xfrm>
            <a:off x="935038" y="4416425"/>
            <a:ext cx="5140325" cy="4181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ext Box 9">
            <a:extLst>
              <a:ext uri="{FF2B5EF4-FFF2-40B4-BE49-F238E27FC236}">
                <a16:creationId xmlns:a16="http://schemas.microsoft.com/office/drawing/2014/main" id="{2672D51E-B6E8-7AD4-A827-92B8BB6E0698}"/>
              </a:ext>
            </a:extLst>
          </p:cNvPr>
          <p:cNvSpPr txBox="1">
            <a:spLocks noChangeArrowheads="1"/>
          </p:cNvSpPr>
          <p:nvPr/>
        </p:nvSpPr>
        <p:spPr bwMode="auto">
          <a:xfrm>
            <a:off x="4257675" y="6613525"/>
            <a:ext cx="444500" cy="244475"/>
          </a:xfrm>
          <a:prstGeom prst="rect">
            <a:avLst/>
          </a:prstGeom>
          <a:noFill/>
          <a:ln w="9525">
            <a:noFill/>
            <a:miter lim="800000"/>
            <a:headEnd/>
            <a:tailEnd/>
          </a:ln>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sz="1000" b="1">
                <a:solidFill>
                  <a:srgbClr val="EE3900"/>
                </a:solidFill>
                <a:latin typeface="Helvetica" panose="020B0604020202020204" pitchFamily="34" charset="0"/>
              </a:rPr>
              <a:t>7.</a:t>
            </a:r>
            <a:fld id="{7F886810-F8E1-4BE3-9821-13979F863BE3}" type="slidenum">
              <a:rPr lang="en-US" altLang="en-US" sz="1000" b="1">
                <a:solidFill>
                  <a:srgbClr val="EE3900"/>
                </a:solidFill>
                <a:latin typeface="Helvetica" panose="020B0604020202020204" pitchFamily="34" charset="0"/>
              </a:rPr>
              <a:pPr algn="ctr">
                <a:spcBef>
                  <a:spcPct val="50000"/>
                </a:spcBef>
              </a:pPr>
              <a:t>‹#›</a:t>
            </a:fld>
            <a:endParaRPr lang="en-US" altLang="en-US" sz="1000" b="1">
              <a:solidFill>
                <a:srgbClr val="EE3900"/>
              </a:solidFill>
              <a:latin typeface="Helvetica" panose="020B0604020202020204" pitchFamily="34" charset="0"/>
            </a:endParaRPr>
          </a:p>
        </p:txBody>
      </p:sp>
      <p:sp>
        <p:nvSpPr>
          <p:cNvPr id="3" name="Text Box 10">
            <a:extLst>
              <a:ext uri="{FF2B5EF4-FFF2-40B4-BE49-F238E27FC236}">
                <a16:creationId xmlns:a16="http://schemas.microsoft.com/office/drawing/2014/main" id="{CCD06F51-1A48-2580-4808-720CF83FAF87}"/>
              </a:ext>
            </a:extLst>
          </p:cNvPr>
          <p:cNvSpPr txBox="1">
            <a:spLocks noChangeArrowheads="1"/>
          </p:cNvSpPr>
          <p:nvPr/>
        </p:nvSpPr>
        <p:spPr bwMode="auto">
          <a:xfrm>
            <a:off x="6489700" y="6630988"/>
            <a:ext cx="2713038" cy="244475"/>
          </a:xfrm>
          <a:prstGeom prst="rect">
            <a:avLst/>
          </a:prstGeom>
          <a:noFill/>
          <a:ln w="9525">
            <a:noFill/>
            <a:miter lim="800000"/>
            <a:headEnd/>
            <a:tailEnd/>
          </a:ln>
        </p:spPr>
        <p:txBody>
          <a:bodyPr>
            <a:spAutoFit/>
          </a:bodyPr>
          <a:lstStyle/>
          <a:p>
            <a:pPr algn="ctr">
              <a:spcBef>
                <a:spcPct val="50000"/>
              </a:spcBef>
              <a:defRPr/>
            </a:pPr>
            <a:r>
              <a:rPr lang="en-US" sz="1000" b="1">
                <a:solidFill>
                  <a:srgbClr val="EE3900"/>
                </a:solidFill>
                <a:latin typeface="Helvetica" charset="0"/>
                <a:ea typeface="ＭＳ Ｐゴシック" charset="-128"/>
              </a:rPr>
              <a:t>Silberschatz, Galvin and Gagne ©2009</a:t>
            </a:r>
          </a:p>
        </p:txBody>
      </p:sp>
      <p:sp>
        <p:nvSpPr>
          <p:cNvPr id="4" name="Text Box 11">
            <a:extLst>
              <a:ext uri="{FF2B5EF4-FFF2-40B4-BE49-F238E27FC236}">
                <a16:creationId xmlns:a16="http://schemas.microsoft.com/office/drawing/2014/main" id="{21E15271-1175-49F9-E06E-2BCF623A9382}"/>
              </a:ext>
            </a:extLst>
          </p:cNvPr>
          <p:cNvSpPr txBox="1">
            <a:spLocks noChangeArrowheads="1"/>
          </p:cNvSpPr>
          <p:nvPr/>
        </p:nvSpPr>
        <p:spPr bwMode="auto">
          <a:xfrm>
            <a:off x="71438" y="6621463"/>
            <a:ext cx="3241675" cy="244475"/>
          </a:xfrm>
          <a:prstGeom prst="rect">
            <a:avLst/>
          </a:prstGeom>
          <a:noFill/>
          <a:ln w="9525">
            <a:noFill/>
            <a:miter lim="800000"/>
            <a:headEnd/>
            <a:tailEnd/>
          </a:ln>
        </p:spPr>
        <p:txBody>
          <a:bodyPr wrap="none">
            <a:spAutoFit/>
          </a:bodyPr>
          <a:lstStyle/>
          <a:p>
            <a:pPr>
              <a:spcBef>
                <a:spcPct val="50000"/>
              </a:spcBef>
              <a:defRPr/>
            </a:pPr>
            <a:r>
              <a:rPr lang="en-US" sz="1000" b="1">
                <a:solidFill>
                  <a:srgbClr val="EE3900"/>
                </a:solidFill>
                <a:latin typeface="Helvetica" charset="0"/>
                <a:ea typeface="ＭＳ Ｐゴシック" charset="-128"/>
              </a:rPr>
              <a:t>Operating System Concepts with Java – 8</a:t>
            </a:r>
            <a:r>
              <a:rPr lang="en-US" sz="1000" b="1" baseline="30000">
                <a:solidFill>
                  <a:srgbClr val="EE3900"/>
                </a:solidFill>
                <a:latin typeface="Helvetica" charset="0"/>
                <a:ea typeface="ＭＳ Ｐゴシック" charset="-128"/>
              </a:rPr>
              <a:t>th</a:t>
            </a:r>
            <a:r>
              <a:rPr lang="en-US" sz="1000" b="1">
                <a:solidFill>
                  <a:srgbClr val="EE3900"/>
                </a:solidFill>
                <a:latin typeface="Helvetica" charset="0"/>
                <a:ea typeface="ＭＳ Ｐゴシック" charset="-128"/>
              </a:rPr>
              <a:t> Edition</a:t>
            </a:r>
          </a:p>
        </p:txBody>
      </p:sp>
      <p:sp>
        <p:nvSpPr>
          <p:cNvPr id="5" name="Rectangle 7">
            <a:extLst>
              <a:ext uri="{FF2B5EF4-FFF2-40B4-BE49-F238E27FC236}">
                <a16:creationId xmlns:a16="http://schemas.microsoft.com/office/drawing/2014/main" id="{34094F15-B1CC-8E65-BD49-C72F72CEB738}"/>
              </a:ext>
            </a:extLst>
          </p:cNvPr>
          <p:cNvSpPr>
            <a:spLocks noChangeArrowheads="1"/>
          </p:cNvSpPr>
          <p:nvPr/>
        </p:nvSpPr>
        <p:spPr bwMode="auto">
          <a:xfrm>
            <a:off x="0" y="3048000"/>
            <a:ext cx="9144000" cy="228600"/>
          </a:xfrm>
          <a:prstGeom prst="rect">
            <a:avLst/>
          </a:prstGeom>
          <a:gradFill rotWithShape="1">
            <a:gsLst>
              <a:gs pos="0">
                <a:srgbClr val="FF8A65"/>
              </a:gs>
              <a:gs pos="100000">
                <a:srgbClr val="C02E00"/>
              </a:gs>
            </a:gsLst>
            <a:lin ang="5400000" scaled="1"/>
          </a:gradFill>
          <a:ln w="9525">
            <a:solidFill>
              <a:srgbClr val="D03200"/>
            </a:solidFill>
            <a:miter lim="800000"/>
            <a:headEnd/>
            <a:tailEnd/>
          </a:ln>
          <a:effectLst/>
        </p:spPr>
        <p:txBody>
          <a:bodyPr wrap="none" anchor="ctr"/>
          <a:lstStyle/>
          <a:p>
            <a:pPr>
              <a:defRPr/>
            </a:pPr>
            <a:endParaRPr lang="en-US">
              <a:latin typeface="Verdana" charset="0"/>
              <a:ea typeface="ＭＳ Ｐゴシック" charset="-128"/>
            </a:endParaRPr>
          </a:p>
        </p:txBody>
      </p:sp>
      <p:sp>
        <p:nvSpPr>
          <p:cNvPr id="6" name="Rectangle 8">
            <a:extLst>
              <a:ext uri="{FF2B5EF4-FFF2-40B4-BE49-F238E27FC236}">
                <a16:creationId xmlns:a16="http://schemas.microsoft.com/office/drawing/2014/main" id="{63CC9353-5A83-429B-2B1B-1262691EB837}"/>
              </a:ext>
            </a:extLst>
          </p:cNvPr>
          <p:cNvSpPr>
            <a:spLocks noChangeArrowheads="1"/>
          </p:cNvSpPr>
          <p:nvPr/>
        </p:nvSpPr>
        <p:spPr bwMode="auto">
          <a:xfrm>
            <a:off x="3048000" y="3048000"/>
            <a:ext cx="3200400" cy="228600"/>
          </a:xfrm>
          <a:prstGeom prst="rect">
            <a:avLst/>
          </a:prstGeom>
          <a:gradFill rotWithShape="1">
            <a:gsLst>
              <a:gs pos="0">
                <a:schemeClr val="accent1"/>
              </a:gs>
              <a:gs pos="100000">
                <a:srgbClr val="475E00"/>
              </a:gs>
            </a:gsLst>
            <a:lin ang="5400000" scaled="1"/>
          </a:gradFill>
          <a:ln w="9525">
            <a:solidFill>
              <a:srgbClr val="99CCFF"/>
            </a:solidFill>
            <a:miter lim="800000"/>
            <a:headEnd/>
            <a:tailEnd/>
          </a:ln>
          <a:effectLst/>
        </p:spPr>
        <p:txBody>
          <a:bodyPr wrap="none" anchor="ctr"/>
          <a:lstStyle/>
          <a:p>
            <a:pPr>
              <a:defRPr/>
            </a:pPr>
            <a:endParaRPr lang="en-US">
              <a:latin typeface="Verdana" charset="0"/>
              <a:ea typeface="ＭＳ Ｐゴシック" charset="-128"/>
            </a:endParaRPr>
          </a:p>
        </p:txBody>
      </p:sp>
      <p:sp>
        <p:nvSpPr>
          <p:cNvPr id="7" name="AutoShape 9">
            <a:extLst>
              <a:ext uri="{FF2B5EF4-FFF2-40B4-BE49-F238E27FC236}">
                <a16:creationId xmlns:a16="http://schemas.microsoft.com/office/drawing/2014/main" id="{B7E11DDC-5198-CB0B-0B3C-78DC4F0317D5}"/>
              </a:ext>
            </a:extLst>
          </p:cNvPr>
          <p:cNvSpPr>
            <a:spLocks noChangeArrowheads="1"/>
          </p:cNvSpPr>
          <p:nvPr/>
        </p:nvSpPr>
        <p:spPr bwMode="auto">
          <a:xfrm>
            <a:off x="3570288" y="4319588"/>
            <a:ext cx="2092325" cy="1403350"/>
          </a:xfrm>
          <a:prstGeom prst="bevel">
            <a:avLst>
              <a:gd name="adj" fmla="val 12500"/>
            </a:avLst>
          </a:prstGeom>
          <a:solidFill>
            <a:srgbClr val="D03200"/>
          </a:solidFill>
          <a:ln w="9525">
            <a:solidFill>
              <a:srgbClr val="D03200"/>
            </a:solidFill>
            <a:miter lim="800000"/>
            <a:headEnd/>
            <a:tailEnd/>
          </a:ln>
          <a:effectLst/>
        </p:spPr>
        <p:txBody>
          <a:bodyPr wrap="none" anchor="ctr"/>
          <a:lstStyle/>
          <a:p>
            <a:pPr algn="ctr" eaLnBrk="1" hangingPunct="1">
              <a:defRPr/>
            </a:pPr>
            <a:endParaRPr lang="en-US">
              <a:solidFill>
                <a:srgbClr val="FF8A65"/>
              </a:solidFill>
              <a:latin typeface="Arial" charset="0"/>
              <a:ea typeface="ＭＳ Ｐゴシック" charset="-128"/>
            </a:endParaRPr>
          </a:p>
        </p:txBody>
      </p:sp>
      <p:pic>
        <p:nvPicPr>
          <p:cNvPr id="8" name="Picture 10" descr="dino_2">
            <a:extLst>
              <a:ext uri="{FF2B5EF4-FFF2-40B4-BE49-F238E27FC236}">
                <a16:creationId xmlns:a16="http://schemas.microsoft.com/office/drawing/2014/main" id="{F5FEAF4F-4449-BF5D-4002-1136B162D9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6025" y="4498975"/>
            <a:ext cx="1706563"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4" name="Rectangle 3"/>
          <p:cNvSpPr>
            <a:spLocks noGrp="1" noChangeArrowheads="1"/>
          </p:cNvSpPr>
          <p:nvPr>
            <p:ph type="ctrTitle"/>
          </p:nvPr>
        </p:nvSpPr>
        <p:spPr>
          <a:xfrm>
            <a:off x="685800" y="2130425"/>
            <a:ext cx="7772400" cy="1470025"/>
          </a:xfrm>
        </p:spPr>
        <p:txBody>
          <a:bodyPr/>
          <a:lstStyle>
            <a:lvl1pPr>
              <a:defRPr sz="4000"/>
            </a:lvl1pPr>
          </a:lstStyle>
          <a:p>
            <a:r>
              <a:rPr lang="en-US"/>
              <a:t>Click to edit Master title style</a:t>
            </a:r>
          </a:p>
        </p:txBody>
      </p:sp>
      <p:sp>
        <p:nvSpPr>
          <p:cNvPr id="110595" name="Rectangle 4"/>
          <p:cNvSpPr>
            <a:spLocks noGrp="1" noChangeArrowheads="1"/>
          </p:cNvSpPr>
          <p:nvPr>
            <p:ph type="subTitle" idx="1"/>
          </p:nvPr>
        </p:nvSpPr>
        <p:spPr>
          <a:xfrm>
            <a:off x="1371600" y="3886200"/>
            <a:ext cx="6400800" cy="1752600"/>
          </a:xfrm>
        </p:spPr>
        <p:txBody>
          <a:bodyPr/>
          <a:lstStyle>
            <a:lvl1pPr marL="0" indent="0" algn="ctr">
              <a:buFont typeface="Wingdings" charset="2"/>
              <a:buNone/>
              <a:defRPr/>
            </a:lvl1pPr>
          </a:lstStyle>
          <a:p>
            <a:r>
              <a:rPr lang="en-US"/>
              <a:t>Click to edit Master subtitle style</a:t>
            </a:r>
          </a:p>
        </p:txBody>
      </p:sp>
    </p:spTree>
    <p:extLst>
      <p:ext uri="{BB962C8B-B14F-4D97-AF65-F5344CB8AC3E}">
        <p14:creationId xmlns:p14="http://schemas.microsoft.com/office/powerpoint/2010/main" val="34545321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6435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068514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33413" y="1190625"/>
            <a:ext cx="3789362"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5175" y="1190625"/>
            <a:ext cx="3789363"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0486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70730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03122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5168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246482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0132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40143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1613"/>
            <a:ext cx="2057400" cy="55197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1613"/>
            <a:ext cx="6019800" cy="55197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2850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3">
            <a:extLst>
              <a:ext uri="{FF2B5EF4-FFF2-40B4-BE49-F238E27FC236}">
                <a16:creationId xmlns:a16="http://schemas.microsoft.com/office/drawing/2014/main" id="{19826F0A-7E8D-0ED4-B9D5-C588B3D3B165}"/>
              </a:ext>
            </a:extLst>
          </p:cNvPr>
          <p:cNvSpPr>
            <a:spLocks noGrp="1" noChangeArrowheads="1"/>
          </p:cNvSpPr>
          <p:nvPr>
            <p:ph type="title"/>
          </p:nvPr>
        </p:nvSpPr>
        <p:spPr bwMode="auto">
          <a:xfrm>
            <a:off x="457200" y="2016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1" name="Rectangle 4">
            <a:extLst>
              <a:ext uri="{FF2B5EF4-FFF2-40B4-BE49-F238E27FC236}">
                <a16:creationId xmlns:a16="http://schemas.microsoft.com/office/drawing/2014/main" id="{C4E24FD0-2158-DA57-4E5D-E039D6B6EE8B}"/>
              </a:ext>
            </a:extLst>
          </p:cNvPr>
          <p:cNvSpPr>
            <a:spLocks noGrp="1" noChangeArrowheads="1"/>
          </p:cNvSpPr>
          <p:nvPr>
            <p:ph type="body" idx="1"/>
          </p:nvPr>
        </p:nvSpPr>
        <p:spPr bwMode="auto">
          <a:xfrm>
            <a:off x="633413" y="1190625"/>
            <a:ext cx="7731125"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20841" name="Text Box 9">
            <a:extLst>
              <a:ext uri="{FF2B5EF4-FFF2-40B4-BE49-F238E27FC236}">
                <a16:creationId xmlns:a16="http://schemas.microsoft.com/office/drawing/2014/main" id="{103DA785-2D77-A18D-03D1-32987DE4FD21}"/>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sz="1000" b="1">
                <a:solidFill>
                  <a:srgbClr val="EE3900"/>
                </a:solidFill>
                <a:latin typeface="Helvetica" panose="020B0604020202020204" pitchFamily="34" charset="0"/>
              </a:rPr>
              <a:t>7.</a:t>
            </a:r>
            <a:fld id="{8E11D62D-5D17-4C47-AE64-61D04D2C6E38}" type="slidenum">
              <a:rPr lang="en-US" altLang="en-US" sz="1000" b="1">
                <a:solidFill>
                  <a:srgbClr val="EE3900"/>
                </a:solidFill>
                <a:latin typeface="Helvetica" panose="020B0604020202020204" pitchFamily="34" charset="0"/>
              </a:rPr>
              <a:pPr algn="ctr">
                <a:spcBef>
                  <a:spcPct val="50000"/>
                </a:spcBef>
              </a:pPr>
              <a:t>‹#›</a:t>
            </a:fld>
            <a:endParaRPr lang="en-US" altLang="en-US" sz="1000" b="1">
              <a:solidFill>
                <a:srgbClr val="EE3900"/>
              </a:solidFill>
              <a:latin typeface="Helvetica" panose="020B0604020202020204" pitchFamily="34" charset="0"/>
            </a:endParaRPr>
          </a:p>
        </p:txBody>
      </p:sp>
      <p:sp>
        <p:nvSpPr>
          <p:cNvPr id="120842" name="Text Box 10">
            <a:extLst>
              <a:ext uri="{FF2B5EF4-FFF2-40B4-BE49-F238E27FC236}">
                <a16:creationId xmlns:a16="http://schemas.microsoft.com/office/drawing/2014/main" id="{E589DB09-768E-1403-59F7-CDD403CD0B69}"/>
              </a:ext>
            </a:extLst>
          </p:cNvPr>
          <p:cNvSpPr txBox="1">
            <a:spLocks noChangeArrowheads="1"/>
          </p:cNvSpPr>
          <p:nvPr/>
        </p:nvSpPr>
        <p:spPr bwMode="auto">
          <a:xfrm>
            <a:off x="6489700" y="6635750"/>
            <a:ext cx="2713038" cy="244475"/>
          </a:xfrm>
          <a:prstGeom prst="rect">
            <a:avLst/>
          </a:prstGeom>
          <a:noFill/>
          <a:ln w="9525">
            <a:noFill/>
            <a:miter lim="800000"/>
            <a:headEnd/>
            <a:tailEnd/>
          </a:ln>
          <a:effectLst/>
        </p:spPr>
        <p:txBody>
          <a:bodyPr>
            <a:spAutoFit/>
          </a:bodyPr>
          <a:lstStyle/>
          <a:p>
            <a:pPr algn="ctr">
              <a:spcBef>
                <a:spcPct val="50000"/>
              </a:spcBef>
              <a:defRPr/>
            </a:pPr>
            <a:r>
              <a:rPr lang="en-US" sz="1000" b="1">
                <a:solidFill>
                  <a:srgbClr val="EE3900"/>
                </a:solidFill>
                <a:latin typeface="Helvetica" charset="0"/>
                <a:ea typeface="ＭＳ Ｐゴシック" charset="-128"/>
              </a:rPr>
              <a:t>Silberschatz, Galvin and Gagne ©2009</a:t>
            </a:r>
          </a:p>
        </p:txBody>
      </p:sp>
      <p:sp>
        <p:nvSpPr>
          <p:cNvPr id="120843" name="Text Box 11">
            <a:extLst>
              <a:ext uri="{FF2B5EF4-FFF2-40B4-BE49-F238E27FC236}">
                <a16:creationId xmlns:a16="http://schemas.microsoft.com/office/drawing/2014/main" id="{A58EA07F-014D-054D-CF26-5BFE2F7AEF70}"/>
              </a:ext>
            </a:extLst>
          </p:cNvPr>
          <p:cNvSpPr txBox="1">
            <a:spLocks noChangeArrowheads="1"/>
          </p:cNvSpPr>
          <p:nvPr/>
        </p:nvSpPr>
        <p:spPr bwMode="auto">
          <a:xfrm>
            <a:off x="71438" y="6621463"/>
            <a:ext cx="3241675" cy="244475"/>
          </a:xfrm>
          <a:prstGeom prst="rect">
            <a:avLst/>
          </a:prstGeom>
          <a:noFill/>
          <a:ln w="9525">
            <a:noFill/>
            <a:miter lim="800000"/>
            <a:headEnd/>
            <a:tailEnd/>
          </a:ln>
          <a:effectLst/>
        </p:spPr>
        <p:txBody>
          <a:bodyPr wrap="none">
            <a:spAutoFit/>
          </a:bodyPr>
          <a:lstStyle/>
          <a:p>
            <a:pPr>
              <a:spcBef>
                <a:spcPct val="50000"/>
              </a:spcBef>
              <a:defRPr/>
            </a:pPr>
            <a:r>
              <a:rPr lang="en-US" sz="1000" b="1">
                <a:solidFill>
                  <a:srgbClr val="EE3900"/>
                </a:solidFill>
                <a:latin typeface="Helvetica" charset="0"/>
                <a:ea typeface="ＭＳ Ｐゴシック" charset="-128"/>
              </a:rPr>
              <a:t>Operating System Concepts with Java – 8</a:t>
            </a:r>
            <a:r>
              <a:rPr lang="en-US" sz="1000" b="1" baseline="30000">
                <a:solidFill>
                  <a:srgbClr val="EE3900"/>
                </a:solidFill>
                <a:latin typeface="Helvetica" charset="0"/>
                <a:ea typeface="ＭＳ Ｐゴシック" charset="-128"/>
              </a:rPr>
              <a:t>th</a:t>
            </a:r>
            <a:r>
              <a:rPr lang="en-US" sz="1000" b="1">
                <a:solidFill>
                  <a:srgbClr val="EE3900"/>
                </a:solidFill>
                <a:latin typeface="Helvetica" charset="0"/>
                <a:ea typeface="ＭＳ Ｐゴシック" charset="-128"/>
              </a:rPr>
              <a:t> Edition</a:t>
            </a:r>
          </a:p>
        </p:txBody>
      </p:sp>
      <p:pic>
        <p:nvPicPr>
          <p:cNvPr id="2055" name="Picture 7" descr="dino_2">
            <a:extLst>
              <a:ext uri="{FF2B5EF4-FFF2-40B4-BE49-F238E27FC236}">
                <a16:creationId xmlns:a16="http://schemas.microsoft.com/office/drawing/2014/main" id="{4B8DFBD6-3296-5A54-A8D8-3E689E677C1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123825"/>
            <a:ext cx="130651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38" name="Line 6">
            <a:extLst>
              <a:ext uri="{FF2B5EF4-FFF2-40B4-BE49-F238E27FC236}">
                <a16:creationId xmlns:a16="http://schemas.microsoft.com/office/drawing/2014/main" id="{8F200F4A-39F3-6E06-421F-A8F4E30C119E}"/>
              </a:ext>
            </a:extLst>
          </p:cNvPr>
          <p:cNvSpPr>
            <a:spLocks noChangeShapeType="1"/>
          </p:cNvSpPr>
          <p:nvPr/>
        </p:nvSpPr>
        <p:spPr bwMode="auto">
          <a:xfrm>
            <a:off x="246063" y="846138"/>
            <a:ext cx="8689975" cy="19050"/>
          </a:xfrm>
          <a:prstGeom prst="line">
            <a:avLst/>
          </a:prstGeom>
          <a:noFill/>
          <a:ln w="38100">
            <a:solidFill>
              <a:srgbClr val="D03200"/>
            </a:solidFill>
            <a:round/>
            <a:headEnd/>
            <a:tailEnd/>
          </a:ln>
        </p:spPr>
        <p:txBody>
          <a:bodyPr/>
          <a:lstStyle/>
          <a:p>
            <a:pPr>
              <a:defRPr/>
            </a:pPr>
            <a:endParaRPr lang="en-US">
              <a:latin typeface="Verdana" charset="0"/>
              <a:ea typeface="ＭＳ Ｐゴシック" charset="-128"/>
            </a:endParaRPr>
          </a:p>
        </p:txBody>
      </p:sp>
      <p:pic>
        <p:nvPicPr>
          <p:cNvPr id="2057" name="Picture 9" descr="dino_5">
            <a:extLst>
              <a:ext uri="{FF2B5EF4-FFF2-40B4-BE49-F238E27FC236}">
                <a16:creationId xmlns:a16="http://schemas.microsoft.com/office/drawing/2014/main" id="{83D72EDF-70C0-55E3-4D4D-1BDB131D330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039100" y="5700713"/>
            <a:ext cx="1076325" cy="91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4"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txStyles>
    <p:titleStyle>
      <a:lvl1pPr algn="ctr" rtl="0" eaLnBrk="0" fontAlgn="base" hangingPunct="0">
        <a:spcBef>
          <a:spcPct val="0"/>
        </a:spcBef>
        <a:spcAft>
          <a:spcPct val="0"/>
        </a:spcAft>
        <a:defRPr sz="3200" b="1">
          <a:solidFill>
            <a:srgbClr val="D03200"/>
          </a:solidFill>
          <a:latin typeface="+mj-lt"/>
          <a:ea typeface="+mj-ea"/>
          <a:cs typeface="+mj-cs"/>
        </a:defRPr>
      </a:lvl1pPr>
      <a:lvl2pPr algn="ctr" rtl="0" eaLnBrk="0" fontAlgn="base" hangingPunct="0">
        <a:spcBef>
          <a:spcPct val="0"/>
        </a:spcBef>
        <a:spcAft>
          <a:spcPct val="0"/>
        </a:spcAft>
        <a:defRPr sz="3200" b="1">
          <a:solidFill>
            <a:srgbClr val="D03200"/>
          </a:solidFill>
          <a:latin typeface="Arial" charset="0"/>
          <a:ea typeface="ＭＳ Ｐゴシック" charset="-128"/>
          <a:cs typeface="ＭＳ Ｐゴシック" charset="-128"/>
        </a:defRPr>
      </a:lvl2pPr>
      <a:lvl3pPr algn="ctr" rtl="0" eaLnBrk="0" fontAlgn="base" hangingPunct="0">
        <a:spcBef>
          <a:spcPct val="0"/>
        </a:spcBef>
        <a:spcAft>
          <a:spcPct val="0"/>
        </a:spcAft>
        <a:defRPr sz="3200" b="1">
          <a:solidFill>
            <a:srgbClr val="D03200"/>
          </a:solidFill>
          <a:latin typeface="Arial" charset="0"/>
          <a:ea typeface="ＭＳ Ｐゴシック" charset="-128"/>
          <a:cs typeface="ＭＳ Ｐゴシック" charset="-128"/>
        </a:defRPr>
      </a:lvl3pPr>
      <a:lvl4pPr algn="ctr" rtl="0" eaLnBrk="0" fontAlgn="base" hangingPunct="0">
        <a:spcBef>
          <a:spcPct val="0"/>
        </a:spcBef>
        <a:spcAft>
          <a:spcPct val="0"/>
        </a:spcAft>
        <a:defRPr sz="3200" b="1">
          <a:solidFill>
            <a:srgbClr val="D03200"/>
          </a:solidFill>
          <a:latin typeface="Arial" charset="0"/>
          <a:ea typeface="ＭＳ Ｐゴシック" charset="-128"/>
          <a:cs typeface="ＭＳ Ｐゴシック" charset="-128"/>
        </a:defRPr>
      </a:lvl4pPr>
      <a:lvl5pPr algn="ctr" rtl="0" eaLnBrk="0" fontAlgn="base" hangingPunct="0">
        <a:spcBef>
          <a:spcPct val="0"/>
        </a:spcBef>
        <a:spcAft>
          <a:spcPct val="0"/>
        </a:spcAft>
        <a:defRPr sz="3200" b="1">
          <a:solidFill>
            <a:srgbClr val="D03200"/>
          </a:solidFill>
          <a:latin typeface="Arial" charset="0"/>
          <a:ea typeface="ＭＳ Ｐゴシック" charset="-128"/>
          <a:cs typeface="ＭＳ Ｐゴシック" charset="-128"/>
        </a:defRPr>
      </a:lvl5pPr>
      <a:lvl6pPr marL="457200" algn="ctr" rtl="0" fontAlgn="base">
        <a:spcBef>
          <a:spcPct val="0"/>
        </a:spcBef>
        <a:spcAft>
          <a:spcPct val="0"/>
        </a:spcAft>
        <a:defRPr sz="3200" b="1">
          <a:solidFill>
            <a:srgbClr val="D03200"/>
          </a:solidFill>
          <a:latin typeface="Arial" charset="0"/>
          <a:ea typeface="ＭＳ Ｐゴシック" charset="-128"/>
          <a:cs typeface="ＭＳ Ｐゴシック" charset="-128"/>
        </a:defRPr>
      </a:lvl6pPr>
      <a:lvl7pPr marL="914400" algn="ctr" rtl="0" fontAlgn="base">
        <a:spcBef>
          <a:spcPct val="0"/>
        </a:spcBef>
        <a:spcAft>
          <a:spcPct val="0"/>
        </a:spcAft>
        <a:defRPr sz="3200" b="1">
          <a:solidFill>
            <a:srgbClr val="D03200"/>
          </a:solidFill>
          <a:latin typeface="Arial" charset="0"/>
          <a:ea typeface="ＭＳ Ｐゴシック" charset="-128"/>
          <a:cs typeface="ＭＳ Ｐゴシック" charset="-128"/>
        </a:defRPr>
      </a:lvl7pPr>
      <a:lvl8pPr marL="1371600" algn="ctr" rtl="0" fontAlgn="base">
        <a:spcBef>
          <a:spcPct val="0"/>
        </a:spcBef>
        <a:spcAft>
          <a:spcPct val="0"/>
        </a:spcAft>
        <a:defRPr sz="3200" b="1">
          <a:solidFill>
            <a:srgbClr val="D03200"/>
          </a:solidFill>
          <a:latin typeface="Arial" charset="0"/>
          <a:ea typeface="ＭＳ Ｐゴシック" charset="-128"/>
          <a:cs typeface="ＭＳ Ｐゴシック" charset="-128"/>
        </a:defRPr>
      </a:lvl8pPr>
      <a:lvl9pPr marL="1828800" algn="ctr" rtl="0" fontAlgn="base">
        <a:spcBef>
          <a:spcPct val="0"/>
        </a:spcBef>
        <a:spcAft>
          <a:spcPct val="0"/>
        </a:spcAft>
        <a:defRPr sz="3200" b="1">
          <a:solidFill>
            <a:srgbClr val="D03200"/>
          </a:solidFill>
          <a:latin typeface="Arial" charset="0"/>
          <a:ea typeface="ＭＳ Ｐゴシック" charset="-128"/>
          <a:cs typeface="ＭＳ Ｐゴシック" charset="-128"/>
        </a:defRPr>
      </a:lvl9pPr>
    </p:titleStyle>
    <p:bodyStyle>
      <a:lvl1pPr marL="342900" indent="-342900" algn="l" rtl="0" eaLnBrk="0" fontAlgn="base" hangingPunct="0">
        <a:spcBef>
          <a:spcPct val="35000"/>
        </a:spcBef>
        <a:spcAft>
          <a:spcPct val="0"/>
        </a:spcAft>
        <a:buClr>
          <a:schemeClr val="bg2"/>
        </a:buClr>
        <a:buSzPct val="90000"/>
        <a:buFont typeface="Wingdings" panose="05000000000000000000" pitchFamily="2"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rgbClr val="FF3300"/>
        </a:buClr>
        <a:buSzPct val="80000"/>
        <a:buFont typeface="Wingdings" panose="05000000000000000000" pitchFamily="2" charset="2"/>
        <a:buChar char="l"/>
        <a:defRPr kumimoji="1">
          <a:solidFill>
            <a:schemeClr val="tx1"/>
          </a:solidFill>
          <a:latin typeface="+mn-lt"/>
          <a:ea typeface="+mn-ea"/>
        </a:defRPr>
      </a:lvl2pPr>
      <a:lvl3pPr marL="1085850" indent="-228600" algn="l" rtl="0" eaLnBrk="0" fontAlgn="base" hangingPunct="0">
        <a:spcBef>
          <a:spcPct val="35000"/>
        </a:spcBef>
        <a:spcAft>
          <a:spcPct val="0"/>
        </a:spcAft>
        <a:buClr>
          <a:srgbClr val="336699"/>
        </a:buClr>
        <a:buSzPct val="75000"/>
        <a:buFont typeface="Webdings" panose="05030102010509060703" pitchFamily="18" charset="2"/>
        <a:buChar char="4"/>
        <a:defRPr kumimoji="1">
          <a:solidFill>
            <a:schemeClr val="tx1"/>
          </a:solidFill>
          <a:latin typeface="+mn-lt"/>
          <a:ea typeface="+mn-ea"/>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n-ea"/>
        </a:defRPr>
      </a:lvl4pPr>
      <a:lvl5pPr marL="1771650" indent="-228600" algn="l" rtl="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mn-lt"/>
          <a:ea typeface="+mn-ea"/>
        </a:defRPr>
      </a:lvl5pPr>
      <a:lvl6pPr marL="2228850" indent="-228600" algn="l" rtl="0" fontAlgn="base">
        <a:spcBef>
          <a:spcPct val="35000"/>
        </a:spcBef>
        <a:spcAft>
          <a:spcPct val="0"/>
        </a:spcAft>
        <a:buClr>
          <a:srgbClr val="99CCFF"/>
        </a:buClr>
        <a:buSzPct val="75000"/>
        <a:buFont typeface="Arial" charset="0"/>
        <a:buChar char="»"/>
        <a:defRPr kumimoji="1">
          <a:solidFill>
            <a:schemeClr val="tx1"/>
          </a:solidFill>
          <a:latin typeface="+mn-lt"/>
          <a:ea typeface="+mn-ea"/>
        </a:defRPr>
      </a:lvl6pPr>
      <a:lvl7pPr marL="2686050" indent="-228600" algn="l" rtl="0" fontAlgn="base">
        <a:spcBef>
          <a:spcPct val="35000"/>
        </a:spcBef>
        <a:spcAft>
          <a:spcPct val="0"/>
        </a:spcAft>
        <a:buClr>
          <a:srgbClr val="99CCFF"/>
        </a:buClr>
        <a:buSzPct val="75000"/>
        <a:buFont typeface="Arial" charset="0"/>
        <a:buChar char="»"/>
        <a:defRPr kumimoji="1">
          <a:solidFill>
            <a:schemeClr val="tx1"/>
          </a:solidFill>
          <a:latin typeface="+mn-lt"/>
          <a:ea typeface="+mn-ea"/>
        </a:defRPr>
      </a:lvl7pPr>
      <a:lvl8pPr marL="3143250" indent="-228600" algn="l" rtl="0" fontAlgn="base">
        <a:spcBef>
          <a:spcPct val="35000"/>
        </a:spcBef>
        <a:spcAft>
          <a:spcPct val="0"/>
        </a:spcAft>
        <a:buClr>
          <a:srgbClr val="99CCFF"/>
        </a:buClr>
        <a:buSzPct val="75000"/>
        <a:buFont typeface="Arial" charset="0"/>
        <a:buChar char="»"/>
        <a:defRPr kumimoji="1">
          <a:solidFill>
            <a:schemeClr val="tx1"/>
          </a:solidFill>
          <a:latin typeface="+mn-lt"/>
          <a:ea typeface="+mn-ea"/>
        </a:defRPr>
      </a:lvl8pPr>
      <a:lvl9pPr marL="3600450" indent="-228600" algn="l" rtl="0" fontAlgn="base">
        <a:spcBef>
          <a:spcPct val="35000"/>
        </a:spcBef>
        <a:spcAft>
          <a:spcPct val="0"/>
        </a:spcAft>
        <a:buClr>
          <a:srgbClr val="99CCFF"/>
        </a:buClr>
        <a:buSzPct val="75000"/>
        <a:buFont typeface="Arial" charset="0"/>
        <a:buChar char="»"/>
        <a:defRPr kumimoji="1">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8C18F4A-A2E8-DCD0-FEEA-CE6C1CBDEE73}"/>
              </a:ext>
            </a:extLst>
          </p:cNvPr>
          <p:cNvSpPr>
            <a:spLocks noGrp="1" noChangeArrowheads="1"/>
          </p:cNvSpPr>
          <p:nvPr>
            <p:ph type="ctrTitle"/>
          </p:nvPr>
        </p:nvSpPr>
        <p:spPr>
          <a:xfrm>
            <a:off x="242888" y="2093913"/>
            <a:ext cx="8626475" cy="719137"/>
          </a:xfrm>
        </p:spPr>
        <p:txBody>
          <a:bodyPr/>
          <a:lstStyle/>
          <a:p>
            <a:pPr eaLnBrk="1" hangingPunct="1"/>
            <a:r>
              <a:rPr lang="en-US" altLang="en-US" sz="3600"/>
              <a:t>Chapter 7:  Deadlocks</a:t>
            </a:r>
          </a:p>
        </p:txBody>
      </p:sp>
      <p:sp>
        <p:nvSpPr>
          <p:cNvPr id="4099" name="Rectangle 2">
            <a:extLst>
              <a:ext uri="{FF2B5EF4-FFF2-40B4-BE49-F238E27FC236}">
                <a16:creationId xmlns:a16="http://schemas.microsoft.com/office/drawing/2014/main" id="{55BACDFA-6916-0FD8-3774-911312DA5FCF}"/>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D2C8B35-B119-E8C2-838E-54CD62AA1D07}"/>
              </a:ext>
            </a:extLst>
          </p:cNvPr>
          <p:cNvSpPr>
            <a:spLocks noGrp="1" noChangeArrowheads="1"/>
          </p:cNvSpPr>
          <p:nvPr>
            <p:ph type="title" idx="4294967295"/>
          </p:nvPr>
        </p:nvSpPr>
        <p:spPr/>
        <p:txBody>
          <a:bodyPr/>
          <a:lstStyle/>
          <a:p>
            <a:pPr eaLnBrk="1" hangingPunct="1"/>
            <a:r>
              <a:rPr lang="en-US" altLang="en-US"/>
              <a:t>Chapter 7:  Deadlocks</a:t>
            </a:r>
          </a:p>
        </p:txBody>
      </p:sp>
      <p:sp>
        <p:nvSpPr>
          <p:cNvPr id="5123" name="Rectangle 3">
            <a:extLst>
              <a:ext uri="{FF2B5EF4-FFF2-40B4-BE49-F238E27FC236}">
                <a16:creationId xmlns:a16="http://schemas.microsoft.com/office/drawing/2014/main" id="{C6832CD4-E9F8-4946-643C-42F2A971BFD4}"/>
              </a:ext>
            </a:extLst>
          </p:cNvPr>
          <p:cNvSpPr>
            <a:spLocks noGrp="1" noChangeArrowheads="1"/>
          </p:cNvSpPr>
          <p:nvPr>
            <p:ph type="body" idx="4294967295"/>
          </p:nvPr>
        </p:nvSpPr>
        <p:spPr/>
        <p:txBody>
          <a:bodyPr/>
          <a:lstStyle/>
          <a:p>
            <a:pPr eaLnBrk="1" hangingPunct="1">
              <a:buSzPct val="85000"/>
            </a:pPr>
            <a:r>
              <a:rPr lang="en-US" altLang="en-US"/>
              <a:t>The Deadlock Problem</a:t>
            </a:r>
          </a:p>
          <a:p>
            <a:pPr eaLnBrk="1" hangingPunct="1">
              <a:buSzPct val="85000"/>
            </a:pPr>
            <a:r>
              <a:rPr lang="en-US" altLang="en-US"/>
              <a:t>System Model</a:t>
            </a:r>
          </a:p>
          <a:p>
            <a:pPr eaLnBrk="1" hangingPunct="1">
              <a:buSzPct val="85000"/>
            </a:pPr>
            <a:r>
              <a:rPr lang="en-US" altLang="en-US"/>
              <a:t>Deadlock Characterization</a:t>
            </a:r>
          </a:p>
          <a:p>
            <a:pPr eaLnBrk="1" hangingPunct="1">
              <a:buSzPct val="85000"/>
            </a:pPr>
            <a:r>
              <a:rPr lang="en-US" altLang="en-US"/>
              <a:t>Methods for Handling Deadlocks</a:t>
            </a:r>
          </a:p>
          <a:p>
            <a:pPr eaLnBrk="1" hangingPunct="1"/>
            <a:r>
              <a:rPr lang="en-US" altLang="en-US"/>
              <a:t>Deadlock Prevention</a:t>
            </a:r>
          </a:p>
          <a:p>
            <a:pPr eaLnBrk="1" hangingPunct="1">
              <a:buSzPct val="85000"/>
            </a:pPr>
            <a:r>
              <a:rPr lang="en-US" altLang="en-US"/>
              <a:t>Deadlock Avoidance</a:t>
            </a:r>
          </a:p>
          <a:p>
            <a:pPr eaLnBrk="1" hangingPunct="1">
              <a:buSzPct val="85000"/>
            </a:pPr>
            <a:r>
              <a:rPr lang="en-US" altLang="en-US"/>
              <a:t>Deadlock Detection </a:t>
            </a:r>
          </a:p>
          <a:p>
            <a:pPr eaLnBrk="1" hangingPunct="1">
              <a:buSzPct val="85000"/>
            </a:pPr>
            <a:r>
              <a:rPr lang="en-US" altLang="en-US"/>
              <a:t>Recovery from Deadlock </a:t>
            </a:r>
          </a:p>
        </p:txBody>
      </p:sp>
      <p:sp>
        <p:nvSpPr>
          <p:cNvPr id="5124" name="Rectangle 3">
            <a:extLst>
              <a:ext uri="{FF2B5EF4-FFF2-40B4-BE49-F238E27FC236}">
                <a16:creationId xmlns:a16="http://schemas.microsoft.com/office/drawing/2014/main" id="{65DB6EA4-8549-B4B8-3451-F3D9F7E74CE1}"/>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BD131A8-8301-4176-7BAA-CA23CBF95A58}"/>
              </a:ext>
            </a:extLst>
          </p:cNvPr>
          <p:cNvSpPr>
            <a:spLocks noGrp="1" noChangeArrowheads="1"/>
          </p:cNvSpPr>
          <p:nvPr>
            <p:ph type="title" idx="4294967295"/>
          </p:nvPr>
        </p:nvSpPr>
        <p:spPr/>
        <p:txBody>
          <a:bodyPr/>
          <a:lstStyle/>
          <a:p>
            <a:pPr eaLnBrk="1" hangingPunct="1"/>
            <a:r>
              <a:rPr lang="en-US" altLang="en-US"/>
              <a:t>Chapter Objectives</a:t>
            </a:r>
          </a:p>
        </p:txBody>
      </p:sp>
      <p:sp>
        <p:nvSpPr>
          <p:cNvPr id="6147" name="Rectangle 3">
            <a:extLst>
              <a:ext uri="{FF2B5EF4-FFF2-40B4-BE49-F238E27FC236}">
                <a16:creationId xmlns:a16="http://schemas.microsoft.com/office/drawing/2014/main" id="{6153B9FF-DF2E-4ECA-7BDC-F7E4323A3DCB}"/>
              </a:ext>
            </a:extLst>
          </p:cNvPr>
          <p:cNvSpPr>
            <a:spLocks noGrp="1" noChangeArrowheads="1"/>
          </p:cNvSpPr>
          <p:nvPr>
            <p:ph type="body" idx="4294967295"/>
          </p:nvPr>
        </p:nvSpPr>
        <p:spPr>
          <a:xfrm>
            <a:off x="633413" y="1190625"/>
            <a:ext cx="7662862" cy="4500563"/>
          </a:xfrm>
        </p:spPr>
        <p:txBody>
          <a:bodyPr/>
          <a:lstStyle/>
          <a:p>
            <a:pPr eaLnBrk="1" hangingPunct="1"/>
            <a:r>
              <a:rPr lang="en-US" altLang="en-US"/>
              <a:t>To develop a description of deadlocks, which prevent sets of concurrent processes from completing their tasks</a:t>
            </a:r>
          </a:p>
          <a:p>
            <a:pPr eaLnBrk="1" hangingPunct="1"/>
            <a:endParaRPr lang="en-US" altLang="en-US" sz="800"/>
          </a:p>
          <a:p>
            <a:pPr eaLnBrk="1" hangingPunct="1"/>
            <a:r>
              <a:rPr lang="en-US" altLang="en-US"/>
              <a:t>To present a number of different methods for preventing or avoiding deadlocks in a computer system</a:t>
            </a:r>
          </a:p>
          <a:p>
            <a:pPr eaLnBrk="1" hangingPunct="1">
              <a:buSzPct val="85000"/>
              <a:buFont typeface="Wingdings" panose="05000000000000000000" pitchFamily="2" charset="2"/>
              <a:buNone/>
            </a:pPr>
            <a:endParaRPr lang="en-US" altLang="en-US"/>
          </a:p>
        </p:txBody>
      </p:sp>
      <p:sp>
        <p:nvSpPr>
          <p:cNvPr id="6148" name="Rectangle 3">
            <a:extLst>
              <a:ext uri="{FF2B5EF4-FFF2-40B4-BE49-F238E27FC236}">
                <a16:creationId xmlns:a16="http://schemas.microsoft.com/office/drawing/2014/main" id="{9D39E7F0-7D8C-23A3-465B-668D0D36EFD3}"/>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E25C4C19-27F1-850D-ABF4-92B4EF5B79FD}"/>
              </a:ext>
            </a:extLst>
          </p:cNvPr>
          <p:cNvSpPr>
            <a:spLocks noGrp="1" noChangeArrowheads="1"/>
          </p:cNvSpPr>
          <p:nvPr>
            <p:ph type="title" idx="4294967295"/>
          </p:nvPr>
        </p:nvSpPr>
        <p:spPr/>
        <p:txBody>
          <a:bodyPr/>
          <a:lstStyle/>
          <a:p>
            <a:pPr eaLnBrk="1" hangingPunct="1"/>
            <a:r>
              <a:rPr lang="en-US" altLang="en-US"/>
              <a:t>The Deadlock Problem</a:t>
            </a:r>
          </a:p>
        </p:txBody>
      </p:sp>
      <p:sp>
        <p:nvSpPr>
          <p:cNvPr id="7171" name="Rectangle 3">
            <a:extLst>
              <a:ext uri="{FF2B5EF4-FFF2-40B4-BE49-F238E27FC236}">
                <a16:creationId xmlns:a16="http://schemas.microsoft.com/office/drawing/2014/main" id="{5816E42B-29B9-EECA-73C5-61E7E30512DD}"/>
              </a:ext>
            </a:extLst>
          </p:cNvPr>
          <p:cNvSpPr>
            <a:spLocks noGrp="1" noChangeArrowheads="1"/>
          </p:cNvSpPr>
          <p:nvPr>
            <p:ph type="body" idx="4294967295"/>
          </p:nvPr>
        </p:nvSpPr>
        <p:spPr>
          <a:xfrm>
            <a:off x="633413" y="1190625"/>
            <a:ext cx="7734300" cy="4445000"/>
          </a:xfrm>
        </p:spPr>
        <p:txBody>
          <a:bodyPr/>
          <a:lstStyle/>
          <a:p>
            <a:pPr eaLnBrk="1" hangingPunct="1"/>
            <a:r>
              <a:rPr lang="en-US" altLang="en-US"/>
              <a:t>A set of blocked processes each holding a resource and waiting to acquire a resource held by another process in the set</a:t>
            </a:r>
          </a:p>
          <a:p>
            <a:pPr eaLnBrk="1" hangingPunct="1"/>
            <a:endParaRPr lang="en-US" altLang="en-US" sz="800"/>
          </a:p>
          <a:p>
            <a:pPr eaLnBrk="1" hangingPunct="1"/>
            <a:r>
              <a:rPr lang="en-US" altLang="en-US"/>
              <a:t>Example </a:t>
            </a:r>
          </a:p>
          <a:p>
            <a:pPr lvl="1" eaLnBrk="1" hangingPunct="1"/>
            <a:r>
              <a:rPr lang="en-US" altLang="en-US"/>
              <a:t>System has 2 disk drives</a:t>
            </a:r>
          </a:p>
          <a:p>
            <a:pPr lvl="1" eaLnBrk="1" hangingPunct="1"/>
            <a:r>
              <a:rPr lang="en-US" altLang="en-US" i="1"/>
              <a:t>P</a:t>
            </a:r>
            <a:r>
              <a:rPr lang="en-US" altLang="en-US" baseline="-25000"/>
              <a:t>1</a:t>
            </a:r>
            <a:r>
              <a:rPr lang="en-US" altLang="en-US"/>
              <a:t> and </a:t>
            </a:r>
            <a:r>
              <a:rPr lang="en-US" altLang="en-US" i="1"/>
              <a:t>P</a:t>
            </a:r>
            <a:r>
              <a:rPr lang="en-US" altLang="en-US" baseline="-25000"/>
              <a:t>2</a:t>
            </a:r>
            <a:r>
              <a:rPr lang="en-US" altLang="en-US"/>
              <a:t> each hold one disk drive and each needs another one</a:t>
            </a:r>
          </a:p>
          <a:p>
            <a:pPr lvl="1" eaLnBrk="1" hangingPunct="1"/>
            <a:endParaRPr lang="en-US" altLang="en-US" sz="800"/>
          </a:p>
          <a:p>
            <a:pPr eaLnBrk="1" hangingPunct="1"/>
            <a:r>
              <a:rPr lang="en-US" altLang="en-US"/>
              <a:t>Example semaphores </a:t>
            </a:r>
            <a:r>
              <a:rPr lang="en-US" altLang="en-US" i="1"/>
              <a:t>A</a:t>
            </a:r>
            <a:r>
              <a:rPr lang="en-US" altLang="en-US"/>
              <a:t> and</a:t>
            </a:r>
            <a:r>
              <a:rPr lang="en-US" altLang="en-US" i="1"/>
              <a:t> B</a:t>
            </a:r>
            <a:r>
              <a:rPr lang="en-US" altLang="en-US"/>
              <a:t>, initialized to 1</a:t>
            </a:r>
            <a:r>
              <a:rPr lang="en-US" altLang="en-US" sz="2800"/>
              <a:t>    </a:t>
            </a:r>
          </a:p>
          <a:p>
            <a:pPr lvl="1" eaLnBrk="1" hangingPunct="1">
              <a:buFont typeface="Wingdings" panose="05000000000000000000" pitchFamily="2" charset="2"/>
              <a:buNone/>
            </a:pPr>
            <a:r>
              <a:rPr lang="en-US" altLang="en-US" i="1"/>
              <a:t>        P</a:t>
            </a:r>
            <a:r>
              <a:rPr lang="en-US" altLang="en-US" baseline="-25000"/>
              <a:t>0</a:t>
            </a:r>
            <a:r>
              <a:rPr lang="en-US" altLang="en-US"/>
              <a:t>		         </a:t>
            </a:r>
            <a:r>
              <a:rPr lang="en-US" altLang="en-US" i="1"/>
              <a:t>P</a:t>
            </a:r>
            <a:r>
              <a:rPr lang="en-US" altLang="en-US" baseline="-25000"/>
              <a:t>1</a:t>
            </a:r>
          </a:p>
          <a:p>
            <a:pPr lvl="1" eaLnBrk="1" hangingPunct="1">
              <a:buFont typeface="Wingdings" panose="05000000000000000000" pitchFamily="2" charset="2"/>
              <a:buNone/>
            </a:pPr>
            <a:r>
              <a:rPr lang="en-US" altLang="en-US">
                <a:solidFill>
                  <a:srgbClr val="0000FF"/>
                </a:solidFill>
              </a:rPr>
              <a:t>     wait (A);		wait(B)wait (B);		wait(A)</a:t>
            </a:r>
          </a:p>
          <a:p>
            <a:pPr lvl="1" eaLnBrk="1" hangingPunct="1"/>
            <a:endParaRPr lang="en-US" altLang="en-US">
              <a:solidFill>
                <a:srgbClr val="0000FF"/>
              </a:solidFill>
            </a:endParaRPr>
          </a:p>
        </p:txBody>
      </p:sp>
      <p:sp>
        <p:nvSpPr>
          <p:cNvPr id="7172" name="Rectangle 3">
            <a:extLst>
              <a:ext uri="{FF2B5EF4-FFF2-40B4-BE49-F238E27FC236}">
                <a16:creationId xmlns:a16="http://schemas.microsoft.com/office/drawing/2014/main" id="{056A430D-4507-C3DA-3AC2-06DF1B23742C}"/>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3D7CB2D-2A90-83C9-2E6A-3DDD94990DA2}"/>
              </a:ext>
            </a:extLst>
          </p:cNvPr>
          <p:cNvSpPr>
            <a:spLocks noGrp="1" noChangeArrowheads="1"/>
          </p:cNvSpPr>
          <p:nvPr>
            <p:ph type="title" idx="4294967295"/>
          </p:nvPr>
        </p:nvSpPr>
        <p:spPr/>
        <p:txBody>
          <a:bodyPr/>
          <a:lstStyle/>
          <a:p>
            <a:pPr eaLnBrk="1" hangingPunct="1"/>
            <a:r>
              <a:rPr lang="en-US" altLang="en-US"/>
              <a:t>Bridge Crossing Example</a:t>
            </a:r>
          </a:p>
        </p:txBody>
      </p:sp>
      <p:sp>
        <p:nvSpPr>
          <p:cNvPr id="8195" name="Rectangle 3">
            <a:extLst>
              <a:ext uri="{FF2B5EF4-FFF2-40B4-BE49-F238E27FC236}">
                <a16:creationId xmlns:a16="http://schemas.microsoft.com/office/drawing/2014/main" id="{8D67F336-A3DE-221C-F894-FDA764FC5AF1}"/>
              </a:ext>
            </a:extLst>
          </p:cNvPr>
          <p:cNvSpPr>
            <a:spLocks noGrp="1" noChangeArrowheads="1"/>
          </p:cNvSpPr>
          <p:nvPr>
            <p:ph type="body" idx="4294967295"/>
          </p:nvPr>
        </p:nvSpPr>
        <p:spPr>
          <a:xfrm>
            <a:off x="1382713" y="3341688"/>
            <a:ext cx="6584950" cy="2590800"/>
          </a:xfrm>
        </p:spPr>
        <p:txBody>
          <a:bodyPr/>
          <a:lstStyle/>
          <a:p>
            <a:pPr eaLnBrk="1" hangingPunct="1"/>
            <a:r>
              <a:rPr lang="en-US" altLang="en-US"/>
              <a:t>Traffic only in one direction</a:t>
            </a:r>
          </a:p>
          <a:p>
            <a:pPr eaLnBrk="1" hangingPunct="1"/>
            <a:r>
              <a:rPr lang="en-US" altLang="en-US"/>
              <a:t>Each section of a bridge can be viewed as a resource</a:t>
            </a:r>
          </a:p>
          <a:p>
            <a:pPr eaLnBrk="1" hangingPunct="1"/>
            <a:r>
              <a:rPr lang="en-US" altLang="en-US"/>
              <a:t>If a deadlock occurs, it can be resolved if one car backs up (preempt resources and rollback)</a:t>
            </a:r>
          </a:p>
          <a:p>
            <a:pPr eaLnBrk="1" hangingPunct="1"/>
            <a:r>
              <a:rPr lang="en-US" altLang="en-US"/>
              <a:t>Several cars may have to be backed up if a deadlock occurs</a:t>
            </a:r>
          </a:p>
          <a:p>
            <a:pPr eaLnBrk="1" hangingPunct="1"/>
            <a:r>
              <a:rPr lang="en-US" altLang="en-US"/>
              <a:t>Starvation is possible</a:t>
            </a:r>
          </a:p>
          <a:p>
            <a:pPr eaLnBrk="1" hangingPunct="1"/>
            <a:r>
              <a:rPr lang="en-US" altLang="en-US"/>
              <a:t>Note – Most OSes do not prevent or deal with deadlocks</a:t>
            </a:r>
          </a:p>
        </p:txBody>
      </p:sp>
      <p:grpSp>
        <p:nvGrpSpPr>
          <p:cNvPr id="8196" name="Group 35">
            <a:extLst>
              <a:ext uri="{FF2B5EF4-FFF2-40B4-BE49-F238E27FC236}">
                <a16:creationId xmlns:a16="http://schemas.microsoft.com/office/drawing/2014/main" id="{6D52D6F2-B416-D57F-C008-E186D4D2F2D7}"/>
              </a:ext>
            </a:extLst>
          </p:cNvPr>
          <p:cNvGrpSpPr>
            <a:grpSpLocks/>
          </p:cNvGrpSpPr>
          <p:nvPr/>
        </p:nvGrpSpPr>
        <p:grpSpPr bwMode="auto">
          <a:xfrm>
            <a:off x="1266825" y="1600200"/>
            <a:ext cx="6276975" cy="1371600"/>
            <a:chOff x="798" y="1008"/>
            <a:chExt cx="3954" cy="864"/>
          </a:xfrm>
        </p:grpSpPr>
        <p:grpSp>
          <p:nvGrpSpPr>
            <p:cNvPr id="8198" name="Group 11">
              <a:extLst>
                <a:ext uri="{FF2B5EF4-FFF2-40B4-BE49-F238E27FC236}">
                  <a16:creationId xmlns:a16="http://schemas.microsoft.com/office/drawing/2014/main" id="{9BB93C6E-5063-ABD6-E354-7FB455E236B6}"/>
                </a:ext>
              </a:extLst>
            </p:cNvPr>
            <p:cNvGrpSpPr>
              <a:grpSpLocks/>
            </p:cNvGrpSpPr>
            <p:nvPr/>
          </p:nvGrpSpPr>
          <p:grpSpPr bwMode="auto">
            <a:xfrm>
              <a:off x="816" y="1008"/>
              <a:ext cx="3936" cy="240"/>
              <a:chOff x="672" y="1008"/>
              <a:chExt cx="3936" cy="240"/>
            </a:xfrm>
          </p:grpSpPr>
          <p:sp>
            <p:nvSpPr>
              <p:cNvPr id="8222" name="Line 6">
                <a:extLst>
                  <a:ext uri="{FF2B5EF4-FFF2-40B4-BE49-F238E27FC236}">
                    <a16:creationId xmlns:a16="http://schemas.microsoft.com/office/drawing/2014/main" id="{E7E47070-1875-2CB0-67B8-DDA48DA8AF1C}"/>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3" name="Line 7">
                <a:extLst>
                  <a:ext uri="{FF2B5EF4-FFF2-40B4-BE49-F238E27FC236}">
                    <a16:creationId xmlns:a16="http://schemas.microsoft.com/office/drawing/2014/main" id="{7CF2A5A4-B2A6-525C-6B45-4C9E98C87EF8}"/>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4" name="Line 8">
                <a:extLst>
                  <a:ext uri="{FF2B5EF4-FFF2-40B4-BE49-F238E27FC236}">
                    <a16:creationId xmlns:a16="http://schemas.microsoft.com/office/drawing/2014/main" id="{CAAC8C51-AA07-2108-9CBD-145A2E17E24F}"/>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5" name="Line 9">
                <a:extLst>
                  <a:ext uri="{FF2B5EF4-FFF2-40B4-BE49-F238E27FC236}">
                    <a16:creationId xmlns:a16="http://schemas.microsoft.com/office/drawing/2014/main" id="{024E0EB9-2131-9DCA-2F9C-87C70ED0E48E}"/>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6" name="Line 10">
                <a:extLst>
                  <a:ext uri="{FF2B5EF4-FFF2-40B4-BE49-F238E27FC236}">
                    <a16:creationId xmlns:a16="http://schemas.microsoft.com/office/drawing/2014/main" id="{696C7BA9-8BD4-EAE6-A34B-AACEAEE7D268}"/>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8199" name="Group 12">
              <a:extLst>
                <a:ext uri="{FF2B5EF4-FFF2-40B4-BE49-F238E27FC236}">
                  <a16:creationId xmlns:a16="http://schemas.microsoft.com/office/drawing/2014/main" id="{E9E12482-5620-7E95-49D1-F62A13E599A5}"/>
                </a:ext>
              </a:extLst>
            </p:cNvPr>
            <p:cNvGrpSpPr>
              <a:grpSpLocks/>
            </p:cNvGrpSpPr>
            <p:nvPr/>
          </p:nvGrpSpPr>
          <p:grpSpPr bwMode="auto">
            <a:xfrm flipV="1">
              <a:off x="816" y="1632"/>
              <a:ext cx="3936" cy="240"/>
              <a:chOff x="672" y="1008"/>
              <a:chExt cx="3936" cy="240"/>
            </a:xfrm>
          </p:grpSpPr>
          <p:sp>
            <p:nvSpPr>
              <p:cNvPr id="8217" name="Line 13">
                <a:extLst>
                  <a:ext uri="{FF2B5EF4-FFF2-40B4-BE49-F238E27FC236}">
                    <a16:creationId xmlns:a16="http://schemas.microsoft.com/office/drawing/2014/main" id="{DFE9DF92-7465-2538-BA5C-20C01C8395CD}"/>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18" name="Line 14">
                <a:extLst>
                  <a:ext uri="{FF2B5EF4-FFF2-40B4-BE49-F238E27FC236}">
                    <a16:creationId xmlns:a16="http://schemas.microsoft.com/office/drawing/2014/main" id="{295F5B89-A39F-07F2-B4A5-41CF0418FFCD}"/>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19" name="Line 15">
                <a:extLst>
                  <a:ext uri="{FF2B5EF4-FFF2-40B4-BE49-F238E27FC236}">
                    <a16:creationId xmlns:a16="http://schemas.microsoft.com/office/drawing/2014/main" id="{EEEA3343-1381-B49C-4593-E12D841E68A0}"/>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0" name="Line 16">
                <a:extLst>
                  <a:ext uri="{FF2B5EF4-FFF2-40B4-BE49-F238E27FC236}">
                    <a16:creationId xmlns:a16="http://schemas.microsoft.com/office/drawing/2014/main" id="{5A2C1105-510A-4DC7-6A72-D4034DF7392E}"/>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21" name="Line 17">
                <a:extLst>
                  <a:ext uri="{FF2B5EF4-FFF2-40B4-BE49-F238E27FC236}">
                    <a16:creationId xmlns:a16="http://schemas.microsoft.com/office/drawing/2014/main" id="{EF554377-3956-E922-977E-5958BF25F415}"/>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8200" name="Group 22">
              <a:extLst>
                <a:ext uri="{FF2B5EF4-FFF2-40B4-BE49-F238E27FC236}">
                  <a16:creationId xmlns:a16="http://schemas.microsoft.com/office/drawing/2014/main" id="{7968AF6B-143C-9F22-B950-38661A2E0618}"/>
                </a:ext>
              </a:extLst>
            </p:cNvPr>
            <p:cNvGrpSpPr>
              <a:grpSpLocks/>
            </p:cNvGrpSpPr>
            <p:nvPr/>
          </p:nvGrpSpPr>
          <p:grpSpPr bwMode="auto">
            <a:xfrm>
              <a:off x="1512" y="1614"/>
              <a:ext cx="288" cy="162"/>
              <a:chOff x="1056" y="1614"/>
              <a:chExt cx="288" cy="162"/>
            </a:xfrm>
          </p:grpSpPr>
          <p:sp>
            <p:nvSpPr>
              <p:cNvPr id="8215" name="Rectangle 18">
                <a:extLst>
                  <a:ext uri="{FF2B5EF4-FFF2-40B4-BE49-F238E27FC236}">
                    <a16:creationId xmlns:a16="http://schemas.microsoft.com/office/drawing/2014/main" id="{9E465DAF-6A99-8568-2A2B-C6B31251A7EB}"/>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8216" name="Rectangle 19">
                <a:extLst>
                  <a:ext uri="{FF2B5EF4-FFF2-40B4-BE49-F238E27FC236}">
                    <a16:creationId xmlns:a16="http://schemas.microsoft.com/office/drawing/2014/main" id="{46EAC29E-2721-EDA7-6F58-4323FED01E68}"/>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grpSp>
        <p:sp>
          <p:nvSpPr>
            <p:cNvPr id="8201" name="Line 20">
              <a:extLst>
                <a:ext uri="{FF2B5EF4-FFF2-40B4-BE49-F238E27FC236}">
                  <a16:creationId xmlns:a16="http://schemas.microsoft.com/office/drawing/2014/main" id="{D75C4B36-33F5-BE4E-F317-BCCDCD01FE0D}"/>
                </a:ext>
              </a:extLst>
            </p:cNvPr>
            <p:cNvSpPr>
              <a:spLocks noChangeShapeType="1"/>
            </p:cNvSpPr>
            <p:nvPr/>
          </p:nvSpPr>
          <p:spPr bwMode="auto">
            <a:xfrm>
              <a:off x="798" y="1428"/>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202" name="Line 21">
              <a:extLst>
                <a:ext uri="{FF2B5EF4-FFF2-40B4-BE49-F238E27FC236}">
                  <a16:creationId xmlns:a16="http://schemas.microsoft.com/office/drawing/2014/main" id="{A53EAAD2-2AF8-80D4-6675-464AB7B7C638}"/>
                </a:ext>
              </a:extLst>
            </p:cNvPr>
            <p:cNvSpPr>
              <a:spLocks noChangeShapeType="1"/>
            </p:cNvSpPr>
            <p:nvPr/>
          </p:nvSpPr>
          <p:spPr bwMode="auto">
            <a:xfrm>
              <a:off x="3444" y="1422"/>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grpSp>
          <p:nvGrpSpPr>
            <p:cNvPr id="8203" name="Group 23">
              <a:extLst>
                <a:ext uri="{FF2B5EF4-FFF2-40B4-BE49-F238E27FC236}">
                  <a16:creationId xmlns:a16="http://schemas.microsoft.com/office/drawing/2014/main" id="{DFA783F3-6344-8D0A-4AFA-35F83556E4C6}"/>
                </a:ext>
              </a:extLst>
            </p:cNvPr>
            <p:cNvGrpSpPr>
              <a:grpSpLocks/>
            </p:cNvGrpSpPr>
            <p:nvPr/>
          </p:nvGrpSpPr>
          <p:grpSpPr bwMode="auto">
            <a:xfrm>
              <a:off x="2382" y="1344"/>
              <a:ext cx="288" cy="162"/>
              <a:chOff x="1056" y="1614"/>
              <a:chExt cx="288" cy="162"/>
            </a:xfrm>
          </p:grpSpPr>
          <p:sp>
            <p:nvSpPr>
              <p:cNvPr id="8213" name="Rectangle 24">
                <a:extLst>
                  <a:ext uri="{FF2B5EF4-FFF2-40B4-BE49-F238E27FC236}">
                    <a16:creationId xmlns:a16="http://schemas.microsoft.com/office/drawing/2014/main" id="{30B07A02-EF6E-46DC-9EA6-B2C6F76DDBC9}"/>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8214" name="Rectangle 25">
                <a:extLst>
                  <a:ext uri="{FF2B5EF4-FFF2-40B4-BE49-F238E27FC236}">
                    <a16:creationId xmlns:a16="http://schemas.microsoft.com/office/drawing/2014/main" id="{F29974F8-4FD8-F6E5-D5AF-C87D67DE9E99}"/>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grpSp>
        <p:grpSp>
          <p:nvGrpSpPr>
            <p:cNvPr id="8204" name="Group 26">
              <a:extLst>
                <a:ext uri="{FF2B5EF4-FFF2-40B4-BE49-F238E27FC236}">
                  <a16:creationId xmlns:a16="http://schemas.microsoft.com/office/drawing/2014/main" id="{F1FB048F-2564-FAED-1F2F-88AEB9080DF4}"/>
                </a:ext>
              </a:extLst>
            </p:cNvPr>
            <p:cNvGrpSpPr>
              <a:grpSpLocks/>
            </p:cNvGrpSpPr>
            <p:nvPr/>
          </p:nvGrpSpPr>
          <p:grpSpPr bwMode="auto">
            <a:xfrm flipH="1">
              <a:off x="2838" y="1344"/>
              <a:ext cx="288" cy="162"/>
              <a:chOff x="1056" y="1614"/>
              <a:chExt cx="288" cy="162"/>
            </a:xfrm>
          </p:grpSpPr>
          <p:sp>
            <p:nvSpPr>
              <p:cNvPr id="8211" name="Rectangle 27">
                <a:extLst>
                  <a:ext uri="{FF2B5EF4-FFF2-40B4-BE49-F238E27FC236}">
                    <a16:creationId xmlns:a16="http://schemas.microsoft.com/office/drawing/2014/main" id="{E5E6C8A8-83F1-7B90-74F0-90DDA925F357}"/>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8212" name="Rectangle 28">
                <a:extLst>
                  <a:ext uri="{FF2B5EF4-FFF2-40B4-BE49-F238E27FC236}">
                    <a16:creationId xmlns:a16="http://schemas.microsoft.com/office/drawing/2014/main" id="{8CB84575-2EE0-E724-D848-3EBFDE606010}"/>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grpSp>
        <p:grpSp>
          <p:nvGrpSpPr>
            <p:cNvPr id="8205" name="Group 29">
              <a:extLst>
                <a:ext uri="{FF2B5EF4-FFF2-40B4-BE49-F238E27FC236}">
                  <a16:creationId xmlns:a16="http://schemas.microsoft.com/office/drawing/2014/main" id="{DFDFEC08-3450-32CA-F5E0-1E748BEB9A08}"/>
                </a:ext>
              </a:extLst>
            </p:cNvPr>
            <p:cNvGrpSpPr>
              <a:grpSpLocks/>
            </p:cNvGrpSpPr>
            <p:nvPr/>
          </p:nvGrpSpPr>
          <p:grpSpPr bwMode="auto">
            <a:xfrm flipH="1">
              <a:off x="3822" y="1140"/>
              <a:ext cx="288" cy="162"/>
              <a:chOff x="1056" y="1614"/>
              <a:chExt cx="288" cy="162"/>
            </a:xfrm>
          </p:grpSpPr>
          <p:sp>
            <p:nvSpPr>
              <p:cNvPr id="8209" name="Rectangle 30">
                <a:extLst>
                  <a:ext uri="{FF2B5EF4-FFF2-40B4-BE49-F238E27FC236}">
                    <a16:creationId xmlns:a16="http://schemas.microsoft.com/office/drawing/2014/main" id="{37F5482E-7A01-1F42-73BD-120297787677}"/>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8210" name="Rectangle 31">
                <a:extLst>
                  <a:ext uri="{FF2B5EF4-FFF2-40B4-BE49-F238E27FC236}">
                    <a16:creationId xmlns:a16="http://schemas.microsoft.com/office/drawing/2014/main" id="{BF78D4C0-E5EE-734D-724B-99BB57C3B756}"/>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grpSp>
        <p:grpSp>
          <p:nvGrpSpPr>
            <p:cNvPr id="8206" name="Group 32">
              <a:extLst>
                <a:ext uri="{FF2B5EF4-FFF2-40B4-BE49-F238E27FC236}">
                  <a16:creationId xmlns:a16="http://schemas.microsoft.com/office/drawing/2014/main" id="{CC6E3765-68B4-76D4-D246-5E6477B71CDB}"/>
                </a:ext>
              </a:extLst>
            </p:cNvPr>
            <p:cNvGrpSpPr>
              <a:grpSpLocks/>
            </p:cNvGrpSpPr>
            <p:nvPr/>
          </p:nvGrpSpPr>
          <p:grpSpPr bwMode="auto">
            <a:xfrm flipH="1">
              <a:off x="4248" y="1140"/>
              <a:ext cx="288" cy="162"/>
              <a:chOff x="1056" y="1614"/>
              <a:chExt cx="288" cy="162"/>
            </a:xfrm>
          </p:grpSpPr>
          <p:sp>
            <p:nvSpPr>
              <p:cNvPr id="8207" name="Rectangle 33">
                <a:extLst>
                  <a:ext uri="{FF2B5EF4-FFF2-40B4-BE49-F238E27FC236}">
                    <a16:creationId xmlns:a16="http://schemas.microsoft.com/office/drawing/2014/main" id="{557FA355-9DB5-4190-B473-9C7A83EE8E99}"/>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8208" name="Rectangle 34">
                <a:extLst>
                  <a:ext uri="{FF2B5EF4-FFF2-40B4-BE49-F238E27FC236}">
                    <a16:creationId xmlns:a16="http://schemas.microsoft.com/office/drawing/2014/main" id="{A5A986A2-5243-4F3E-CF97-124E5F377146}"/>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grpSp>
      </p:grpSp>
      <p:sp>
        <p:nvSpPr>
          <p:cNvPr id="8197" name="Rectangle 33">
            <a:extLst>
              <a:ext uri="{FF2B5EF4-FFF2-40B4-BE49-F238E27FC236}">
                <a16:creationId xmlns:a16="http://schemas.microsoft.com/office/drawing/2014/main" id="{5BC516D9-1976-62C3-0E7B-203E289BA64D}"/>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6C542298-B12E-C8D7-BC60-57AE44A9D2E4}"/>
              </a:ext>
            </a:extLst>
          </p:cNvPr>
          <p:cNvSpPr>
            <a:spLocks noGrp="1" noChangeArrowheads="1"/>
          </p:cNvSpPr>
          <p:nvPr>
            <p:ph type="title" idx="4294967295"/>
          </p:nvPr>
        </p:nvSpPr>
        <p:spPr>
          <a:xfrm>
            <a:off x="457200" y="192088"/>
            <a:ext cx="8229600" cy="576262"/>
          </a:xfrm>
        </p:spPr>
        <p:txBody>
          <a:bodyPr/>
          <a:lstStyle/>
          <a:p>
            <a:pPr eaLnBrk="1" hangingPunct="1"/>
            <a:r>
              <a:rPr lang="en-US" altLang="en-US"/>
              <a:t>System Model</a:t>
            </a:r>
          </a:p>
        </p:txBody>
      </p:sp>
      <p:sp>
        <p:nvSpPr>
          <p:cNvPr id="9219" name="Rectangle 3">
            <a:extLst>
              <a:ext uri="{FF2B5EF4-FFF2-40B4-BE49-F238E27FC236}">
                <a16:creationId xmlns:a16="http://schemas.microsoft.com/office/drawing/2014/main" id="{1B7FB05B-9B02-D02E-90DB-6F56B2ECC32A}"/>
              </a:ext>
            </a:extLst>
          </p:cNvPr>
          <p:cNvSpPr>
            <a:spLocks noGrp="1" noChangeArrowheads="1"/>
          </p:cNvSpPr>
          <p:nvPr>
            <p:ph type="body" idx="4294967295"/>
          </p:nvPr>
        </p:nvSpPr>
        <p:spPr>
          <a:xfrm>
            <a:off x="827088" y="1425575"/>
            <a:ext cx="7351712" cy="4483100"/>
          </a:xfrm>
        </p:spPr>
        <p:txBody>
          <a:bodyPr/>
          <a:lstStyle/>
          <a:p>
            <a:pPr eaLnBrk="1" hangingPunct="1"/>
            <a:r>
              <a:rPr lang="en-US" altLang="en-US"/>
              <a:t>Resource types </a:t>
            </a:r>
            <a:r>
              <a:rPr lang="en-US" altLang="en-US" i="1"/>
              <a:t>R</a:t>
            </a:r>
            <a:r>
              <a:rPr lang="en-US" altLang="en-US" baseline="-25000"/>
              <a:t>1</a:t>
            </a:r>
            <a:r>
              <a:rPr lang="en-US" altLang="en-US"/>
              <a:t>, </a:t>
            </a:r>
            <a:r>
              <a:rPr lang="en-US" altLang="en-US" i="1"/>
              <a:t>R</a:t>
            </a:r>
            <a:r>
              <a:rPr lang="en-US" altLang="en-US" baseline="-25000"/>
              <a:t>2</a:t>
            </a:r>
            <a:r>
              <a:rPr lang="en-US" altLang="en-US"/>
              <a:t>, . . ., </a:t>
            </a:r>
            <a:r>
              <a:rPr lang="en-US" altLang="en-US" i="1"/>
              <a:t>R</a:t>
            </a:r>
            <a:r>
              <a:rPr lang="en-US" altLang="en-US" baseline="-25000"/>
              <a:t>m</a:t>
            </a:r>
          </a:p>
          <a:p>
            <a:pPr lvl="2" eaLnBrk="1" hangingPunct="1">
              <a:buFont typeface="Webdings" panose="05030102010509060703" pitchFamily="18" charset="2"/>
              <a:buNone/>
            </a:pPr>
            <a:r>
              <a:rPr lang="en-US" altLang="en-US" i="1"/>
              <a:t>CPU cycles, memory space, I/O devices</a:t>
            </a:r>
          </a:p>
          <a:p>
            <a:pPr lvl="2" eaLnBrk="1" hangingPunct="1">
              <a:buFont typeface="Webdings" panose="05030102010509060703" pitchFamily="18" charset="2"/>
              <a:buNone/>
            </a:pPr>
            <a:endParaRPr lang="en-US" altLang="en-US" sz="800" i="1"/>
          </a:p>
          <a:p>
            <a:pPr eaLnBrk="1" hangingPunct="1"/>
            <a:r>
              <a:rPr lang="en-US" altLang="en-US"/>
              <a:t>Each resource type </a:t>
            </a:r>
            <a:r>
              <a:rPr lang="en-US" altLang="en-US" i="1"/>
              <a:t>R</a:t>
            </a:r>
            <a:r>
              <a:rPr lang="en-US" altLang="en-US" baseline="-25000"/>
              <a:t>i</a:t>
            </a:r>
            <a:r>
              <a:rPr lang="en-US" altLang="en-US"/>
              <a:t> has </a:t>
            </a:r>
            <a:r>
              <a:rPr lang="en-US" altLang="en-US" i="1"/>
              <a:t>W</a:t>
            </a:r>
            <a:r>
              <a:rPr lang="en-US" altLang="en-US" baseline="-25000"/>
              <a:t>i</a:t>
            </a:r>
            <a:r>
              <a:rPr lang="en-US" altLang="en-US"/>
              <a:t> instances</a:t>
            </a:r>
          </a:p>
          <a:p>
            <a:pPr eaLnBrk="1" hangingPunct="1"/>
            <a:endParaRPr lang="en-US" altLang="en-US" sz="800"/>
          </a:p>
          <a:p>
            <a:pPr eaLnBrk="1" hangingPunct="1"/>
            <a:r>
              <a:rPr lang="en-US" altLang="en-US"/>
              <a:t>Each process utilizes a resource as follows:</a:t>
            </a:r>
          </a:p>
          <a:p>
            <a:pPr lvl="1" eaLnBrk="1" hangingPunct="1"/>
            <a:r>
              <a:rPr lang="en-US" altLang="en-US" b="1"/>
              <a:t>request </a:t>
            </a:r>
          </a:p>
          <a:p>
            <a:pPr lvl="1" eaLnBrk="1" hangingPunct="1"/>
            <a:r>
              <a:rPr lang="en-US" altLang="en-US" b="1"/>
              <a:t>use </a:t>
            </a:r>
          </a:p>
          <a:p>
            <a:pPr lvl="1" eaLnBrk="1" hangingPunct="1"/>
            <a:r>
              <a:rPr lang="en-US" altLang="en-US" b="1"/>
              <a:t>release</a:t>
            </a:r>
          </a:p>
        </p:txBody>
      </p:sp>
      <p:sp>
        <p:nvSpPr>
          <p:cNvPr id="9220" name="Rectangle 3">
            <a:extLst>
              <a:ext uri="{FF2B5EF4-FFF2-40B4-BE49-F238E27FC236}">
                <a16:creationId xmlns:a16="http://schemas.microsoft.com/office/drawing/2014/main" id="{4A724D4C-5667-D6BD-1459-D88C30A0302B}"/>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61ED302-F7D2-25C3-8C54-3985200D5E31}"/>
              </a:ext>
            </a:extLst>
          </p:cNvPr>
          <p:cNvSpPr>
            <a:spLocks noGrp="1" noChangeArrowheads="1"/>
          </p:cNvSpPr>
          <p:nvPr>
            <p:ph type="title" idx="4294967295"/>
          </p:nvPr>
        </p:nvSpPr>
        <p:spPr>
          <a:xfrm>
            <a:off x="1073150" y="201613"/>
            <a:ext cx="7613650" cy="576262"/>
          </a:xfrm>
        </p:spPr>
        <p:txBody>
          <a:bodyPr/>
          <a:lstStyle/>
          <a:p>
            <a:pPr eaLnBrk="1" hangingPunct="1"/>
            <a:r>
              <a:rPr lang="en-US" altLang="en-US"/>
              <a:t>Deadlock Characterization</a:t>
            </a:r>
          </a:p>
        </p:txBody>
      </p:sp>
      <p:sp>
        <p:nvSpPr>
          <p:cNvPr id="10243" name="Rectangle 3">
            <a:extLst>
              <a:ext uri="{FF2B5EF4-FFF2-40B4-BE49-F238E27FC236}">
                <a16:creationId xmlns:a16="http://schemas.microsoft.com/office/drawing/2014/main" id="{F0C54D16-2451-7934-10C7-8CB29ACFDA5B}"/>
              </a:ext>
            </a:extLst>
          </p:cNvPr>
          <p:cNvSpPr>
            <a:spLocks noGrp="1" noChangeArrowheads="1"/>
          </p:cNvSpPr>
          <p:nvPr>
            <p:ph type="body" idx="4294967295"/>
          </p:nvPr>
        </p:nvSpPr>
        <p:spPr>
          <a:xfrm>
            <a:off x="1295400" y="1803400"/>
            <a:ext cx="7116763" cy="4017963"/>
          </a:xfrm>
        </p:spPr>
        <p:txBody>
          <a:bodyPr/>
          <a:lstStyle/>
          <a:p>
            <a:pPr eaLnBrk="1" hangingPunct="1"/>
            <a:r>
              <a:rPr lang="en-US" altLang="en-US" b="1"/>
              <a:t>Mutual exclusion:</a:t>
            </a:r>
            <a:r>
              <a:rPr lang="en-US" altLang="en-US"/>
              <a:t>  only one process at a time can use a resource</a:t>
            </a:r>
          </a:p>
          <a:p>
            <a:pPr eaLnBrk="1" hangingPunct="1"/>
            <a:endParaRPr lang="en-US" altLang="en-US" sz="400"/>
          </a:p>
          <a:p>
            <a:pPr eaLnBrk="1" hangingPunct="1"/>
            <a:r>
              <a:rPr lang="en-US" altLang="en-US" b="1"/>
              <a:t>Hold and wait:</a:t>
            </a:r>
            <a:r>
              <a:rPr lang="en-US" altLang="en-US"/>
              <a:t>  a process holding at least one resource is waiting to acquire additional resources held by other processes</a:t>
            </a:r>
          </a:p>
          <a:p>
            <a:pPr eaLnBrk="1" hangingPunct="1"/>
            <a:endParaRPr lang="en-US" altLang="en-US" sz="400"/>
          </a:p>
          <a:p>
            <a:pPr eaLnBrk="1" hangingPunct="1"/>
            <a:r>
              <a:rPr lang="en-US" altLang="en-US" b="1"/>
              <a:t>No preemption:</a:t>
            </a:r>
            <a:r>
              <a:rPr lang="en-US" altLang="en-US"/>
              <a:t>  a resource can be released only voluntarily by the process holding it, after that process has completed its task</a:t>
            </a:r>
          </a:p>
          <a:p>
            <a:pPr eaLnBrk="1" hangingPunct="1"/>
            <a:endParaRPr lang="en-US" altLang="en-US" sz="400"/>
          </a:p>
          <a:p>
            <a:pPr eaLnBrk="1" hangingPunct="1"/>
            <a:r>
              <a:rPr lang="en-US" altLang="en-US" b="1"/>
              <a:t>Circular wait:</a:t>
            </a:r>
            <a:r>
              <a:rPr lang="en-US" altLang="en-US"/>
              <a:t>  there exists a set {</a:t>
            </a:r>
            <a:r>
              <a:rPr lang="en-US" altLang="en-US" i="1"/>
              <a:t>P</a:t>
            </a:r>
            <a:r>
              <a:rPr lang="en-US" altLang="en-US" baseline="-25000"/>
              <a:t>0</a:t>
            </a:r>
            <a:r>
              <a:rPr lang="en-US" altLang="en-US"/>
              <a:t>, </a:t>
            </a:r>
            <a:r>
              <a:rPr lang="en-US" altLang="en-US" i="1"/>
              <a:t>P</a:t>
            </a:r>
            <a:r>
              <a:rPr lang="en-US" altLang="en-US" baseline="-25000"/>
              <a:t>1</a:t>
            </a:r>
            <a:r>
              <a:rPr lang="en-US" altLang="en-US"/>
              <a:t>, …, </a:t>
            </a:r>
            <a:r>
              <a:rPr lang="en-US" altLang="en-US" i="1"/>
              <a:t>P</a:t>
            </a:r>
            <a:r>
              <a:rPr lang="en-US" altLang="en-US" baseline="-25000"/>
              <a:t>n</a:t>
            </a:r>
            <a:r>
              <a:rPr lang="en-US" altLang="en-US"/>
              <a:t>} of waiting processes such that </a:t>
            </a:r>
            <a:r>
              <a:rPr lang="en-US" altLang="en-US" i="1"/>
              <a:t>P</a:t>
            </a:r>
            <a:r>
              <a:rPr lang="en-US" altLang="en-US" baseline="-25000"/>
              <a:t>0 </a:t>
            </a:r>
            <a:r>
              <a:rPr lang="en-US" altLang="en-US"/>
              <a:t>is waiting for a resource that is held by </a:t>
            </a:r>
            <a:r>
              <a:rPr lang="en-US" altLang="en-US" i="1"/>
              <a:t>P</a:t>
            </a:r>
            <a:r>
              <a:rPr lang="en-US" altLang="en-US" baseline="-25000"/>
              <a:t>1</a:t>
            </a:r>
            <a:r>
              <a:rPr lang="en-US" altLang="en-US"/>
              <a:t>, </a:t>
            </a:r>
            <a:r>
              <a:rPr lang="en-US" altLang="en-US" i="1"/>
              <a:t>P</a:t>
            </a:r>
            <a:r>
              <a:rPr lang="en-US" altLang="en-US" baseline="-25000"/>
              <a:t>1</a:t>
            </a:r>
            <a:r>
              <a:rPr lang="en-US" altLang="en-US"/>
              <a:t> is waiting for a resource that is held by  </a:t>
            </a:r>
            <a:r>
              <a:rPr lang="en-US" altLang="en-US" i="1"/>
              <a:t>P</a:t>
            </a:r>
            <a:r>
              <a:rPr lang="en-US" altLang="en-US" baseline="-25000"/>
              <a:t>2</a:t>
            </a:r>
            <a:r>
              <a:rPr lang="en-US" altLang="en-US"/>
              <a:t>, …, </a:t>
            </a:r>
            <a:r>
              <a:rPr lang="en-US" altLang="en-US" i="1"/>
              <a:t>P</a:t>
            </a:r>
            <a:r>
              <a:rPr lang="en-US" altLang="en-US" i="1" baseline="-25000"/>
              <a:t>n</a:t>
            </a:r>
            <a:r>
              <a:rPr lang="en-US" altLang="en-US" baseline="-25000"/>
              <a:t>–1</a:t>
            </a:r>
            <a:r>
              <a:rPr lang="en-US" altLang="en-US"/>
              <a:t> is waiting for a resource that is held by </a:t>
            </a:r>
            <a:r>
              <a:rPr lang="en-US" altLang="en-US" i="1"/>
              <a:t>P</a:t>
            </a:r>
            <a:r>
              <a:rPr lang="en-US" altLang="en-US" baseline="-25000"/>
              <a:t>n</a:t>
            </a:r>
            <a:r>
              <a:rPr lang="en-US" altLang="en-US"/>
              <a:t>, and </a:t>
            </a:r>
            <a:r>
              <a:rPr lang="en-US" altLang="en-US" i="1"/>
              <a:t>P</a:t>
            </a:r>
            <a:r>
              <a:rPr lang="en-US" altLang="en-US" baseline="-25000"/>
              <a:t>n</a:t>
            </a:r>
            <a:r>
              <a:rPr lang="en-US" altLang="en-US"/>
              <a:t> is waiting for a resource that is held by </a:t>
            </a:r>
            <a:r>
              <a:rPr lang="en-US" altLang="en-US" i="1"/>
              <a:t>P</a:t>
            </a:r>
            <a:r>
              <a:rPr lang="en-US" altLang="en-US" baseline="-25000"/>
              <a:t>0</a:t>
            </a:r>
            <a:endParaRPr lang="en-US" altLang="en-US"/>
          </a:p>
          <a:p>
            <a:pPr eaLnBrk="1" hangingPunct="1"/>
            <a:endParaRPr lang="en-US" altLang="en-US"/>
          </a:p>
        </p:txBody>
      </p:sp>
      <p:sp>
        <p:nvSpPr>
          <p:cNvPr id="10244" name="Text Box 5">
            <a:extLst>
              <a:ext uri="{FF2B5EF4-FFF2-40B4-BE49-F238E27FC236}">
                <a16:creationId xmlns:a16="http://schemas.microsoft.com/office/drawing/2014/main" id="{07063581-D018-7836-64CC-4FCD35808D32}"/>
              </a:ext>
            </a:extLst>
          </p:cNvPr>
          <p:cNvSpPr txBox="1">
            <a:spLocks noChangeArrowheads="1"/>
          </p:cNvSpPr>
          <p:nvPr/>
        </p:nvSpPr>
        <p:spPr bwMode="auto">
          <a:xfrm>
            <a:off x="1192213" y="1317625"/>
            <a:ext cx="5988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a:latin typeface="Helvetica" panose="020B0604020202020204" pitchFamily="34" charset="0"/>
              </a:rPr>
              <a:t>Deadlock can arise if four conditions hold simultaneously.</a:t>
            </a:r>
          </a:p>
        </p:txBody>
      </p:sp>
      <p:sp>
        <p:nvSpPr>
          <p:cNvPr id="10245" name="Rectangle 4">
            <a:extLst>
              <a:ext uri="{FF2B5EF4-FFF2-40B4-BE49-F238E27FC236}">
                <a16:creationId xmlns:a16="http://schemas.microsoft.com/office/drawing/2014/main" id="{D4B80520-E333-08AD-E0A9-C6B7FC22B8D4}"/>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C320574E-4645-D002-71F7-51C04838FA01}"/>
              </a:ext>
            </a:extLst>
          </p:cNvPr>
          <p:cNvSpPr>
            <a:spLocks noGrp="1" noChangeArrowheads="1"/>
          </p:cNvSpPr>
          <p:nvPr>
            <p:ph type="title" idx="4294967295"/>
          </p:nvPr>
        </p:nvSpPr>
        <p:spPr>
          <a:xfrm>
            <a:off x="1166813" y="201613"/>
            <a:ext cx="7519987" cy="576262"/>
          </a:xfrm>
        </p:spPr>
        <p:txBody>
          <a:bodyPr/>
          <a:lstStyle/>
          <a:p>
            <a:pPr eaLnBrk="1" hangingPunct="1"/>
            <a:r>
              <a:rPr lang="en-US" altLang="en-US"/>
              <a:t>Resource-Allocation Graph</a:t>
            </a:r>
          </a:p>
        </p:txBody>
      </p:sp>
      <p:sp>
        <p:nvSpPr>
          <p:cNvPr id="11267" name="Rectangle 3">
            <a:extLst>
              <a:ext uri="{FF2B5EF4-FFF2-40B4-BE49-F238E27FC236}">
                <a16:creationId xmlns:a16="http://schemas.microsoft.com/office/drawing/2014/main" id="{7073DBCA-3339-D626-81DF-F8881B8F25EE}"/>
              </a:ext>
            </a:extLst>
          </p:cNvPr>
          <p:cNvSpPr>
            <a:spLocks noGrp="1" noChangeArrowheads="1"/>
          </p:cNvSpPr>
          <p:nvPr>
            <p:ph type="body" idx="4294967295"/>
          </p:nvPr>
        </p:nvSpPr>
        <p:spPr>
          <a:xfrm>
            <a:off x="989013" y="1766888"/>
            <a:ext cx="6924675" cy="3825875"/>
          </a:xfrm>
        </p:spPr>
        <p:txBody>
          <a:bodyPr/>
          <a:lstStyle/>
          <a:p>
            <a:pPr eaLnBrk="1" hangingPunct="1"/>
            <a:r>
              <a:rPr lang="en-US" altLang="en-US"/>
              <a:t>V is partitioned into two types:</a:t>
            </a:r>
          </a:p>
          <a:p>
            <a:pPr lvl="1" eaLnBrk="1" hangingPunct="1"/>
            <a:r>
              <a:rPr lang="en-US" altLang="en-US" i="1"/>
              <a:t>P</a:t>
            </a:r>
            <a:r>
              <a:rPr lang="en-US" altLang="en-US"/>
              <a:t> = {</a:t>
            </a:r>
            <a:r>
              <a:rPr lang="en-US" altLang="en-US" i="1"/>
              <a:t>P</a:t>
            </a:r>
            <a:r>
              <a:rPr lang="en-US" altLang="en-US" baseline="-25000"/>
              <a:t>1</a:t>
            </a:r>
            <a:r>
              <a:rPr lang="en-US" altLang="en-US"/>
              <a:t>, </a:t>
            </a:r>
            <a:r>
              <a:rPr lang="en-US" altLang="en-US" i="1"/>
              <a:t>P</a:t>
            </a:r>
            <a:r>
              <a:rPr lang="en-US" altLang="en-US" baseline="-25000"/>
              <a:t>2</a:t>
            </a:r>
            <a:r>
              <a:rPr lang="en-US" altLang="en-US"/>
              <a:t>, …, </a:t>
            </a:r>
            <a:r>
              <a:rPr lang="en-US" altLang="en-US" i="1"/>
              <a:t>P</a:t>
            </a:r>
            <a:r>
              <a:rPr lang="en-US" altLang="en-US" i="1" baseline="-25000"/>
              <a:t>n</a:t>
            </a:r>
            <a:r>
              <a:rPr lang="en-US" altLang="en-US"/>
              <a:t>}, the set consisting of all the processes in the system</a:t>
            </a:r>
          </a:p>
          <a:p>
            <a:pPr lvl="1" eaLnBrk="1" hangingPunct="1"/>
            <a:r>
              <a:rPr lang="en-US" altLang="en-US" i="1"/>
              <a:t>R</a:t>
            </a:r>
            <a:r>
              <a:rPr lang="en-US" altLang="en-US"/>
              <a:t> = {</a:t>
            </a:r>
            <a:r>
              <a:rPr lang="en-US" altLang="en-US" i="1"/>
              <a:t>R</a:t>
            </a:r>
            <a:r>
              <a:rPr lang="en-US" altLang="en-US" baseline="-25000"/>
              <a:t>1</a:t>
            </a:r>
            <a:r>
              <a:rPr lang="en-US" altLang="en-US"/>
              <a:t>, </a:t>
            </a:r>
            <a:r>
              <a:rPr lang="en-US" altLang="en-US" i="1"/>
              <a:t>R</a:t>
            </a:r>
            <a:r>
              <a:rPr lang="en-US" altLang="en-US" baseline="-25000"/>
              <a:t>2</a:t>
            </a:r>
            <a:r>
              <a:rPr lang="en-US" altLang="en-US"/>
              <a:t>, …, </a:t>
            </a:r>
            <a:r>
              <a:rPr lang="en-US" altLang="en-US" i="1"/>
              <a:t>R</a:t>
            </a:r>
            <a:r>
              <a:rPr lang="en-US" altLang="en-US" i="1" baseline="-25000"/>
              <a:t>m</a:t>
            </a:r>
            <a:r>
              <a:rPr lang="en-US" altLang="en-US"/>
              <a:t>}, the set consisting of all resource types in the system</a:t>
            </a:r>
          </a:p>
          <a:p>
            <a:pPr lvl="1" eaLnBrk="1" hangingPunct="1"/>
            <a:endParaRPr lang="en-US" altLang="en-US" sz="800"/>
          </a:p>
          <a:p>
            <a:pPr eaLnBrk="1" hangingPunct="1"/>
            <a:r>
              <a:rPr lang="en-US" altLang="en-US" b="1">
                <a:solidFill>
                  <a:srgbClr val="3366FF"/>
                </a:solidFill>
              </a:rPr>
              <a:t>request edge</a:t>
            </a:r>
            <a:r>
              <a:rPr lang="en-US" altLang="en-US">
                <a:solidFill>
                  <a:srgbClr val="3366FF"/>
                </a:solidFill>
              </a:rPr>
              <a:t> </a:t>
            </a:r>
            <a:r>
              <a:rPr lang="en-US" altLang="en-US"/>
              <a:t>– directed edge </a:t>
            </a:r>
            <a:r>
              <a:rPr lang="en-US" altLang="en-US" i="1"/>
              <a:t>P</a:t>
            </a:r>
            <a:r>
              <a:rPr lang="en-US" altLang="en-US" i="1" baseline="-25000"/>
              <a:t>i </a:t>
            </a:r>
            <a:r>
              <a:rPr lang="en-US" altLang="en-US">
                <a:sym typeface="Symbol" panose="05050102010706020507" pitchFamily="18" charset="2"/>
              </a:rPr>
              <a:t> </a:t>
            </a:r>
            <a:r>
              <a:rPr lang="en-US" altLang="en-US" i="1">
                <a:sym typeface="Symbol" panose="05050102010706020507" pitchFamily="18" charset="2"/>
              </a:rPr>
              <a:t>R</a:t>
            </a:r>
            <a:r>
              <a:rPr lang="en-US" altLang="en-US" i="1" baseline="-25000">
                <a:sym typeface="Symbol" panose="05050102010706020507" pitchFamily="18" charset="2"/>
              </a:rPr>
              <a:t>j</a:t>
            </a:r>
          </a:p>
          <a:p>
            <a:pPr eaLnBrk="1" hangingPunct="1"/>
            <a:endParaRPr lang="en-US" altLang="en-US" sz="800" i="1" baseline="-25000">
              <a:sym typeface="Symbol" panose="05050102010706020507" pitchFamily="18" charset="2"/>
            </a:endParaRPr>
          </a:p>
          <a:p>
            <a:pPr eaLnBrk="1" hangingPunct="1"/>
            <a:r>
              <a:rPr lang="en-US" altLang="en-US" b="1">
                <a:solidFill>
                  <a:srgbClr val="3366FF"/>
                </a:solidFill>
                <a:sym typeface="Symbol" panose="05050102010706020507" pitchFamily="18" charset="2"/>
              </a:rPr>
              <a:t>assignment edge</a:t>
            </a:r>
            <a:r>
              <a:rPr lang="en-US" altLang="en-US">
                <a:solidFill>
                  <a:srgbClr val="3366FF"/>
                </a:solidFill>
                <a:sym typeface="Symbol" panose="05050102010706020507" pitchFamily="18" charset="2"/>
              </a:rPr>
              <a:t> </a:t>
            </a:r>
            <a:r>
              <a:rPr lang="en-US" altLang="en-US"/>
              <a:t>– directed edge </a:t>
            </a:r>
            <a:r>
              <a:rPr lang="en-US" altLang="en-US" i="1"/>
              <a:t>R</a:t>
            </a:r>
            <a:r>
              <a:rPr lang="en-US" altLang="en-US" i="1" baseline="-25000"/>
              <a:t>j</a:t>
            </a:r>
            <a:r>
              <a:rPr lang="en-US" altLang="en-US" i="1"/>
              <a:t> </a:t>
            </a:r>
            <a:r>
              <a:rPr lang="en-US" altLang="en-US">
                <a:sym typeface="Symbol" panose="05050102010706020507" pitchFamily="18" charset="2"/>
              </a:rPr>
              <a:t> </a:t>
            </a:r>
            <a:r>
              <a:rPr lang="en-US" altLang="en-US" i="1">
                <a:sym typeface="Symbol" panose="05050102010706020507" pitchFamily="18" charset="2"/>
              </a:rPr>
              <a:t>P</a:t>
            </a:r>
            <a:r>
              <a:rPr lang="en-US" altLang="en-US" i="1" baseline="-25000">
                <a:sym typeface="Symbol" panose="05050102010706020507" pitchFamily="18" charset="2"/>
              </a:rPr>
              <a:t>i</a:t>
            </a:r>
            <a:endParaRPr lang="en-US" altLang="en-US">
              <a:sym typeface="Symbol" panose="05050102010706020507" pitchFamily="18" charset="2"/>
            </a:endParaRPr>
          </a:p>
        </p:txBody>
      </p:sp>
      <p:sp>
        <p:nvSpPr>
          <p:cNvPr id="11268" name="Text Box 4">
            <a:extLst>
              <a:ext uri="{FF2B5EF4-FFF2-40B4-BE49-F238E27FC236}">
                <a16:creationId xmlns:a16="http://schemas.microsoft.com/office/drawing/2014/main" id="{2BFB28F9-1858-EDC6-F389-465DD0433C91}"/>
              </a:ext>
            </a:extLst>
          </p:cNvPr>
          <p:cNvSpPr txBox="1">
            <a:spLocks noChangeArrowheads="1"/>
          </p:cNvSpPr>
          <p:nvPr/>
        </p:nvSpPr>
        <p:spPr bwMode="auto">
          <a:xfrm>
            <a:off x="992188" y="1285875"/>
            <a:ext cx="42497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a:latin typeface="Helvetica" panose="020B0604020202020204" pitchFamily="34" charset="0"/>
              </a:rPr>
              <a:t>A set of vertices </a:t>
            </a:r>
            <a:r>
              <a:rPr lang="en-US" altLang="en-US" i="1">
                <a:latin typeface="Helvetica" panose="020B0604020202020204" pitchFamily="34" charset="0"/>
              </a:rPr>
              <a:t>V</a:t>
            </a:r>
            <a:r>
              <a:rPr lang="en-US" altLang="en-US">
                <a:latin typeface="Helvetica" panose="020B0604020202020204" pitchFamily="34" charset="0"/>
              </a:rPr>
              <a:t> and a set of edges </a:t>
            </a:r>
            <a:r>
              <a:rPr lang="en-US" altLang="en-US" i="1">
                <a:latin typeface="Helvetica" panose="020B0604020202020204" pitchFamily="34" charset="0"/>
              </a:rPr>
              <a:t>E</a:t>
            </a:r>
            <a:endParaRPr lang="en-US" altLang="en-US">
              <a:latin typeface="Helvetica" panose="020B0604020202020204" pitchFamily="34" charset="0"/>
            </a:endParaRPr>
          </a:p>
        </p:txBody>
      </p:sp>
      <p:sp>
        <p:nvSpPr>
          <p:cNvPr id="11269" name="Rectangle 4">
            <a:extLst>
              <a:ext uri="{FF2B5EF4-FFF2-40B4-BE49-F238E27FC236}">
                <a16:creationId xmlns:a16="http://schemas.microsoft.com/office/drawing/2014/main" id="{C84841C3-2622-D84A-A2B2-92096A73BC54}"/>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A0B039E-2F6A-37EE-D36F-D8821F2F8F3F}"/>
              </a:ext>
            </a:extLst>
          </p:cNvPr>
          <p:cNvSpPr>
            <a:spLocks noGrp="1" noChangeArrowheads="1"/>
          </p:cNvSpPr>
          <p:nvPr>
            <p:ph type="title" idx="4294967295"/>
          </p:nvPr>
        </p:nvSpPr>
        <p:spPr>
          <a:xfrm>
            <a:off x="1044575" y="201613"/>
            <a:ext cx="7642225" cy="576262"/>
          </a:xfrm>
        </p:spPr>
        <p:txBody>
          <a:bodyPr/>
          <a:lstStyle/>
          <a:p>
            <a:pPr eaLnBrk="1" hangingPunct="1"/>
            <a:r>
              <a:rPr lang="en-US" altLang="en-US"/>
              <a:t>Resource-Allocation Graph (Cont.)</a:t>
            </a:r>
          </a:p>
        </p:txBody>
      </p:sp>
      <p:sp>
        <p:nvSpPr>
          <p:cNvPr id="12291" name="Rectangle 3">
            <a:extLst>
              <a:ext uri="{FF2B5EF4-FFF2-40B4-BE49-F238E27FC236}">
                <a16:creationId xmlns:a16="http://schemas.microsoft.com/office/drawing/2014/main" id="{0286077A-F958-CFA1-FB6B-A419F7EF8BF0}"/>
              </a:ext>
            </a:extLst>
          </p:cNvPr>
          <p:cNvSpPr>
            <a:spLocks noGrp="1" noChangeArrowheads="1"/>
          </p:cNvSpPr>
          <p:nvPr>
            <p:ph type="body" idx="4294967295"/>
          </p:nvPr>
        </p:nvSpPr>
        <p:spPr/>
        <p:txBody>
          <a:bodyPr/>
          <a:lstStyle/>
          <a:p>
            <a:pPr eaLnBrk="1" hangingPunct="1"/>
            <a:r>
              <a:rPr lang="en-US" altLang="en-US"/>
              <a:t>Process</a:t>
            </a:r>
            <a:br>
              <a:rPr lang="en-US" altLang="en-US"/>
            </a:br>
            <a:br>
              <a:rPr lang="en-US" altLang="en-US"/>
            </a:br>
            <a:endParaRPr lang="en-US" altLang="en-US"/>
          </a:p>
          <a:p>
            <a:pPr eaLnBrk="1" hangingPunct="1"/>
            <a:endParaRPr lang="en-US" altLang="en-US" sz="800"/>
          </a:p>
          <a:p>
            <a:pPr eaLnBrk="1" hangingPunct="1"/>
            <a:r>
              <a:rPr lang="en-US" altLang="en-US"/>
              <a:t>Resource Type with 4 instances</a:t>
            </a:r>
          </a:p>
          <a:p>
            <a:pPr eaLnBrk="1" hangingPunct="1">
              <a:buFont typeface="Wingdings" panose="05000000000000000000" pitchFamily="2" charset="2"/>
              <a:buNone/>
            </a:pPr>
            <a:endParaRPr lang="en-US" altLang="en-US"/>
          </a:p>
          <a:p>
            <a:pPr eaLnBrk="1" hangingPunct="1"/>
            <a:endParaRPr lang="en-US" altLang="en-US"/>
          </a:p>
          <a:p>
            <a:pPr eaLnBrk="1" hangingPunct="1"/>
            <a:r>
              <a:rPr lang="en-US" altLang="en-US" i="1"/>
              <a:t>P</a:t>
            </a:r>
            <a:r>
              <a:rPr lang="en-US" altLang="en-US" i="1" baseline="-25000"/>
              <a:t>i</a:t>
            </a:r>
            <a:r>
              <a:rPr lang="en-US" altLang="en-US" i="1"/>
              <a:t> </a:t>
            </a:r>
            <a:r>
              <a:rPr lang="en-US" altLang="en-US"/>
              <a:t>requests instance of </a:t>
            </a:r>
            <a:r>
              <a:rPr lang="en-US" altLang="en-US" i="1"/>
              <a:t>R</a:t>
            </a:r>
            <a:r>
              <a:rPr lang="en-US" altLang="en-US" i="1" baseline="-25000"/>
              <a:t>j</a:t>
            </a:r>
            <a:endParaRPr lang="en-US" altLang="en-US"/>
          </a:p>
          <a:p>
            <a:pPr eaLnBrk="1" hangingPunct="1"/>
            <a:endParaRPr lang="en-US" altLang="en-US"/>
          </a:p>
          <a:p>
            <a:pPr eaLnBrk="1" hangingPunct="1">
              <a:buFont typeface="Wingdings" panose="05000000000000000000" pitchFamily="2" charset="2"/>
              <a:buNone/>
            </a:pPr>
            <a:endParaRPr lang="en-US" altLang="en-US"/>
          </a:p>
          <a:p>
            <a:pPr eaLnBrk="1" hangingPunct="1">
              <a:buFont typeface="Wingdings" panose="05000000000000000000" pitchFamily="2" charset="2"/>
              <a:buNone/>
            </a:pPr>
            <a:endParaRPr lang="en-US" altLang="en-US" sz="800"/>
          </a:p>
          <a:p>
            <a:pPr eaLnBrk="1" hangingPunct="1"/>
            <a:r>
              <a:rPr lang="en-US" altLang="en-US" i="1"/>
              <a:t>P</a:t>
            </a:r>
            <a:r>
              <a:rPr lang="en-US" altLang="en-US" i="1" baseline="-25000"/>
              <a:t>i</a:t>
            </a:r>
            <a:r>
              <a:rPr lang="en-US" altLang="en-US"/>
              <a:t> is holding an instance of </a:t>
            </a:r>
            <a:r>
              <a:rPr lang="en-US" altLang="en-US" i="1"/>
              <a:t>R</a:t>
            </a:r>
            <a:r>
              <a:rPr lang="en-US" altLang="en-US" i="1" baseline="-25000"/>
              <a:t>j</a:t>
            </a:r>
            <a:endParaRPr lang="en-US" altLang="en-US" i="1"/>
          </a:p>
        </p:txBody>
      </p:sp>
      <p:sp>
        <p:nvSpPr>
          <p:cNvPr id="12292" name="Oval 4">
            <a:extLst>
              <a:ext uri="{FF2B5EF4-FFF2-40B4-BE49-F238E27FC236}">
                <a16:creationId xmlns:a16="http://schemas.microsoft.com/office/drawing/2014/main" id="{D5113E14-740A-A2EB-EFB2-96F0BF85E8F5}"/>
              </a:ext>
            </a:extLst>
          </p:cNvPr>
          <p:cNvSpPr>
            <a:spLocks noChangeArrowheads="1"/>
          </p:cNvSpPr>
          <p:nvPr/>
        </p:nvSpPr>
        <p:spPr bwMode="auto">
          <a:xfrm>
            <a:off x="4143375" y="1504950"/>
            <a:ext cx="495300" cy="4953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293" name="Oval 5">
            <a:extLst>
              <a:ext uri="{FF2B5EF4-FFF2-40B4-BE49-F238E27FC236}">
                <a16:creationId xmlns:a16="http://schemas.microsoft.com/office/drawing/2014/main" id="{334D824E-C3EC-A2FC-5E49-6C795644B5E1}"/>
              </a:ext>
            </a:extLst>
          </p:cNvPr>
          <p:cNvSpPr>
            <a:spLocks noChangeArrowheads="1"/>
          </p:cNvSpPr>
          <p:nvPr/>
        </p:nvSpPr>
        <p:spPr bwMode="auto">
          <a:xfrm>
            <a:off x="3952875" y="5286375"/>
            <a:ext cx="495300" cy="4953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i="1">
                <a:latin typeface="Helvetica" panose="020B0604020202020204" pitchFamily="34" charset="0"/>
              </a:rPr>
              <a:t>P</a:t>
            </a:r>
            <a:r>
              <a:rPr lang="en-US" altLang="en-US" i="1" baseline="-25000">
                <a:latin typeface="Helvetica" panose="020B0604020202020204" pitchFamily="34" charset="0"/>
              </a:rPr>
              <a:t>i</a:t>
            </a:r>
            <a:endParaRPr lang="en-US" altLang="en-US">
              <a:latin typeface="Helvetica" panose="020B0604020202020204" pitchFamily="34" charset="0"/>
            </a:endParaRPr>
          </a:p>
        </p:txBody>
      </p:sp>
      <p:sp>
        <p:nvSpPr>
          <p:cNvPr id="12294" name="Oval 6">
            <a:extLst>
              <a:ext uri="{FF2B5EF4-FFF2-40B4-BE49-F238E27FC236}">
                <a16:creationId xmlns:a16="http://schemas.microsoft.com/office/drawing/2014/main" id="{D3CC0AC0-0762-47A0-F0E5-7BDC04842F09}"/>
              </a:ext>
            </a:extLst>
          </p:cNvPr>
          <p:cNvSpPr>
            <a:spLocks noChangeArrowheads="1"/>
          </p:cNvSpPr>
          <p:nvPr/>
        </p:nvSpPr>
        <p:spPr bwMode="auto">
          <a:xfrm>
            <a:off x="3860800" y="3829050"/>
            <a:ext cx="495300" cy="4953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r>
              <a:rPr lang="en-US" altLang="en-US" i="1">
                <a:latin typeface="Helvetica" panose="020B0604020202020204" pitchFamily="34" charset="0"/>
              </a:rPr>
              <a:t>P</a:t>
            </a:r>
            <a:r>
              <a:rPr lang="en-US" altLang="en-US" i="1" baseline="-25000">
                <a:latin typeface="Helvetica" panose="020B0604020202020204" pitchFamily="34" charset="0"/>
              </a:rPr>
              <a:t>i</a:t>
            </a:r>
            <a:endParaRPr lang="en-US" altLang="en-US" i="1">
              <a:latin typeface="Helvetica" panose="020B0604020202020204" pitchFamily="34" charset="0"/>
            </a:endParaRPr>
          </a:p>
        </p:txBody>
      </p:sp>
      <p:grpSp>
        <p:nvGrpSpPr>
          <p:cNvPr id="12295" name="Group 12">
            <a:extLst>
              <a:ext uri="{FF2B5EF4-FFF2-40B4-BE49-F238E27FC236}">
                <a16:creationId xmlns:a16="http://schemas.microsoft.com/office/drawing/2014/main" id="{161731A1-FEED-72BE-DD24-A6C7E2511B94}"/>
              </a:ext>
            </a:extLst>
          </p:cNvPr>
          <p:cNvGrpSpPr>
            <a:grpSpLocks/>
          </p:cNvGrpSpPr>
          <p:nvPr/>
        </p:nvGrpSpPr>
        <p:grpSpPr bwMode="auto">
          <a:xfrm>
            <a:off x="4232275" y="2825750"/>
            <a:ext cx="438150" cy="419100"/>
            <a:chOff x="2666" y="1966"/>
            <a:chExt cx="276" cy="264"/>
          </a:xfrm>
        </p:grpSpPr>
        <p:sp>
          <p:nvSpPr>
            <p:cNvPr id="12313" name="Rectangle 7">
              <a:extLst>
                <a:ext uri="{FF2B5EF4-FFF2-40B4-BE49-F238E27FC236}">
                  <a16:creationId xmlns:a16="http://schemas.microsoft.com/office/drawing/2014/main" id="{634CFA03-0122-DB75-AAF9-B2096C051A9D}"/>
                </a:ext>
              </a:extLst>
            </p:cNvPr>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14" name="Rectangle 8">
              <a:extLst>
                <a:ext uri="{FF2B5EF4-FFF2-40B4-BE49-F238E27FC236}">
                  <a16:creationId xmlns:a16="http://schemas.microsoft.com/office/drawing/2014/main" id="{67D7FF1C-0A58-1F69-8E16-A1BDA3DCB7F3}"/>
                </a:ext>
              </a:extLst>
            </p:cNvPr>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15" name="Rectangle 9">
              <a:extLst>
                <a:ext uri="{FF2B5EF4-FFF2-40B4-BE49-F238E27FC236}">
                  <a16:creationId xmlns:a16="http://schemas.microsoft.com/office/drawing/2014/main" id="{C45BE885-6E92-836F-3D19-DD9BC23938D0}"/>
                </a:ext>
              </a:extLst>
            </p:cNvPr>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16" name="Rectangle 10">
              <a:extLst>
                <a:ext uri="{FF2B5EF4-FFF2-40B4-BE49-F238E27FC236}">
                  <a16:creationId xmlns:a16="http://schemas.microsoft.com/office/drawing/2014/main" id="{BE8EE399-41E7-F99E-7FA9-F7E063D408BC}"/>
                </a:ext>
              </a:extLst>
            </p:cNvPr>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17" name="Rectangle 11">
              <a:extLst>
                <a:ext uri="{FF2B5EF4-FFF2-40B4-BE49-F238E27FC236}">
                  <a16:creationId xmlns:a16="http://schemas.microsoft.com/office/drawing/2014/main" id="{46250E33-15F9-1132-918F-F4685659AA23}"/>
                </a:ext>
              </a:extLst>
            </p:cNvPr>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grpSp>
      <p:grpSp>
        <p:nvGrpSpPr>
          <p:cNvPr id="12296" name="Group 13">
            <a:extLst>
              <a:ext uri="{FF2B5EF4-FFF2-40B4-BE49-F238E27FC236}">
                <a16:creationId xmlns:a16="http://schemas.microsoft.com/office/drawing/2014/main" id="{8116A5AF-4301-4048-A6A7-B810E5C5FF94}"/>
              </a:ext>
            </a:extLst>
          </p:cNvPr>
          <p:cNvGrpSpPr>
            <a:grpSpLocks/>
          </p:cNvGrpSpPr>
          <p:nvPr/>
        </p:nvGrpSpPr>
        <p:grpSpPr bwMode="auto">
          <a:xfrm>
            <a:off x="4692650" y="3892550"/>
            <a:ext cx="438150" cy="419100"/>
            <a:chOff x="2666" y="1966"/>
            <a:chExt cx="276" cy="264"/>
          </a:xfrm>
        </p:grpSpPr>
        <p:sp>
          <p:nvSpPr>
            <p:cNvPr id="12308" name="Rectangle 14">
              <a:extLst>
                <a:ext uri="{FF2B5EF4-FFF2-40B4-BE49-F238E27FC236}">
                  <a16:creationId xmlns:a16="http://schemas.microsoft.com/office/drawing/2014/main" id="{82915345-AA73-D2BB-F5F2-C67725A26FEB}"/>
                </a:ext>
              </a:extLst>
            </p:cNvPr>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09" name="Rectangle 15">
              <a:extLst>
                <a:ext uri="{FF2B5EF4-FFF2-40B4-BE49-F238E27FC236}">
                  <a16:creationId xmlns:a16="http://schemas.microsoft.com/office/drawing/2014/main" id="{43C33339-3F8D-9783-73E9-2FE1AA0F8BF6}"/>
                </a:ext>
              </a:extLst>
            </p:cNvPr>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10" name="Rectangle 16">
              <a:extLst>
                <a:ext uri="{FF2B5EF4-FFF2-40B4-BE49-F238E27FC236}">
                  <a16:creationId xmlns:a16="http://schemas.microsoft.com/office/drawing/2014/main" id="{526E0E02-D8E8-D181-A8F9-CC8DA47685BC}"/>
                </a:ext>
              </a:extLst>
            </p:cNvPr>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11" name="Rectangle 17">
              <a:extLst>
                <a:ext uri="{FF2B5EF4-FFF2-40B4-BE49-F238E27FC236}">
                  <a16:creationId xmlns:a16="http://schemas.microsoft.com/office/drawing/2014/main" id="{C9136DCF-3756-D3AA-28C5-F107EFAE9E07}"/>
                </a:ext>
              </a:extLst>
            </p:cNvPr>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12" name="Rectangle 18">
              <a:extLst>
                <a:ext uri="{FF2B5EF4-FFF2-40B4-BE49-F238E27FC236}">
                  <a16:creationId xmlns:a16="http://schemas.microsoft.com/office/drawing/2014/main" id="{014E412B-D892-D1FC-F4CA-EFCE1E64E7B8}"/>
                </a:ext>
              </a:extLst>
            </p:cNvPr>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grpSp>
      <p:sp>
        <p:nvSpPr>
          <p:cNvPr id="12297" name="Line 19">
            <a:extLst>
              <a:ext uri="{FF2B5EF4-FFF2-40B4-BE49-F238E27FC236}">
                <a16:creationId xmlns:a16="http://schemas.microsoft.com/office/drawing/2014/main" id="{745A0EC1-7ADE-A792-1B86-A54F0C88C04E}"/>
              </a:ext>
            </a:extLst>
          </p:cNvPr>
          <p:cNvSpPr>
            <a:spLocks noChangeShapeType="1"/>
          </p:cNvSpPr>
          <p:nvPr/>
        </p:nvSpPr>
        <p:spPr bwMode="auto">
          <a:xfrm>
            <a:off x="4365625" y="409575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2298" name="Text Box 20">
            <a:extLst>
              <a:ext uri="{FF2B5EF4-FFF2-40B4-BE49-F238E27FC236}">
                <a16:creationId xmlns:a16="http://schemas.microsoft.com/office/drawing/2014/main" id="{B8DB9F0C-22FE-CB2F-0053-9E10D634A318}"/>
              </a:ext>
            </a:extLst>
          </p:cNvPr>
          <p:cNvSpPr txBox="1">
            <a:spLocks noChangeArrowheads="1"/>
          </p:cNvSpPr>
          <p:nvPr/>
        </p:nvSpPr>
        <p:spPr bwMode="auto">
          <a:xfrm>
            <a:off x="4752975" y="4310063"/>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sz="1400" i="1">
                <a:latin typeface="Helvetica" panose="020B0604020202020204" pitchFamily="34" charset="0"/>
              </a:rPr>
              <a:t>R</a:t>
            </a:r>
            <a:r>
              <a:rPr lang="en-US" altLang="en-US" sz="1400" i="1" baseline="-25000">
                <a:latin typeface="Helvetica" panose="020B0604020202020204" pitchFamily="34" charset="0"/>
              </a:rPr>
              <a:t>j</a:t>
            </a:r>
            <a:endParaRPr lang="en-US" altLang="en-US" sz="1400" i="1">
              <a:latin typeface="Helvetica" panose="020B0604020202020204" pitchFamily="34" charset="0"/>
            </a:endParaRPr>
          </a:p>
        </p:txBody>
      </p:sp>
      <p:grpSp>
        <p:nvGrpSpPr>
          <p:cNvPr id="12299" name="Group 21">
            <a:extLst>
              <a:ext uri="{FF2B5EF4-FFF2-40B4-BE49-F238E27FC236}">
                <a16:creationId xmlns:a16="http://schemas.microsoft.com/office/drawing/2014/main" id="{E275C9A1-A909-AA59-F455-02AA00F9D47D}"/>
              </a:ext>
            </a:extLst>
          </p:cNvPr>
          <p:cNvGrpSpPr>
            <a:grpSpLocks/>
          </p:cNvGrpSpPr>
          <p:nvPr/>
        </p:nvGrpSpPr>
        <p:grpSpPr bwMode="auto">
          <a:xfrm>
            <a:off x="4746625" y="5349875"/>
            <a:ext cx="438150" cy="419100"/>
            <a:chOff x="2666" y="1966"/>
            <a:chExt cx="276" cy="264"/>
          </a:xfrm>
        </p:grpSpPr>
        <p:sp>
          <p:nvSpPr>
            <p:cNvPr id="12303" name="Rectangle 22">
              <a:extLst>
                <a:ext uri="{FF2B5EF4-FFF2-40B4-BE49-F238E27FC236}">
                  <a16:creationId xmlns:a16="http://schemas.microsoft.com/office/drawing/2014/main" id="{B75D48C6-6149-3D73-B73B-5D778BA23A6D}"/>
                </a:ext>
              </a:extLst>
            </p:cNvPr>
            <p:cNvSpPr>
              <a:spLocks noChangeArrowheads="1"/>
            </p:cNvSpPr>
            <p:nvPr/>
          </p:nvSpPr>
          <p:spPr bwMode="auto">
            <a:xfrm>
              <a:off x="2666" y="1966"/>
              <a:ext cx="276" cy="264"/>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04" name="Rectangle 23">
              <a:extLst>
                <a:ext uri="{FF2B5EF4-FFF2-40B4-BE49-F238E27FC236}">
                  <a16:creationId xmlns:a16="http://schemas.microsoft.com/office/drawing/2014/main" id="{C0CF55A3-D5B8-BFA6-1EEE-1CB76ADB2BD8}"/>
                </a:ext>
              </a:extLst>
            </p:cNvPr>
            <p:cNvSpPr>
              <a:spLocks noChangeArrowheads="1"/>
            </p:cNvSpPr>
            <p:nvPr/>
          </p:nvSpPr>
          <p:spPr bwMode="auto">
            <a:xfrm>
              <a:off x="2736"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05" name="Rectangle 24">
              <a:extLst>
                <a:ext uri="{FF2B5EF4-FFF2-40B4-BE49-F238E27FC236}">
                  <a16:creationId xmlns:a16="http://schemas.microsoft.com/office/drawing/2014/main" id="{A38578D7-BE38-6C64-E25D-20655AAEA5F7}"/>
                </a:ext>
              </a:extLst>
            </p:cNvPr>
            <p:cNvSpPr>
              <a:spLocks noChangeArrowheads="1"/>
            </p:cNvSpPr>
            <p:nvPr/>
          </p:nvSpPr>
          <p:spPr bwMode="auto">
            <a:xfrm>
              <a:off x="2832" y="2026"/>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06" name="Rectangle 25">
              <a:extLst>
                <a:ext uri="{FF2B5EF4-FFF2-40B4-BE49-F238E27FC236}">
                  <a16:creationId xmlns:a16="http://schemas.microsoft.com/office/drawing/2014/main" id="{407088BD-A887-5E62-6152-67BE95CF0393}"/>
                </a:ext>
              </a:extLst>
            </p:cNvPr>
            <p:cNvSpPr>
              <a:spLocks noChangeArrowheads="1"/>
            </p:cNvSpPr>
            <p:nvPr/>
          </p:nvSpPr>
          <p:spPr bwMode="auto">
            <a:xfrm>
              <a:off x="2736"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
          <p:nvSpPr>
            <p:cNvPr id="12307" name="Rectangle 26">
              <a:extLst>
                <a:ext uri="{FF2B5EF4-FFF2-40B4-BE49-F238E27FC236}">
                  <a16:creationId xmlns:a16="http://schemas.microsoft.com/office/drawing/2014/main" id="{28CC7190-3F3C-097F-E1EE-A28CE306BB75}"/>
                </a:ext>
              </a:extLst>
            </p:cNvPr>
            <p:cNvSpPr>
              <a:spLocks noChangeArrowheads="1"/>
            </p:cNvSpPr>
            <p:nvPr/>
          </p:nvSpPr>
          <p:spPr bwMode="auto">
            <a:xfrm>
              <a:off x="2832" y="2108"/>
              <a:ext cx="47" cy="47"/>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grpSp>
      <p:sp>
        <p:nvSpPr>
          <p:cNvPr id="12300" name="Line 27">
            <a:extLst>
              <a:ext uri="{FF2B5EF4-FFF2-40B4-BE49-F238E27FC236}">
                <a16:creationId xmlns:a16="http://schemas.microsoft.com/office/drawing/2014/main" id="{28CAB783-F20A-0431-A42E-4D0AAF4622F5}"/>
              </a:ext>
            </a:extLst>
          </p:cNvPr>
          <p:cNvSpPr>
            <a:spLocks noChangeShapeType="1"/>
          </p:cNvSpPr>
          <p:nvPr/>
        </p:nvSpPr>
        <p:spPr bwMode="auto">
          <a:xfrm flipH="1">
            <a:off x="4419600" y="5495925"/>
            <a:ext cx="476250" cy="10477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IN"/>
          </a:p>
        </p:txBody>
      </p:sp>
      <p:sp>
        <p:nvSpPr>
          <p:cNvPr id="12301" name="Text Box 28">
            <a:extLst>
              <a:ext uri="{FF2B5EF4-FFF2-40B4-BE49-F238E27FC236}">
                <a16:creationId xmlns:a16="http://schemas.microsoft.com/office/drawing/2014/main" id="{167A2322-2F07-7255-1C3F-3BD108130AB5}"/>
              </a:ext>
            </a:extLst>
          </p:cNvPr>
          <p:cNvSpPr txBox="1">
            <a:spLocks noChangeArrowheads="1"/>
          </p:cNvSpPr>
          <p:nvPr/>
        </p:nvSpPr>
        <p:spPr bwMode="auto">
          <a:xfrm>
            <a:off x="4797425" y="5738813"/>
            <a:ext cx="3381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sz="1400" i="1">
                <a:latin typeface="Helvetica" panose="020B0604020202020204" pitchFamily="34" charset="0"/>
              </a:rPr>
              <a:t>R</a:t>
            </a:r>
            <a:r>
              <a:rPr lang="en-US" altLang="en-US" sz="1400" i="1" baseline="-25000">
                <a:latin typeface="Helvetica" panose="020B0604020202020204" pitchFamily="34" charset="0"/>
              </a:rPr>
              <a:t>j</a:t>
            </a:r>
            <a:endParaRPr lang="en-US" altLang="en-US" sz="1400" i="1">
              <a:latin typeface="Helvetica" panose="020B0604020202020204" pitchFamily="34" charset="0"/>
            </a:endParaRPr>
          </a:p>
        </p:txBody>
      </p:sp>
      <p:sp>
        <p:nvSpPr>
          <p:cNvPr id="12302" name="Rectangle 28">
            <a:extLst>
              <a:ext uri="{FF2B5EF4-FFF2-40B4-BE49-F238E27FC236}">
                <a16:creationId xmlns:a16="http://schemas.microsoft.com/office/drawing/2014/main" id="{24B5E429-8817-247F-E4B8-B7315DE42523}"/>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a:extLst>
              <a:ext uri="{FF2B5EF4-FFF2-40B4-BE49-F238E27FC236}">
                <a16:creationId xmlns:a16="http://schemas.microsoft.com/office/drawing/2014/main" id="{F819E5C9-DE41-2BE8-4578-5F44A3CE29B3}"/>
              </a:ext>
            </a:extLst>
          </p:cNvPr>
          <p:cNvSpPr>
            <a:spLocks noGrp="1" noChangeArrowheads="1"/>
          </p:cNvSpPr>
          <p:nvPr>
            <p:ph type="title" idx="4294967295"/>
          </p:nvPr>
        </p:nvSpPr>
        <p:spPr>
          <a:xfrm>
            <a:off x="839788" y="261938"/>
            <a:ext cx="8118475" cy="512762"/>
          </a:xfrm>
        </p:spPr>
        <p:txBody>
          <a:bodyPr/>
          <a:lstStyle/>
          <a:p>
            <a:pPr eaLnBrk="1" hangingPunct="1"/>
            <a:r>
              <a:rPr lang="en-US" altLang="en-US"/>
              <a:t>Example of a Resource Allocation Graph</a:t>
            </a:r>
          </a:p>
        </p:txBody>
      </p:sp>
      <p:pic>
        <p:nvPicPr>
          <p:cNvPr id="13315" name="Picture 1032">
            <a:extLst>
              <a:ext uri="{FF2B5EF4-FFF2-40B4-BE49-F238E27FC236}">
                <a16:creationId xmlns:a16="http://schemas.microsoft.com/office/drawing/2014/main" id="{4F26C8F6-5C4A-CA4F-7D07-70A4875070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5287" t="926" r="25287" b="1532"/>
          <a:stretch>
            <a:fillRect/>
          </a:stretch>
        </p:blipFill>
        <p:spPr bwMode="auto">
          <a:xfrm>
            <a:off x="3146425" y="1804988"/>
            <a:ext cx="2741613" cy="4059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13316" name="Rectangle 3">
            <a:extLst>
              <a:ext uri="{FF2B5EF4-FFF2-40B4-BE49-F238E27FC236}">
                <a16:creationId xmlns:a16="http://schemas.microsoft.com/office/drawing/2014/main" id="{CB513F14-F68A-074B-CCBB-551D68C16DB9}"/>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D6356A89-8662-A992-E709-2E7060C3DA46}"/>
              </a:ext>
            </a:extLst>
          </p:cNvPr>
          <p:cNvSpPr>
            <a:spLocks noGrp="1" noChangeArrowheads="1"/>
          </p:cNvSpPr>
          <p:nvPr>
            <p:ph type="title" idx="4294967295"/>
          </p:nvPr>
        </p:nvSpPr>
        <p:spPr>
          <a:xfrm>
            <a:off x="730250" y="317500"/>
            <a:ext cx="8397875" cy="469900"/>
          </a:xfrm>
        </p:spPr>
        <p:txBody>
          <a:bodyPr/>
          <a:lstStyle/>
          <a:p>
            <a:pPr eaLnBrk="1" hangingPunct="1"/>
            <a:r>
              <a:rPr lang="en-US" altLang="en-US" sz="3000"/>
              <a:t>Resource Allocation Graph With A Deadlock</a:t>
            </a:r>
          </a:p>
        </p:txBody>
      </p:sp>
      <p:pic>
        <p:nvPicPr>
          <p:cNvPr id="14339" name="Picture 4" descr="7">
            <a:extLst>
              <a:ext uri="{FF2B5EF4-FFF2-40B4-BE49-F238E27FC236}">
                <a16:creationId xmlns:a16="http://schemas.microsoft.com/office/drawing/2014/main" id="{9163A0F2-93F4-4A07-887A-6B05B32883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0075" y="1433513"/>
            <a:ext cx="2536825" cy="376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Rectangle 3">
            <a:extLst>
              <a:ext uri="{FF2B5EF4-FFF2-40B4-BE49-F238E27FC236}">
                <a16:creationId xmlns:a16="http://schemas.microsoft.com/office/drawing/2014/main" id="{DB2282FE-A486-27B2-5AD3-DCB32DC692A3}"/>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E42DD8AB-6FE6-8D30-CE46-58DEAFA9C8F6}"/>
              </a:ext>
            </a:extLst>
          </p:cNvPr>
          <p:cNvSpPr>
            <a:spLocks noGrp="1" noChangeArrowheads="1"/>
          </p:cNvSpPr>
          <p:nvPr>
            <p:ph type="title" idx="4294967295"/>
          </p:nvPr>
        </p:nvSpPr>
        <p:spPr>
          <a:xfrm>
            <a:off x="1020763" y="323850"/>
            <a:ext cx="7843837" cy="457200"/>
          </a:xfrm>
        </p:spPr>
        <p:txBody>
          <a:bodyPr/>
          <a:lstStyle/>
          <a:p>
            <a:pPr eaLnBrk="1" hangingPunct="1"/>
            <a:r>
              <a:rPr lang="en-US" altLang="en-US"/>
              <a:t>Graph With A Cycle But No Deadlock</a:t>
            </a:r>
          </a:p>
        </p:txBody>
      </p:sp>
      <p:pic>
        <p:nvPicPr>
          <p:cNvPr id="15363" name="Picture 4" descr="7">
            <a:extLst>
              <a:ext uri="{FF2B5EF4-FFF2-40B4-BE49-F238E27FC236}">
                <a16:creationId xmlns:a16="http://schemas.microsoft.com/office/drawing/2014/main" id="{10C07DB3-A3D6-AA1C-94E8-B999D3797F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0725" y="1555750"/>
            <a:ext cx="2809875" cy="358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Rectangle 3">
            <a:extLst>
              <a:ext uri="{FF2B5EF4-FFF2-40B4-BE49-F238E27FC236}">
                <a16:creationId xmlns:a16="http://schemas.microsoft.com/office/drawing/2014/main" id="{A0153CA8-6110-1F45-D4E2-4223B246C537}"/>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DB0E5F58-A7B8-151C-BD10-61FF8588EDAA}"/>
              </a:ext>
            </a:extLst>
          </p:cNvPr>
          <p:cNvSpPr>
            <a:spLocks noGrp="1" noChangeArrowheads="1"/>
          </p:cNvSpPr>
          <p:nvPr>
            <p:ph type="title" idx="4294967295"/>
          </p:nvPr>
        </p:nvSpPr>
        <p:spPr/>
        <p:txBody>
          <a:bodyPr/>
          <a:lstStyle/>
          <a:p>
            <a:pPr eaLnBrk="1" hangingPunct="1"/>
            <a:r>
              <a:rPr lang="en-US" altLang="en-US"/>
              <a:t>Basic Facts</a:t>
            </a:r>
          </a:p>
        </p:txBody>
      </p:sp>
      <p:sp>
        <p:nvSpPr>
          <p:cNvPr id="16387" name="Rectangle 3">
            <a:extLst>
              <a:ext uri="{FF2B5EF4-FFF2-40B4-BE49-F238E27FC236}">
                <a16:creationId xmlns:a16="http://schemas.microsoft.com/office/drawing/2014/main" id="{44E03F2B-DB25-393F-5516-BD4CDFA15698}"/>
              </a:ext>
            </a:extLst>
          </p:cNvPr>
          <p:cNvSpPr>
            <a:spLocks noGrp="1" noChangeArrowheads="1"/>
          </p:cNvSpPr>
          <p:nvPr>
            <p:ph type="body" idx="4294967295"/>
          </p:nvPr>
        </p:nvSpPr>
        <p:spPr>
          <a:xfrm>
            <a:off x="827088" y="1454150"/>
            <a:ext cx="7351712" cy="4400550"/>
          </a:xfrm>
        </p:spPr>
        <p:txBody>
          <a:bodyPr/>
          <a:lstStyle/>
          <a:p>
            <a:pPr eaLnBrk="1" hangingPunct="1"/>
            <a:r>
              <a:rPr lang="en-US" altLang="en-US"/>
              <a:t>If graph contains no cycles </a:t>
            </a:r>
            <a:r>
              <a:rPr lang="en-US" altLang="en-US">
                <a:sym typeface="Symbol" panose="05050102010706020507" pitchFamily="18" charset="2"/>
              </a:rPr>
              <a:t> no deadlock</a:t>
            </a:r>
            <a:br>
              <a:rPr lang="en-US" altLang="en-US">
                <a:sym typeface="Symbol" panose="05050102010706020507" pitchFamily="18" charset="2"/>
              </a:rPr>
            </a:br>
            <a:endParaRPr lang="en-US" altLang="en-US" sz="800">
              <a:sym typeface="Symbol" panose="05050102010706020507" pitchFamily="18" charset="2"/>
            </a:endParaRPr>
          </a:p>
          <a:p>
            <a:pPr eaLnBrk="1" hangingPunct="1"/>
            <a:r>
              <a:rPr lang="en-US" altLang="en-US">
                <a:sym typeface="Symbol" panose="05050102010706020507" pitchFamily="18" charset="2"/>
              </a:rPr>
              <a:t>If graph contains a cycle </a:t>
            </a:r>
          </a:p>
          <a:p>
            <a:pPr lvl="1" eaLnBrk="1" hangingPunct="1"/>
            <a:r>
              <a:rPr lang="en-US" altLang="en-US">
                <a:sym typeface="Symbol" panose="05050102010706020507" pitchFamily="18" charset="2"/>
              </a:rPr>
              <a:t>if only one instance per resource type, then deadlock</a:t>
            </a:r>
          </a:p>
          <a:p>
            <a:pPr lvl="1" eaLnBrk="1" hangingPunct="1"/>
            <a:r>
              <a:rPr lang="en-US" altLang="en-US">
                <a:sym typeface="Symbol" panose="05050102010706020507" pitchFamily="18" charset="2"/>
              </a:rPr>
              <a:t>if several instances per resource type, possibility of deadlock</a:t>
            </a:r>
          </a:p>
        </p:txBody>
      </p:sp>
      <p:sp>
        <p:nvSpPr>
          <p:cNvPr id="16388" name="Rectangle 3">
            <a:extLst>
              <a:ext uri="{FF2B5EF4-FFF2-40B4-BE49-F238E27FC236}">
                <a16:creationId xmlns:a16="http://schemas.microsoft.com/office/drawing/2014/main" id="{2ADF70A1-5B70-D67C-3C3D-1DB3CA1DDE87}"/>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18DDE5A-0C49-1729-5C40-10053787CEF4}"/>
              </a:ext>
            </a:extLst>
          </p:cNvPr>
          <p:cNvSpPr>
            <a:spLocks noGrp="1" noChangeArrowheads="1"/>
          </p:cNvSpPr>
          <p:nvPr>
            <p:ph type="title"/>
          </p:nvPr>
        </p:nvSpPr>
        <p:spPr/>
        <p:txBody>
          <a:bodyPr/>
          <a:lstStyle/>
          <a:p>
            <a:pPr eaLnBrk="1" hangingPunct="1"/>
            <a:r>
              <a:rPr lang="en-US" altLang="en-US"/>
              <a:t>Java Deadlock Example</a:t>
            </a:r>
          </a:p>
        </p:txBody>
      </p:sp>
      <p:pic>
        <p:nvPicPr>
          <p:cNvPr id="17411" name="Picture 3">
            <a:extLst>
              <a:ext uri="{FF2B5EF4-FFF2-40B4-BE49-F238E27FC236}">
                <a16:creationId xmlns:a16="http://schemas.microsoft.com/office/drawing/2014/main" id="{D8AFCF2A-E55B-38EF-6296-B6DA93387B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763" y="1141413"/>
            <a:ext cx="3954462" cy="415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Rectangle 4">
            <a:extLst>
              <a:ext uri="{FF2B5EF4-FFF2-40B4-BE49-F238E27FC236}">
                <a16:creationId xmlns:a16="http://schemas.microsoft.com/office/drawing/2014/main" id="{4ED875A5-E2AC-0C5A-5303-ABA2C10F8F42}"/>
              </a:ext>
            </a:extLst>
          </p:cNvPr>
          <p:cNvSpPr>
            <a:spLocks noChangeArrowheads="1"/>
          </p:cNvSpPr>
          <p:nvPr/>
        </p:nvSpPr>
        <p:spPr bwMode="auto">
          <a:xfrm>
            <a:off x="1722438" y="5554663"/>
            <a:ext cx="114458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r>
              <a:rPr lang="en-US" altLang="en-US">
                <a:latin typeface="Helvetica" panose="020B0604020202020204" pitchFamily="34" charset="0"/>
              </a:rPr>
              <a:t>Thread</a:t>
            </a:r>
            <a:r>
              <a:rPr lang="en-US" altLang="en-US"/>
              <a:t> A</a:t>
            </a:r>
          </a:p>
        </p:txBody>
      </p:sp>
      <p:pic>
        <p:nvPicPr>
          <p:cNvPr id="17413" name="Picture 5">
            <a:extLst>
              <a:ext uri="{FF2B5EF4-FFF2-40B4-BE49-F238E27FC236}">
                <a16:creationId xmlns:a16="http://schemas.microsoft.com/office/drawing/2014/main" id="{B4C3C8BF-1883-5FDD-7018-8E7B261AB3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146175"/>
            <a:ext cx="4487863" cy="434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Rectangle 7">
            <a:extLst>
              <a:ext uri="{FF2B5EF4-FFF2-40B4-BE49-F238E27FC236}">
                <a16:creationId xmlns:a16="http://schemas.microsoft.com/office/drawing/2014/main" id="{B7D938FB-89DB-2BAD-1DDE-465DB5C3CC4A}"/>
              </a:ext>
            </a:extLst>
          </p:cNvPr>
          <p:cNvSpPr>
            <a:spLocks noChangeArrowheads="1"/>
          </p:cNvSpPr>
          <p:nvPr/>
        </p:nvSpPr>
        <p:spPr bwMode="auto">
          <a:xfrm>
            <a:off x="5281613" y="5538788"/>
            <a:ext cx="11461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r>
              <a:rPr lang="en-US" altLang="en-US">
                <a:latin typeface="Helvetica" panose="020B0604020202020204" pitchFamily="34" charset="0"/>
              </a:rPr>
              <a:t>Thread</a:t>
            </a:r>
            <a:r>
              <a:rPr lang="en-US" altLang="en-US"/>
              <a:t> B</a:t>
            </a:r>
          </a:p>
        </p:txBody>
      </p:sp>
      <p:sp>
        <p:nvSpPr>
          <p:cNvPr id="17415" name="Rectangle 6">
            <a:extLst>
              <a:ext uri="{FF2B5EF4-FFF2-40B4-BE49-F238E27FC236}">
                <a16:creationId xmlns:a16="http://schemas.microsoft.com/office/drawing/2014/main" id="{CB77E3F7-3C64-5EC7-2744-C63B826B8460}"/>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026">
            <a:extLst>
              <a:ext uri="{FF2B5EF4-FFF2-40B4-BE49-F238E27FC236}">
                <a16:creationId xmlns:a16="http://schemas.microsoft.com/office/drawing/2014/main" id="{74F4C1FE-00C7-50F3-962D-8B2F87176BA7}"/>
              </a:ext>
            </a:extLst>
          </p:cNvPr>
          <p:cNvSpPr>
            <a:spLocks noGrp="1" noChangeArrowheads="1"/>
          </p:cNvSpPr>
          <p:nvPr>
            <p:ph type="title"/>
          </p:nvPr>
        </p:nvSpPr>
        <p:spPr/>
        <p:txBody>
          <a:bodyPr/>
          <a:lstStyle/>
          <a:p>
            <a:pPr eaLnBrk="1" hangingPunct="1"/>
            <a:r>
              <a:rPr lang="en-US" altLang="en-US"/>
              <a:t>Java Deadlock Example</a:t>
            </a:r>
          </a:p>
        </p:txBody>
      </p:sp>
      <p:pic>
        <p:nvPicPr>
          <p:cNvPr id="18435" name="Picture 1031">
            <a:extLst>
              <a:ext uri="{FF2B5EF4-FFF2-40B4-BE49-F238E27FC236}">
                <a16:creationId xmlns:a16="http://schemas.microsoft.com/office/drawing/2014/main" id="{ED30126B-ACC3-F8D2-0456-885E30C9C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2975" y="1222375"/>
            <a:ext cx="4267200"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1032">
            <a:extLst>
              <a:ext uri="{FF2B5EF4-FFF2-40B4-BE49-F238E27FC236}">
                <a16:creationId xmlns:a16="http://schemas.microsoft.com/office/drawing/2014/main" id="{D39D458B-118B-0E96-EF47-53C03674B2F3}"/>
              </a:ext>
            </a:extLst>
          </p:cNvPr>
          <p:cNvSpPr>
            <a:spLocks noChangeArrowheads="1"/>
          </p:cNvSpPr>
          <p:nvPr/>
        </p:nvSpPr>
        <p:spPr bwMode="auto">
          <a:xfrm>
            <a:off x="823913" y="3362325"/>
            <a:ext cx="50482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r>
              <a:rPr lang="en-US" altLang="en-US">
                <a:latin typeface="Helvetica" panose="020B0604020202020204" pitchFamily="34" charset="0"/>
              </a:rPr>
              <a:t>Deadlock is possible if:</a:t>
            </a:r>
          </a:p>
          <a:p>
            <a:endParaRPr lang="en-US" altLang="en-US">
              <a:latin typeface="Helvetica" panose="020B0604020202020204" pitchFamily="34" charset="0"/>
            </a:endParaRPr>
          </a:p>
          <a:p>
            <a:r>
              <a:rPr lang="en-US" altLang="en-US">
                <a:latin typeface="Helvetica" panose="020B0604020202020204" pitchFamily="34" charset="0"/>
              </a:rPr>
              <a:t>threadA -&gt; lockY -&gt; threadB -&gt; lockX -&gt; threadA</a:t>
            </a:r>
          </a:p>
        </p:txBody>
      </p:sp>
      <p:sp>
        <p:nvSpPr>
          <p:cNvPr id="18437" name="Rectangle 4">
            <a:extLst>
              <a:ext uri="{FF2B5EF4-FFF2-40B4-BE49-F238E27FC236}">
                <a16:creationId xmlns:a16="http://schemas.microsoft.com/office/drawing/2014/main" id="{6841815B-A55A-476C-5A4C-A3EDF4A68C54}"/>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558BCD87-5B61-1489-52FE-AE51D5800671}"/>
              </a:ext>
            </a:extLst>
          </p:cNvPr>
          <p:cNvSpPr>
            <a:spLocks noGrp="1" noChangeArrowheads="1"/>
          </p:cNvSpPr>
          <p:nvPr>
            <p:ph type="title"/>
          </p:nvPr>
        </p:nvSpPr>
        <p:spPr/>
        <p:txBody>
          <a:bodyPr/>
          <a:lstStyle/>
          <a:p>
            <a:pPr eaLnBrk="1" hangingPunct="1"/>
            <a:r>
              <a:rPr lang="en-US" altLang="en-US"/>
              <a:t>Handling Deadlocks in Java</a:t>
            </a:r>
          </a:p>
        </p:txBody>
      </p:sp>
      <p:pic>
        <p:nvPicPr>
          <p:cNvPr id="19459" name="Picture 5">
            <a:extLst>
              <a:ext uri="{FF2B5EF4-FFF2-40B4-BE49-F238E27FC236}">
                <a16:creationId xmlns:a16="http://schemas.microsoft.com/office/drawing/2014/main" id="{04A4BAEC-B481-1CEF-BB8F-F2E73F9F4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5838" y="974725"/>
            <a:ext cx="4252912" cy="5049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Rectangle 3">
            <a:extLst>
              <a:ext uri="{FF2B5EF4-FFF2-40B4-BE49-F238E27FC236}">
                <a16:creationId xmlns:a16="http://schemas.microsoft.com/office/drawing/2014/main" id="{B05C8C78-FE96-4951-FC92-A0886904531A}"/>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73769A5-7233-2DA3-4341-6428552C91C1}"/>
              </a:ext>
            </a:extLst>
          </p:cNvPr>
          <p:cNvSpPr>
            <a:spLocks noGrp="1" noChangeArrowheads="1"/>
          </p:cNvSpPr>
          <p:nvPr>
            <p:ph type="title"/>
          </p:nvPr>
        </p:nvSpPr>
        <p:spPr/>
        <p:txBody>
          <a:bodyPr/>
          <a:lstStyle/>
          <a:p>
            <a:pPr eaLnBrk="1" hangingPunct="1"/>
            <a:r>
              <a:rPr lang="en-US" altLang="en-US"/>
              <a:t>Handling Deadlocks in Java</a:t>
            </a:r>
          </a:p>
        </p:txBody>
      </p:sp>
      <p:pic>
        <p:nvPicPr>
          <p:cNvPr id="20483" name="Picture 4">
            <a:extLst>
              <a:ext uri="{FF2B5EF4-FFF2-40B4-BE49-F238E27FC236}">
                <a16:creationId xmlns:a16="http://schemas.microsoft.com/office/drawing/2014/main" id="{3A352885-F5EB-7782-A488-5EF0664523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7938" y="1412875"/>
            <a:ext cx="3756025"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3">
            <a:extLst>
              <a:ext uri="{FF2B5EF4-FFF2-40B4-BE49-F238E27FC236}">
                <a16:creationId xmlns:a16="http://schemas.microsoft.com/office/drawing/2014/main" id="{48C53C0D-5C8A-ADF7-02B8-25D1C76BA97C}"/>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DCE91253-6F7E-625D-1330-BB06802A7F9D}"/>
              </a:ext>
            </a:extLst>
          </p:cNvPr>
          <p:cNvSpPr>
            <a:spLocks noGrp="1" noChangeArrowheads="1"/>
          </p:cNvSpPr>
          <p:nvPr>
            <p:ph type="title" idx="4294967295"/>
          </p:nvPr>
        </p:nvSpPr>
        <p:spPr>
          <a:xfrm>
            <a:off x="849313" y="201613"/>
            <a:ext cx="7837487" cy="576262"/>
          </a:xfrm>
        </p:spPr>
        <p:txBody>
          <a:bodyPr/>
          <a:lstStyle/>
          <a:p>
            <a:pPr eaLnBrk="1" hangingPunct="1"/>
            <a:r>
              <a:rPr lang="en-US" altLang="en-US"/>
              <a:t>Methods for Handling Deadlocks</a:t>
            </a:r>
          </a:p>
        </p:txBody>
      </p:sp>
      <p:sp>
        <p:nvSpPr>
          <p:cNvPr id="21507" name="Rectangle 3">
            <a:extLst>
              <a:ext uri="{FF2B5EF4-FFF2-40B4-BE49-F238E27FC236}">
                <a16:creationId xmlns:a16="http://schemas.microsoft.com/office/drawing/2014/main" id="{1377431A-1358-E89A-F9BA-58F2E768CAD6}"/>
              </a:ext>
            </a:extLst>
          </p:cNvPr>
          <p:cNvSpPr>
            <a:spLocks noGrp="1" noChangeArrowheads="1"/>
          </p:cNvSpPr>
          <p:nvPr>
            <p:ph type="body" idx="4294967295"/>
          </p:nvPr>
        </p:nvSpPr>
        <p:spPr>
          <a:xfrm>
            <a:off x="633413" y="1443038"/>
            <a:ext cx="7659687" cy="3295650"/>
          </a:xfrm>
        </p:spPr>
        <p:txBody>
          <a:bodyPr/>
          <a:lstStyle/>
          <a:p>
            <a:pPr eaLnBrk="1" hangingPunct="1"/>
            <a:r>
              <a:rPr lang="en-US" altLang="en-US"/>
              <a:t>Ensure that the system will </a:t>
            </a:r>
            <a:r>
              <a:rPr lang="en-US" altLang="en-US" i="1">
                <a:solidFill>
                  <a:srgbClr val="FF0066"/>
                </a:solidFill>
              </a:rPr>
              <a:t>never</a:t>
            </a:r>
            <a:r>
              <a:rPr lang="en-US" altLang="en-US"/>
              <a:t> enter a deadlock state</a:t>
            </a:r>
            <a:br>
              <a:rPr lang="en-US" altLang="en-US"/>
            </a:br>
            <a:endParaRPr lang="en-US" altLang="en-US" sz="800"/>
          </a:p>
          <a:p>
            <a:pPr eaLnBrk="1" hangingPunct="1"/>
            <a:r>
              <a:rPr lang="en-US" altLang="en-US"/>
              <a:t>Allow the system to enter a deadlock state and then recover</a:t>
            </a:r>
            <a:br>
              <a:rPr lang="en-US" altLang="en-US"/>
            </a:br>
            <a:endParaRPr lang="en-US" altLang="en-US" sz="800"/>
          </a:p>
          <a:p>
            <a:pPr eaLnBrk="1" hangingPunct="1"/>
            <a:r>
              <a:rPr lang="en-US" altLang="en-US"/>
              <a:t>Ignore the problem and pretend that deadlocks never occur in the system; used by most operating systems, including UNIX</a:t>
            </a:r>
          </a:p>
        </p:txBody>
      </p:sp>
      <p:sp>
        <p:nvSpPr>
          <p:cNvPr id="21508" name="Rectangle 3">
            <a:extLst>
              <a:ext uri="{FF2B5EF4-FFF2-40B4-BE49-F238E27FC236}">
                <a16:creationId xmlns:a16="http://schemas.microsoft.com/office/drawing/2014/main" id="{365FA615-683D-1DD7-B523-19CF1BCB84E1}"/>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026">
            <a:extLst>
              <a:ext uri="{FF2B5EF4-FFF2-40B4-BE49-F238E27FC236}">
                <a16:creationId xmlns:a16="http://schemas.microsoft.com/office/drawing/2014/main" id="{B6C8C90F-D6FC-74C6-34A9-BED079833642}"/>
              </a:ext>
            </a:extLst>
          </p:cNvPr>
          <p:cNvSpPr>
            <a:spLocks noGrp="1" noChangeArrowheads="1"/>
          </p:cNvSpPr>
          <p:nvPr>
            <p:ph type="title" idx="4294967295"/>
          </p:nvPr>
        </p:nvSpPr>
        <p:spPr/>
        <p:txBody>
          <a:bodyPr/>
          <a:lstStyle/>
          <a:p>
            <a:pPr eaLnBrk="1" hangingPunct="1"/>
            <a:r>
              <a:rPr lang="en-US" altLang="en-US"/>
              <a:t>Deadlock Prevention</a:t>
            </a:r>
          </a:p>
        </p:txBody>
      </p:sp>
      <p:sp>
        <p:nvSpPr>
          <p:cNvPr id="22531" name="Rectangle 1027">
            <a:extLst>
              <a:ext uri="{FF2B5EF4-FFF2-40B4-BE49-F238E27FC236}">
                <a16:creationId xmlns:a16="http://schemas.microsoft.com/office/drawing/2014/main" id="{DB0392BA-4624-BA58-3CC4-9D05E406C499}"/>
              </a:ext>
            </a:extLst>
          </p:cNvPr>
          <p:cNvSpPr>
            <a:spLocks noGrp="1" noChangeArrowheads="1"/>
          </p:cNvSpPr>
          <p:nvPr>
            <p:ph type="body" idx="4294967295"/>
          </p:nvPr>
        </p:nvSpPr>
        <p:spPr>
          <a:xfrm>
            <a:off x="965200" y="1827213"/>
            <a:ext cx="7400925" cy="3822700"/>
          </a:xfrm>
        </p:spPr>
        <p:txBody>
          <a:bodyPr/>
          <a:lstStyle/>
          <a:p>
            <a:pPr eaLnBrk="1" hangingPunct="1"/>
            <a:r>
              <a:rPr lang="en-US" altLang="en-US" b="1"/>
              <a:t>Mutual Exclusion</a:t>
            </a:r>
            <a:r>
              <a:rPr lang="en-US" altLang="en-US"/>
              <a:t> – not required for sharable resources; must hold for nonsharable resources</a:t>
            </a:r>
            <a:br>
              <a:rPr lang="en-US" altLang="en-US"/>
            </a:br>
            <a:endParaRPr lang="en-US" altLang="en-US" sz="800"/>
          </a:p>
          <a:p>
            <a:pPr eaLnBrk="1" hangingPunct="1"/>
            <a:r>
              <a:rPr lang="en-US" altLang="en-US" b="1"/>
              <a:t>Hold and Wait</a:t>
            </a:r>
            <a:r>
              <a:rPr lang="en-US" altLang="en-US"/>
              <a:t> – must guarantee that whenever a process requests a resource, it does not hold any other resources</a:t>
            </a:r>
          </a:p>
          <a:p>
            <a:pPr lvl="1" eaLnBrk="1" hangingPunct="1"/>
            <a:r>
              <a:rPr lang="en-US" altLang="en-US"/>
              <a:t>Require process to request and be allocated all its resources before it begins execution, or allow process to request resources only when the process has none</a:t>
            </a:r>
          </a:p>
          <a:p>
            <a:pPr lvl="1" eaLnBrk="1" hangingPunct="1"/>
            <a:r>
              <a:rPr lang="en-US" altLang="en-US"/>
              <a:t>Low resource utilization; starvation possible</a:t>
            </a:r>
          </a:p>
        </p:txBody>
      </p:sp>
      <p:sp>
        <p:nvSpPr>
          <p:cNvPr id="22532" name="Text Box 1028">
            <a:extLst>
              <a:ext uri="{FF2B5EF4-FFF2-40B4-BE49-F238E27FC236}">
                <a16:creationId xmlns:a16="http://schemas.microsoft.com/office/drawing/2014/main" id="{15B1CC6A-E350-57FB-A3AD-C84E00BC1C52}"/>
              </a:ext>
            </a:extLst>
          </p:cNvPr>
          <p:cNvSpPr txBox="1">
            <a:spLocks noChangeArrowheads="1"/>
          </p:cNvSpPr>
          <p:nvPr/>
        </p:nvSpPr>
        <p:spPr bwMode="auto">
          <a:xfrm>
            <a:off x="819150" y="1400175"/>
            <a:ext cx="427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a:latin typeface="Helvetica" panose="020B0604020202020204" pitchFamily="34" charset="0"/>
              </a:rPr>
              <a:t>Restrain the ways request can be made</a:t>
            </a:r>
          </a:p>
        </p:txBody>
      </p:sp>
      <p:sp>
        <p:nvSpPr>
          <p:cNvPr id="22533" name="Rectangle 4">
            <a:extLst>
              <a:ext uri="{FF2B5EF4-FFF2-40B4-BE49-F238E27FC236}">
                <a16:creationId xmlns:a16="http://schemas.microsoft.com/office/drawing/2014/main" id="{99D6F3B8-0049-BD6C-BBDD-0F140113A31B}"/>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026">
            <a:extLst>
              <a:ext uri="{FF2B5EF4-FFF2-40B4-BE49-F238E27FC236}">
                <a16:creationId xmlns:a16="http://schemas.microsoft.com/office/drawing/2014/main" id="{70CB4CA9-E965-B81E-3710-E972AADFB219}"/>
              </a:ext>
            </a:extLst>
          </p:cNvPr>
          <p:cNvSpPr>
            <a:spLocks noGrp="1" noChangeArrowheads="1"/>
          </p:cNvSpPr>
          <p:nvPr>
            <p:ph type="title" idx="4294967295"/>
          </p:nvPr>
        </p:nvSpPr>
        <p:spPr>
          <a:xfrm>
            <a:off x="914400" y="201613"/>
            <a:ext cx="7772400" cy="576262"/>
          </a:xfrm>
        </p:spPr>
        <p:txBody>
          <a:bodyPr/>
          <a:lstStyle/>
          <a:p>
            <a:pPr eaLnBrk="1" hangingPunct="1"/>
            <a:r>
              <a:rPr lang="en-US" altLang="en-US"/>
              <a:t>Deadlock Prevention (Cont.)</a:t>
            </a:r>
          </a:p>
        </p:txBody>
      </p:sp>
      <p:sp>
        <p:nvSpPr>
          <p:cNvPr id="23555" name="Rectangle 1027">
            <a:extLst>
              <a:ext uri="{FF2B5EF4-FFF2-40B4-BE49-F238E27FC236}">
                <a16:creationId xmlns:a16="http://schemas.microsoft.com/office/drawing/2014/main" id="{745DE120-0A43-1AA1-F859-9699549FDFC3}"/>
              </a:ext>
            </a:extLst>
          </p:cNvPr>
          <p:cNvSpPr>
            <a:spLocks noGrp="1" noChangeArrowheads="1"/>
          </p:cNvSpPr>
          <p:nvPr>
            <p:ph type="body" idx="4294967295"/>
          </p:nvPr>
        </p:nvSpPr>
        <p:spPr>
          <a:xfrm>
            <a:off x="633413" y="1190625"/>
            <a:ext cx="7708900" cy="4446588"/>
          </a:xfrm>
        </p:spPr>
        <p:txBody>
          <a:bodyPr/>
          <a:lstStyle/>
          <a:p>
            <a:pPr eaLnBrk="1" hangingPunct="1"/>
            <a:r>
              <a:rPr lang="en-US" altLang="en-US" b="1"/>
              <a:t>No Preemption</a:t>
            </a:r>
            <a:r>
              <a:rPr lang="en-US" altLang="en-US"/>
              <a:t> –</a:t>
            </a:r>
          </a:p>
          <a:p>
            <a:pPr lvl="1" eaLnBrk="1" hangingPunct="1"/>
            <a:r>
              <a:rPr lang="en-US" altLang="en-US"/>
              <a:t>If a process that is holding some resources requests another resource that cannot be immediately allocated to it, then all resources currently being held are released</a:t>
            </a:r>
          </a:p>
          <a:p>
            <a:pPr lvl="1" eaLnBrk="1" hangingPunct="1"/>
            <a:r>
              <a:rPr lang="en-US" altLang="en-US"/>
              <a:t>Preempted resources are added to the list of resources for which the process is waiting</a:t>
            </a:r>
          </a:p>
          <a:p>
            <a:pPr lvl="1" eaLnBrk="1" hangingPunct="1"/>
            <a:r>
              <a:rPr lang="en-US" altLang="en-US"/>
              <a:t>Process will be restarted only when it can regain its old resources, as well as the new ones that it is requesting</a:t>
            </a:r>
            <a:br>
              <a:rPr lang="en-US" altLang="en-US"/>
            </a:br>
            <a:endParaRPr lang="en-US" altLang="en-US" sz="800"/>
          </a:p>
          <a:p>
            <a:pPr eaLnBrk="1" hangingPunct="1"/>
            <a:r>
              <a:rPr lang="en-US" altLang="en-US" b="1"/>
              <a:t>Circular Wait</a:t>
            </a:r>
            <a:r>
              <a:rPr lang="en-US" altLang="en-US"/>
              <a:t> – impose a total ordering of all resource types, and require that each process requests resources in an increasing order of enumeration</a:t>
            </a:r>
          </a:p>
          <a:p>
            <a:pPr lvl="1" eaLnBrk="1" hangingPunct="1"/>
            <a:endParaRPr lang="en-US" altLang="en-US"/>
          </a:p>
        </p:txBody>
      </p:sp>
      <p:sp>
        <p:nvSpPr>
          <p:cNvPr id="23556" name="Rectangle 3">
            <a:extLst>
              <a:ext uri="{FF2B5EF4-FFF2-40B4-BE49-F238E27FC236}">
                <a16:creationId xmlns:a16="http://schemas.microsoft.com/office/drawing/2014/main" id="{AEC669B4-3A10-ECE7-A100-D54D5F8904CD}"/>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DE9B9F61-F139-27FD-AC5D-6DAB339CA7B8}"/>
              </a:ext>
            </a:extLst>
          </p:cNvPr>
          <p:cNvSpPr>
            <a:spLocks noGrp="1" noChangeArrowheads="1"/>
          </p:cNvSpPr>
          <p:nvPr>
            <p:ph type="title" idx="4294967295"/>
          </p:nvPr>
        </p:nvSpPr>
        <p:spPr/>
        <p:txBody>
          <a:bodyPr/>
          <a:lstStyle/>
          <a:p>
            <a:pPr eaLnBrk="1" hangingPunct="1"/>
            <a:r>
              <a:rPr lang="en-US" altLang="en-US"/>
              <a:t>Deadlock Avoidance</a:t>
            </a:r>
          </a:p>
        </p:txBody>
      </p:sp>
      <p:sp>
        <p:nvSpPr>
          <p:cNvPr id="24579" name="Rectangle 3">
            <a:extLst>
              <a:ext uri="{FF2B5EF4-FFF2-40B4-BE49-F238E27FC236}">
                <a16:creationId xmlns:a16="http://schemas.microsoft.com/office/drawing/2014/main" id="{0988610F-AA0F-1827-8BE2-AE8FD63E1E0C}"/>
              </a:ext>
            </a:extLst>
          </p:cNvPr>
          <p:cNvSpPr>
            <a:spLocks noGrp="1" noChangeArrowheads="1"/>
          </p:cNvSpPr>
          <p:nvPr>
            <p:ph type="body" idx="4294967295"/>
          </p:nvPr>
        </p:nvSpPr>
        <p:spPr>
          <a:xfrm>
            <a:off x="1112838" y="2038350"/>
            <a:ext cx="7312025" cy="3783013"/>
          </a:xfrm>
        </p:spPr>
        <p:txBody>
          <a:bodyPr/>
          <a:lstStyle/>
          <a:p>
            <a:pPr eaLnBrk="1" hangingPunct="1"/>
            <a:r>
              <a:rPr lang="en-US" altLang="en-US"/>
              <a:t>Simplest and most useful model requires that each process declare the </a:t>
            </a:r>
            <a:r>
              <a:rPr lang="en-US" altLang="en-US" i="1"/>
              <a:t>maximum number</a:t>
            </a:r>
            <a:r>
              <a:rPr lang="en-US" altLang="en-US"/>
              <a:t> of resources of each type that it may need.</a:t>
            </a:r>
            <a:br>
              <a:rPr lang="en-US" altLang="en-US"/>
            </a:br>
            <a:endParaRPr lang="en-US" altLang="en-US" sz="800"/>
          </a:p>
          <a:p>
            <a:pPr eaLnBrk="1" hangingPunct="1"/>
            <a:r>
              <a:rPr lang="en-US" altLang="en-US"/>
              <a:t>The deadlock-avoidance algorithm dynamically examines the resource-allocation state to ensure that there can never be a circular-wait condition.</a:t>
            </a:r>
            <a:br>
              <a:rPr lang="en-US" altLang="en-US"/>
            </a:br>
            <a:endParaRPr lang="en-US" altLang="en-US" sz="800"/>
          </a:p>
          <a:p>
            <a:pPr eaLnBrk="1" hangingPunct="1"/>
            <a:r>
              <a:rPr lang="en-US" altLang="en-US"/>
              <a:t>Resource-allocation </a:t>
            </a:r>
            <a:r>
              <a:rPr lang="en-US" altLang="en-US" i="1"/>
              <a:t>state</a:t>
            </a:r>
            <a:r>
              <a:rPr lang="en-US" altLang="en-US"/>
              <a:t> is defined by the number of available and allocated resources, and the maximum demands of the processes.</a:t>
            </a:r>
          </a:p>
        </p:txBody>
      </p:sp>
      <p:sp>
        <p:nvSpPr>
          <p:cNvPr id="24580" name="Text Box 4">
            <a:extLst>
              <a:ext uri="{FF2B5EF4-FFF2-40B4-BE49-F238E27FC236}">
                <a16:creationId xmlns:a16="http://schemas.microsoft.com/office/drawing/2014/main" id="{0B5B804F-3571-3BBB-1367-80A5048C3CB4}"/>
              </a:ext>
            </a:extLst>
          </p:cNvPr>
          <p:cNvSpPr txBox="1">
            <a:spLocks noChangeArrowheads="1"/>
          </p:cNvSpPr>
          <p:nvPr/>
        </p:nvSpPr>
        <p:spPr bwMode="auto">
          <a:xfrm>
            <a:off x="822325" y="1271588"/>
            <a:ext cx="68262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spcBef>
                <a:spcPct val="50000"/>
              </a:spcBef>
            </a:pPr>
            <a:r>
              <a:rPr lang="en-US" altLang="en-US">
                <a:latin typeface="Helvetica" panose="020B0604020202020204" pitchFamily="34" charset="0"/>
              </a:rPr>
              <a:t>Requires that the system has some additional </a:t>
            </a:r>
            <a:r>
              <a:rPr lang="en-US" altLang="en-US" i="1">
                <a:latin typeface="Helvetica" panose="020B0604020202020204" pitchFamily="34" charset="0"/>
              </a:rPr>
              <a:t>a priori </a:t>
            </a:r>
            <a:r>
              <a:rPr lang="en-US" altLang="en-US">
                <a:latin typeface="Helvetica" panose="020B0604020202020204" pitchFamily="34" charset="0"/>
              </a:rPr>
              <a:t>information </a:t>
            </a:r>
            <a:br>
              <a:rPr lang="en-US" altLang="en-US">
                <a:latin typeface="Helvetica" panose="020B0604020202020204" pitchFamily="34" charset="0"/>
              </a:rPr>
            </a:br>
            <a:r>
              <a:rPr lang="en-US" altLang="en-US">
                <a:latin typeface="Helvetica" panose="020B0604020202020204" pitchFamily="34" charset="0"/>
              </a:rPr>
              <a:t>available.</a:t>
            </a:r>
          </a:p>
        </p:txBody>
      </p:sp>
      <p:sp>
        <p:nvSpPr>
          <p:cNvPr id="24581" name="Rectangle 4">
            <a:extLst>
              <a:ext uri="{FF2B5EF4-FFF2-40B4-BE49-F238E27FC236}">
                <a16:creationId xmlns:a16="http://schemas.microsoft.com/office/drawing/2014/main" id="{43193D09-A53B-EF54-BE95-6A3881D90D15}"/>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53B5295B-70B4-CC73-EE39-D5151A8AC696}"/>
              </a:ext>
            </a:extLst>
          </p:cNvPr>
          <p:cNvSpPr>
            <a:spLocks noGrp="1" noChangeArrowheads="1"/>
          </p:cNvSpPr>
          <p:nvPr>
            <p:ph type="title" idx="4294967295"/>
          </p:nvPr>
        </p:nvSpPr>
        <p:spPr/>
        <p:txBody>
          <a:bodyPr/>
          <a:lstStyle/>
          <a:p>
            <a:pPr eaLnBrk="1" hangingPunct="1"/>
            <a:r>
              <a:rPr lang="en-US" altLang="en-US"/>
              <a:t>Safe State</a:t>
            </a:r>
          </a:p>
        </p:txBody>
      </p:sp>
      <p:sp>
        <p:nvSpPr>
          <p:cNvPr id="25603" name="Rectangle 3">
            <a:extLst>
              <a:ext uri="{FF2B5EF4-FFF2-40B4-BE49-F238E27FC236}">
                <a16:creationId xmlns:a16="http://schemas.microsoft.com/office/drawing/2014/main" id="{D230B86A-8DD5-A303-711E-86771CC0B697}"/>
              </a:ext>
            </a:extLst>
          </p:cNvPr>
          <p:cNvSpPr>
            <a:spLocks noGrp="1" noChangeArrowheads="1"/>
          </p:cNvSpPr>
          <p:nvPr>
            <p:ph type="body" idx="4294967295"/>
          </p:nvPr>
        </p:nvSpPr>
        <p:spPr>
          <a:xfrm>
            <a:off x="855663" y="1306513"/>
            <a:ext cx="7497762" cy="4638675"/>
          </a:xfrm>
        </p:spPr>
        <p:txBody>
          <a:bodyPr/>
          <a:lstStyle/>
          <a:p>
            <a:pPr eaLnBrk="1" hangingPunct="1"/>
            <a:r>
              <a:rPr lang="en-US" altLang="en-US"/>
              <a:t>When a process requests an available resource, system must decide if immediate allocation leaves the system in a safe state.</a:t>
            </a:r>
            <a:br>
              <a:rPr lang="en-US" altLang="en-US"/>
            </a:br>
            <a:endParaRPr lang="en-US" altLang="en-US" sz="800"/>
          </a:p>
          <a:p>
            <a:pPr eaLnBrk="1" hangingPunct="1"/>
            <a:r>
              <a:rPr lang="en-US" altLang="en-US"/>
              <a:t>System is in </a:t>
            </a:r>
            <a:r>
              <a:rPr lang="en-US" altLang="en-US" b="1">
                <a:solidFill>
                  <a:srgbClr val="3366FF"/>
                </a:solidFill>
              </a:rPr>
              <a:t>safe state</a:t>
            </a:r>
            <a:r>
              <a:rPr lang="en-US" altLang="en-US">
                <a:solidFill>
                  <a:srgbClr val="3366FF"/>
                </a:solidFill>
              </a:rPr>
              <a:t> </a:t>
            </a:r>
            <a:r>
              <a:rPr lang="en-US" altLang="en-US"/>
              <a:t>if there exists a sequence &lt;</a:t>
            </a:r>
            <a:r>
              <a:rPr lang="en-US" altLang="en-US" i="1"/>
              <a:t>P</a:t>
            </a:r>
            <a:r>
              <a:rPr lang="en-US" altLang="en-US" i="1" baseline="-25000"/>
              <a:t>1</a:t>
            </a:r>
            <a:r>
              <a:rPr lang="en-US" altLang="en-US" i="1"/>
              <a:t>, P</a:t>
            </a:r>
            <a:r>
              <a:rPr lang="en-US" altLang="en-US" i="1" baseline="-25000"/>
              <a:t>2</a:t>
            </a:r>
            <a:r>
              <a:rPr lang="en-US" altLang="en-US" i="1"/>
              <a:t>, …, P</a:t>
            </a:r>
            <a:r>
              <a:rPr lang="en-US" altLang="en-US" i="1" baseline="-25000"/>
              <a:t>n</a:t>
            </a:r>
            <a:r>
              <a:rPr lang="en-US" altLang="en-US"/>
              <a:t>&gt; of ALL the  processes  is the systems such that  for each P</a:t>
            </a:r>
            <a:r>
              <a:rPr lang="en-US" altLang="en-US" baseline="-25000"/>
              <a:t>i</a:t>
            </a:r>
            <a:r>
              <a:rPr lang="en-US" altLang="en-US"/>
              <a:t>, the resources that P</a:t>
            </a:r>
            <a:r>
              <a:rPr lang="en-US" altLang="en-US" baseline="-25000"/>
              <a:t>i </a:t>
            </a:r>
            <a:r>
              <a:rPr lang="en-US" altLang="en-US"/>
              <a:t>can still request can be satisfied by currently available resources + resources held by all the </a:t>
            </a:r>
            <a:r>
              <a:rPr lang="en-US" altLang="en-US" i="1"/>
              <a:t>P</a:t>
            </a:r>
            <a:r>
              <a:rPr lang="en-US" altLang="en-US" i="1" baseline="-25000"/>
              <a:t>j</a:t>
            </a:r>
            <a:r>
              <a:rPr lang="en-US" altLang="en-US"/>
              <a:t>, with</a:t>
            </a:r>
            <a:r>
              <a:rPr lang="en-US" altLang="en-US" i="1"/>
              <a:t> j </a:t>
            </a:r>
            <a:r>
              <a:rPr lang="en-US" altLang="en-US"/>
              <a:t>&lt; </a:t>
            </a:r>
            <a:r>
              <a:rPr lang="en-US" altLang="en-US" i="1"/>
              <a:t>I</a:t>
            </a:r>
          </a:p>
          <a:p>
            <a:pPr eaLnBrk="1" hangingPunct="1"/>
            <a:endParaRPr lang="en-US" altLang="en-US" sz="800"/>
          </a:p>
          <a:p>
            <a:pPr eaLnBrk="1" hangingPunct="1"/>
            <a:r>
              <a:rPr lang="en-US" altLang="en-US"/>
              <a:t>That is:</a:t>
            </a:r>
          </a:p>
          <a:p>
            <a:pPr lvl="1" eaLnBrk="1" hangingPunct="1"/>
            <a:r>
              <a:rPr lang="en-US" altLang="en-US"/>
              <a:t>If P</a:t>
            </a:r>
            <a:r>
              <a:rPr lang="en-US" altLang="en-US" baseline="-25000"/>
              <a:t>i</a:t>
            </a:r>
            <a:r>
              <a:rPr lang="en-US" altLang="en-US"/>
              <a:t> resource needs are not immediately available, then </a:t>
            </a:r>
            <a:r>
              <a:rPr lang="en-US" altLang="en-US" i="1"/>
              <a:t>P</a:t>
            </a:r>
            <a:r>
              <a:rPr lang="en-US" altLang="en-US" i="1" baseline="-25000"/>
              <a:t>i</a:t>
            </a:r>
            <a:r>
              <a:rPr lang="en-US" altLang="en-US"/>
              <a:t> can wait until all </a:t>
            </a:r>
            <a:r>
              <a:rPr lang="en-US" altLang="en-US" i="1"/>
              <a:t>P</a:t>
            </a:r>
            <a:r>
              <a:rPr lang="en-US" altLang="en-US" i="1" baseline="-25000"/>
              <a:t>j</a:t>
            </a:r>
            <a:r>
              <a:rPr lang="en-US" altLang="en-US" i="1"/>
              <a:t> </a:t>
            </a:r>
            <a:r>
              <a:rPr lang="en-US" altLang="en-US"/>
              <a:t>have finished.</a:t>
            </a:r>
          </a:p>
          <a:p>
            <a:pPr lvl="1" eaLnBrk="1" hangingPunct="1"/>
            <a:r>
              <a:rPr lang="en-US" altLang="en-US"/>
              <a:t>When </a:t>
            </a:r>
            <a:r>
              <a:rPr lang="en-US" altLang="en-US" i="1"/>
              <a:t>P</a:t>
            </a:r>
            <a:r>
              <a:rPr lang="en-US" altLang="en-US" i="1" baseline="-25000"/>
              <a:t>j</a:t>
            </a:r>
            <a:r>
              <a:rPr lang="en-US" altLang="en-US"/>
              <a:t> is finished, </a:t>
            </a:r>
            <a:r>
              <a:rPr lang="en-US" altLang="en-US" i="1"/>
              <a:t>P</a:t>
            </a:r>
            <a:r>
              <a:rPr lang="en-US" altLang="en-US" i="1" baseline="-25000"/>
              <a:t>i</a:t>
            </a:r>
            <a:r>
              <a:rPr lang="en-US" altLang="en-US"/>
              <a:t> can obtain needed resources, execute, return allocated resources, and terminate.</a:t>
            </a:r>
          </a:p>
          <a:p>
            <a:pPr lvl="1" eaLnBrk="1" hangingPunct="1"/>
            <a:r>
              <a:rPr lang="en-US" altLang="en-US"/>
              <a:t>When </a:t>
            </a:r>
            <a:r>
              <a:rPr lang="en-US" altLang="en-US" i="1"/>
              <a:t>P</a:t>
            </a:r>
            <a:r>
              <a:rPr lang="en-US" altLang="en-US" i="1" baseline="-25000"/>
              <a:t>i</a:t>
            </a:r>
            <a:r>
              <a:rPr lang="en-US" altLang="en-US"/>
              <a:t> terminates, </a:t>
            </a:r>
            <a:r>
              <a:rPr lang="en-US" altLang="en-US" i="1"/>
              <a:t>P</a:t>
            </a:r>
            <a:r>
              <a:rPr lang="en-US" altLang="en-US" i="1" baseline="-25000"/>
              <a:t>i </a:t>
            </a:r>
            <a:r>
              <a:rPr lang="en-US" altLang="en-US" baseline="-25000"/>
              <a:t>+1</a:t>
            </a:r>
            <a:r>
              <a:rPr lang="en-US" altLang="en-US"/>
              <a:t> can obtain its needed resources, and so on.</a:t>
            </a:r>
          </a:p>
        </p:txBody>
      </p:sp>
      <p:sp>
        <p:nvSpPr>
          <p:cNvPr id="25604" name="Rectangle 3">
            <a:extLst>
              <a:ext uri="{FF2B5EF4-FFF2-40B4-BE49-F238E27FC236}">
                <a16:creationId xmlns:a16="http://schemas.microsoft.com/office/drawing/2014/main" id="{CD9BA186-5280-63F4-7C29-9125F2A31709}"/>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151CD8D8-053E-9F7E-1ADB-D660DFC5358D}"/>
              </a:ext>
            </a:extLst>
          </p:cNvPr>
          <p:cNvSpPr>
            <a:spLocks noGrp="1" noChangeArrowheads="1"/>
          </p:cNvSpPr>
          <p:nvPr>
            <p:ph type="title" idx="4294967295"/>
          </p:nvPr>
        </p:nvSpPr>
        <p:spPr/>
        <p:txBody>
          <a:bodyPr/>
          <a:lstStyle/>
          <a:p>
            <a:pPr eaLnBrk="1" hangingPunct="1"/>
            <a:r>
              <a:rPr lang="en-US" altLang="en-US"/>
              <a:t>Basic Facts</a:t>
            </a:r>
          </a:p>
        </p:txBody>
      </p:sp>
      <p:sp>
        <p:nvSpPr>
          <p:cNvPr id="26627" name="Rectangle 3">
            <a:extLst>
              <a:ext uri="{FF2B5EF4-FFF2-40B4-BE49-F238E27FC236}">
                <a16:creationId xmlns:a16="http://schemas.microsoft.com/office/drawing/2014/main" id="{2F5B0DB2-A97E-5D6D-E146-E6B7561C14F0}"/>
              </a:ext>
            </a:extLst>
          </p:cNvPr>
          <p:cNvSpPr>
            <a:spLocks noGrp="1" noChangeArrowheads="1"/>
          </p:cNvSpPr>
          <p:nvPr>
            <p:ph type="body" idx="4294967295"/>
          </p:nvPr>
        </p:nvSpPr>
        <p:spPr>
          <a:xfrm>
            <a:off x="827088" y="1411288"/>
            <a:ext cx="7300912" cy="4414837"/>
          </a:xfrm>
        </p:spPr>
        <p:txBody>
          <a:bodyPr/>
          <a:lstStyle/>
          <a:p>
            <a:pPr eaLnBrk="1" hangingPunct="1"/>
            <a:r>
              <a:rPr lang="en-US" altLang="en-US"/>
              <a:t>If a system is in safe state </a:t>
            </a:r>
            <a:r>
              <a:rPr lang="en-US" altLang="en-US">
                <a:sym typeface="Symbol" panose="05050102010706020507" pitchFamily="18" charset="2"/>
              </a:rPr>
              <a:t> no deadlocks</a:t>
            </a:r>
            <a:br>
              <a:rPr lang="en-US" altLang="en-US">
                <a:sym typeface="Symbol" panose="05050102010706020507" pitchFamily="18" charset="2"/>
              </a:rPr>
            </a:br>
            <a:endParaRPr lang="en-US" altLang="en-US" sz="800">
              <a:sym typeface="Symbol" panose="05050102010706020507" pitchFamily="18" charset="2"/>
            </a:endParaRPr>
          </a:p>
          <a:p>
            <a:pPr eaLnBrk="1" hangingPunct="1"/>
            <a:r>
              <a:rPr lang="en-US" altLang="en-US">
                <a:sym typeface="Symbol" panose="05050102010706020507" pitchFamily="18" charset="2"/>
              </a:rPr>
              <a:t>If a system is in unsafe state  possibility of deadlock</a:t>
            </a:r>
            <a:br>
              <a:rPr lang="en-US" altLang="en-US">
                <a:sym typeface="Symbol" panose="05050102010706020507" pitchFamily="18" charset="2"/>
              </a:rPr>
            </a:br>
            <a:endParaRPr lang="en-US" altLang="en-US" sz="800">
              <a:sym typeface="Symbol" panose="05050102010706020507" pitchFamily="18" charset="2"/>
            </a:endParaRPr>
          </a:p>
          <a:p>
            <a:pPr eaLnBrk="1" hangingPunct="1"/>
            <a:r>
              <a:rPr lang="en-US" altLang="en-US">
                <a:sym typeface="Symbol" panose="05050102010706020507" pitchFamily="18" charset="2"/>
              </a:rPr>
              <a:t>Avoidance  ensure that a system will never enter an unsafe state.</a:t>
            </a:r>
          </a:p>
        </p:txBody>
      </p:sp>
      <p:sp>
        <p:nvSpPr>
          <p:cNvPr id="26628" name="Rectangle 3">
            <a:extLst>
              <a:ext uri="{FF2B5EF4-FFF2-40B4-BE49-F238E27FC236}">
                <a16:creationId xmlns:a16="http://schemas.microsoft.com/office/drawing/2014/main" id="{B8304E2B-BC48-584F-D579-09B34190AB46}"/>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881594E-AB02-0869-5A6C-DFEF4E1DAB9B}"/>
              </a:ext>
            </a:extLst>
          </p:cNvPr>
          <p:cNvSpPr>
            <a:spLocks noGrp="1" noChangeArrowheads="1"/>
          </p:cNvSpPr>
          <p:nvPr>
            <p:ph type="title" idx="4294967295"/>
          </p:nvPr>
        </p:nvSpPr>
        <p:spPr/>
        <p:txBody>
          <a:bodyPr/>
          <a:lstStyle/>
          <a:p>
            <a:pPr eaLnBrk="1" hangingPunct="1"/>
            <a:r>
              <a:rPr lang="en-US" altLang="en-US"/>
              <a:t>Safe, Unsafe , Deadlock State </a:t>
            </a:r>
          </a:p>
        </p:txBody>
      </p:sp>
      <p:pic>
        <p:nvPicPr>
          <p:cNvPr id="27651" name="Picture 4">
            <a:extLst>
              <a:ext uri="{FF2B5EF4-FFF2-40B4-BE49-F238E27FC236}">
                <a16:creationId xmlns:a16="http://schemas.microsoft.com/office/drawing/2014/main" id="{1B27A801-AC64-0B79-A428-9CAE6ADBA4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437" t="1572" r="13683" b="2194"/>
          <a:stretch>
            <a:fillRect/>
          </a:stretch>
        </p:blipFill>
        <p:spPr bwMode="auto">
          <a:xfrm>
            <a:off x="2282825" y="1716088"/>
            <a:ext cx="4391025" cy="434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27652" name="Rectangle 3">
            <a:extLst>
              <a:ext uri="{FF2B5EF4-FFF2-40B4-BE49-F238E27FC236}">
                <a16:creationId xmlns:a16="http://schemas.microsoft.com/office/drawing/2014/main" id="{EF0743CC-9F2B-DBF8-D72B-A0829F16B17C}"/>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5CBF3052-3CFC-3DE8-C256-99A8A5222306}"/>
              </a:ext>
            </a:extLst>
          </p:cNvPr>
          <p:cNvSpPr>
            <a:spLocks noGrp="1" noChangeArrowheads="1"/>
          </p:cNvSpPr>
          <p:nvPr>
            <p:ph type="title" idx="4294967295"/>
          </p:nvPr>
        </p:nvSpPr>
        <p:spPr>
          <a:xfrm>
            <a:off x="1008063" y="201613"/>
            <a:ext cx="7678737" cy="576262"/>
          </a:xfrm>
        </p:spPr>
        <p:txBody>
          <a:bodyPr/>
          <a:lstStyle/>
          <a:p>
            <a:pPr eaLnBrk="1" hangingPunct="1"/>
            <a:r>
              <a:rPr lang="en-US" altLang="en-US"/>
              <a:t>Avoidance algorithms</a:t>
            </a:r>
          </a:p>
        </p:txBody>
      </p:sp>
      <p:sp>
        <p:nvSpPr>
          <p:cNvPr id="28675" name="Rectangle 3">
            <a:extLst>
              <a:ext uri="{FF2B5EF4-FFF2-40B4-BE49-F238E27FC236}">
                <a16:creationId xmlns:a16="http://schemas.microsoft.com/office/drawing/2014/main" id="{603485D1-A35C-76C0-D0AE-5192F762C4F5}"/>
              </a:ext>
            </a:extLst>
          </p:cNvPr>
          <p:cNvSpPr>
            <a:spLocks noGrp="1" noChangeArrowheads="1"/>
          </p:cNvSpPr>
          <p:nvPr>
            <p:ph type="body" idx="4294967295"/>
          </p:nvPr>
        </p:nvSpPr>
        <p:spPr>
          <a:xfrm>
            <a:off x="827088" y="1439863"/>
            <a:ext cx="6659562" cy="4483100"/>
          </a:xfrm>
        </p:spPr>
        <p:txBody>
          <a:bodyPr/>
          <a:lstStyle/>
          <a:p>
            <a:pPr eaLnBrk="1" hangingPunct="1"/>
            <a:r>
              <a:rPr lang="en-US" altLang="en-US"/>
              <a:t>Single instance of a resource type</a:t>
            </a:r>
          </a:p>
          <a:p>
            <a:pPr lvl="1" eaLnBrk="1" hangingPunct="1"/>
            <a:r>
              <a:rPr lang="en-US" altLang="en-US"/>
              <a:t>Use a resource-allocation graph</a:t>
            </a:r>
          </a:p>
          <a:p>
            <a:pPr eaLnBrk="1" hangingPunct="1"/>
            <a:endParaRPr lang="en-US" altLang="en-US" sz="800"/>
          </a:p>
          <a:p>
            <a:pPr eaLnBrk="1" hangingPunct="1"/>
            <a:r>
              <a:rPr lang="en-US" altLang="en-US"/>
              <a:t>Multiple instances of a resource type</a:t>
            </a:r>
          </a:p>
          <a:p>
            <a:pPr lvl="1" eaLnBrk="1" hangingPunct="1"/>
            <a:r>
              <a:rPr lang="en-US" altLang="en-US"/>
              <a:t> Use the banker’s algorithm</a:t>
            </a:r>
          </a:p>
        </p:txBody>
      </p:sp>
      <p:sp>
        <p:nvSpPr>
          <p:cNvPr id="28676" name="Rectangle 3">
            <a:extLst>
              <a:ext uri="{FF2B5EF4-FFF2-40B4-BE49-F238E27FC236}">
                <a16:creationId xmlns:a16="http://schemas.microsoft.com/office/drawing/2014/main" id="{01D1274D-2E73-773F-ED8E-C876D4019CEA}"/>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61A88D4B-C5F3-9774-A11B-9A3B8A6A5B6D}"/>
              </a:ext>
            </a:extLst>
          </p:cNvPr>
          <p:cNvSpPr>
            <a:spLocks noGrp="1" noChangeArrowheads="1"/>
          </p:cNvSpPr>
          <p:nvPr>
            <p:ph type="title" idx="4294967295"/>
          </p:nvPr>
        </p:nvSpPr>
        <p:spPr>
          <a:xfrm>
            <a:off x="998538" y="201613"/>
            <a:ext cx="7688262" cy="576262"/>
          </a:xfrm>
        </p:spPr>
        <p:txBody>
          <a:bodyPr/>
          <a:lstStyle/>
          <a:p>
            <a:pPr eaLnBrk="1" hangingPunct="1"/>
            <a:r>
              <a:rPr lang="en-US" altLang="en-US"/>
              <a:t>Resource-Allocation Graph Scheme</a:t>
            </a:r>
          </a:p>
        </p:txBody>
      </p:sp>
      <p:sp>
        <p:nvSpPr>
          <p:cNvPr id="29699" name="Rectangle 3">
            <a:extLst>
              <a:ext uri="{FF2B5EF4-FFF2-40B4-BE49-F238E27FC236}">
                <a16:creationId xmlns:a16="http://schemas.microsoft.com/office/drawing/2014/main" id="{11DAC83B-00A9-44AB-F821-37E4849B955E}"/>
              </a:ext>
            </a:extLst>
          </p:cNvPr>
          <p:cNvSpPr>
            <a:spLocks noGrp="1" noChangeArrowheads="1"/>
          </p:cNvSpPr>
          <p:nvPr>
            <p:ph type="body" idx="4294967295"/>
          </p:nvPr>
        </p:nvSpPr>
        <p:spPr>
          <a:xfrm>
            <a:off x="827088" y="1439863"/>
            <a:ext cx="7424737" cy="4483100"/>
          </a:xfrm>
        </p:spPr>
        <p:txBody>
          <a:bodyPr/>
          <a:lstStyle/>
          <a:p>
            <a:pPr eaLnBrk="1" hangingPunct="1"/>
            <a:r>
              <a:rPr lang="en-US" altLang="en-US" b="1">
                <a:solidFill>
                  <a:srgbClr val="3366FF"/>
                </a:solidFill>
              </a:rPr>
              <a:t>Claim edge</a:t>
            </a:r>
            <a:r>
              <a:rPr lang="en-US" altLang="en-US">
                <a:solidFill>
                  <a:srgbClr val="3366FF"/>
                </a:solidFill>
              </a:rPr>
              <a:t> </a:t>
            </a:r>
            <a:r>
              <a:rPr lang="en-US" altLang="en-US" i="1"/>
              <a:t>P</a:t>
            </a:r>
            <a:r>
              <a:rPr lang="en-US" altLang="en-US" i="1" baseline="-25000"/>
              <a:t>i</a:t>
            </a:r>
            <a:r>
              <a:rPr lang="en-US" altLang="en-US"/>
              <a:t> </a:t>
            </a:r>
            <a:r>
              <a:rPr lang="en-US" altLang="en-US">
                <a:sym typeface="Symbol" panose="05050102010706020507" pitchFamily="18" charset="2"/>
              </a:rPr>
              <a:t> </a:t>
            </a:r>
            <a:r>
              <a:rPr lang="en-US" altLang="en-US" i="1">
                <a:sym typeface="Symbol" panose="05050102010706020507" pitchFamily="18" charset="2"/>
              </a:rPr>
              <a:t>R</a:t>
            </a:r>
            <a:r>
              <a:rPr lang="en-US" altLang="en-US" i="1" baseline="-25000">
                <a:sym typeface="Symbol" panose="05050102010706020507" pitchFamily="18" charset="2"/>
              </a:rPr>
              <a:t>j</a:t>
            </a:r>
            <a:r>
              <a:rPr lang="en-US" altLang="en-US">
                <a:sym typeface="Symbol" panose="05050102010706020507" pitchFamily="18" charset="2"/>
              </a:rPr>
              <a:t> indicated that process </a:t>
            </a:r>
            <a:r>
              <a:rPr lang="en-US" altLang="en-US" i="1">
                <a:sym typeface="Symbol" panose="05050102010706020507" pitchFamily="18" charset="2"/>
              </a:rPr>
              <a:t>P</a:t>
            </a:r>
            <a:r>
              <a:rPr lang="en-US" altLang="en-US" i="1" baseline="-25000">
                <a:sym typeface="Symbol" panose="05050102010706020507" pitchFamily="18" charset="2"/>
              </a:rPr>
              <a:t>j</a:t>
            </a:r>
            <a:r>
              <a:rPr lang="en-US" altLang="en-US">
                <a:sym typeface="Symbol" panose="05050102010706020507" pitchFamily="18" charset="2"/>
              </a:rPr>
              <a:t> may request resource </a:t>
            </a:r>
            <a:r>
              <a:rPr lang="en-US" altLang="en-US" i="1">
                <a:sym typeface="Symbol" panose="05050102010706020507" pitchFamily="18" charset="2"/>
              </a:rPr>
              <a:t>R</a:t>
            </a:r>
            <a:r>
              <a:rPr lang="en-US" altLang="en-US" i="1" baseline="-25000">
                <a:sym typeface="Symbol" panose="05050102010706020507" pitchFamily="18" charset="2"/>
              </a:rPr>
              <a:t>j</a:t>
            </a:r>
            <a:r>
              <a:rPr lang="en-US" altLang="en-US">
                <a:sym typeface="Symbol" panose="05050102010706020507" pitchFamily="18" charset="2"/>
              </a:rPr>
              <a:t>; represented by a dashed line</a:t>
            </a:r>
            <a:br>
              <a:rPr lang="en-US" altLang="en-US">
                <a:sym typeface="Symbol" panose="05050102010706020507" pitchFamily="18" charset="2"/>
              </a:rPr>
            </a:br>
            <a:endParaRPr lang="en-US" altLang="en-US" sz="800">
              <a:sym typeface="Symbol" panose="05050102010706020507" pitchFamily="18" charset="2"/>
            </a:endParaRPr>
          </a:p>
          <a:p>
            <a:pPr eaLnBrk="1" hangingPunct="1"/>
            <a:r>
              <a:rPr lang="en-US" altLang="en-US">
                <a:sym typeface="Symbol" panose="05050102010706020507" pitchFamily="18" charset="2"/>
              </a:rPr>
              <a:t>Claim edge converts to request edge when a process requests a resource</a:t>
            </a:r>
            <a:br>
              <a:rPr lang="en-US" altLang="en-US">
                <a:sym typeface="Symbol" panose="05050102010706020507" pitchFamily="18" charset="2"/>
              </a:rPr>
            </a:br>
            <a:endParaRPr lang="en-US" altLang="en-US" sz="800">
              <a:sym typeface="Symbol" panose="05050102010706020507" pitchFamily="18" charset="2"/>
            </a:endParaRPr>
          </a:p>
          <a:p>
            <a:pPr eaLnBrk="1" hangingPunct="1"/>
            <a:r>
              <a:rPr lang="en-US" altLang="en-US">
                <a:sym typeface="Symbol" panose="05050102010706020507" pitchFamily="18" charset="2"/>
              </a:rPr>
              <a:t>Request edge converted to an assignment edge when the  resource is allocated to the process</a:t>
            </a:r>
          </a:p>
          <a:p>
            <a:pPr eaLnBrk="1" hangingPunct="1">
              <a:buFont typeface="Wingdings" panose="05000000000000000000" pitchFamily="2" charset="2"/>
              <a:buNone/>
            </a:pPr>
            <a:endParaRPr lang="en-US" altLang="en-US" sz="800">
              <a:sym typeface="Symbol" panose="05050102010706020507" pitchFamily="18" charset="2"/>
            </a:endParaRPr>
          </a:p>
          <a:p>
            <a:pPr eaLnBrk="1" hangingPunct="1"/>
            <a:r>
              <a:rPr lang="en-US" altLang="en-US">
                <a:sym typeface="Symbol" panose="05050102010706020507" pitchFamily="18" charset="2"/>
              </a:rPr>
              <a:t>When a resource is released by a process, assignment edge reconverts to a claim edge</a:t>
            </a:r>
            <a:br>
              <a:rPr lang="en-US" altLang="en-US">
                <a:sym typeface="Symbol" panose="05050102010706020507" pitchFamily="18" charset="2"/>
              </a:rPr>
            </a:br>
            <a:endParaRPr lang="en-US" altLang="en-US" sz="800">
              <a:sym typeface="Symbol" panose="05050102010706020507" pitchFamily="18" charset="2"/>
            </a:endParaRPr>
          </a:p>
          <a:p>
            <a:pPr eaLnBrk="1" hangingPunct="1"/>
            <a:r>
              <a:rPr lang="en-US" altLang="en-US">
                <a:sym typeface="Symbol" panose="05050102010706020507" pitchFamily="18" charset="2"/>
              </a:rPr>
              <a:t>Resources must be claimed </a:t>
            </a:r>
            <a:r>
              <a:rPr lang="en-US" altLang="en-US" i="1">
                <a:sym typeface="Symbol" panose="05050102010706020507" pitchFamily="18" charset="2"/>
              </a:rPr>
              <a:t>a priori</a:t>
            </a:r>
            <a:r>
              <a:rPr lang="en-US" altLang="en-US">
                <a:sym typeface="Symbol" panose="05050102010706020507" pitchFamily="18" charset="2"/>
              </a:rPr>
              <a:t> in the system</a:t>
            </a:r>
            <a:endParaRPr lang="en-US" altLang="en-US"/>
          </a:p>
        </p:txBody>
      </p:sp>
      <p:sp>
        <p:nvSpPr>
          <p:cNvPr id="29700" name="Rectangle 3">
            <a:extLst>
              <a:ext uri="{FF2B5EF4-FFF2-40B4-BE49-F238E27FC236}">
                <a16:creationId xmlns:a16="http://schemas.microsoft.com/office/drawing/2014/main" id="{39093311-BB28-EF90-B601-FF6F33D85A53}"/>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957A492-700C-0B87-C574-3FAC77CE609D}"/>
              </a:ext>
            </a:extLst>
          </p:cNvPr>
          <p:cNvSpPr>
            <a:spLocks noGrp="1" noChangeArrowheads="1"/>
          </p:cNvSpPr>
          <p:nvPr>
            <p:ph type="title" idx="4294967295"/>
          </p:nvPr>
        </p:nvSpPr>
        <p:spPr>
          <a:xfrm>
            <a:off x="750888" y="209550"/>
            <a:ext cx="8224837" cy="558800"/>
          </a:xfrm>
        </p:spPr>
        <p:txBody>
          <a:bodyPr/>
          <a:lstStyle/>
          <a:p>
            <a:pPr eaLnBrk="1" hangingPunct="1"/>
            <a:r>
              <a:rPr lang="en-US" altLang="en-US"/>
              <a:t>Resource-Allocation Graph</a:t>
            </a:r>
          </a:p>
        </p:txBody>
      </p:sp>
      <p:pic>
        <p:nvPicPr>
          <p:cNvPr id="30723" name="Picture 5" descr="7">
            <a:extLst>
              <a:ext uri="{FF2B5EF4-FFF2-40B4-BE49-F238E27FC236}">
                <a16:creationId xmlns:a16="http://schemas.microsoft.com/office/drawing/2014/main" id="{3AAEE9F5-D4AA-833A-FC12-586B92498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4950" y="1706563"/>
            <a:ext cx="3143250" cy="318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Rectangle 3">
            <a:extLst>
              <a:ext uri="{FF2B5EF4-FFF2-40B4-BE49-F238E27FC236}">
                <a16:creationId xmlns:a16="http://schemas.microsoft.com/office/drawing/2014/main" id="{DAC5E12C-1552-6447-386C-F503FF300023}"/>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46B8048F-86AC-9127-D754-926FF8436953}"/>
              </a:ext>
            </a:extLst>
          </p:cNvPr>
          <p:cNvSpPr>
            <a:spLocks noGrp="1" noChangeArrowheads="1"/>
          </p:cNvSpPr>
          <p:nvPr>
            <p:ph type="title" idx="4294967295"/>
          </p:nvPr>
        </p:nvSpPr>
        <p:spPr>
          <a:xfrm>
            <a:off x="900113" y="325438"/>
            <a:ext cx="8243887" cy="457200"/>
          </a:xfrm>
        </p:spPr>
        <p:txBody>
          <a:bodyPr/>
          <a:lstStyle/>
          <a:p>
            <a:pPr eaLnBrk="1" hangingPunct="1"/>
            <a:r>
              <a:rPr lang="en-US" altLang="en-US" sz="3000"/>
              <a:t>Unsafe State In Resource-Allocation Graph</a:t>
            </a:r>
          </a:p>
        </p:txBody>
      </p:sp>
      <p:pic>
        <p:nvPicPr>
          <p:cNvPr id="31747" name="Picture 4" descr="7">
            <a:extLst>
              <a:ext uri="{FF2B5EF4-FFF2-40B4-BE49-F238E27FC236}">
                <a16:creationId xmlns:a16="http://schemas.microsoft.com/office/drawing/2014/main" id="{B43A2D1E-0594-D676-7B1B-96B6573148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5" y="1670050"/>
            <a:ext cx="3368675" cy="341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Rectangle 3">
            <a:extLst>
              <a:ext uri="{FF2B5EF4-FFF2-40B4-BE49-F238E27FC236}">
                <a16:creationId xmlns:a16="http://schemas.microsoft.com/office/drawing/2014/main" id="{09249684-F515-5ADE-82B0-9C8E7A11B9DA}"/>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8E22DED4-EEDB-B93D-101D-681B942F88E6}"/>
              </a:ext>
            </a:extLst>
          </p:cNvPr>
          <p:cNvSpPr>
            <a:spLocks noGrp="1" noChangeArrowheads="1"/>
          </p:cNvSpPr>
          <p:nvPr>
            <p:ph type="title" idx="4294967295"/>
          </p:nvPr>
        </p:nvSpPr>
        <p:spPr>
          <a:xfrm>
            <a:off x="1082675" y="201613"/>
            <a:ext cx="7604125" cy="576262"/>
          </a:xfrm>
        </p:spPr>
        <p:txBody>
          <a:bodyPr/>
          <a:lstStyle/>
          <a:p>
            <a:pPr eaLnBrk="1" hangingPunct="1"/>
            <a:r>
              <a:rPr lang="en-US" altLang="en-US"/>
              <a:t>Resource-Allocation Graph Algorithm</a:t>
            </a:r>
          </a:p>
        </p:txBody>
      </p:sp>
      <p:sp>
        <p:nvSpPr>
          <p:cNvPr id="32771" name="Rectangle 3">
            <a:extLst>
              <a:ext uri="{FF2B5EF4-FFF2-40B4-BE49-F238E27FC236}">
                <a16:creationId xmlns:a16="http://schemas.microsoft.com/office/drawing/2014/main" id="{CBA0B461-621A-9797-E89C-E2BFFE1D4790}"/>
              </a:ext>
            </a:extLst>
          </p:cNvPr>
          <p:cNvSpPr>
            <a:spLocks noGrp="1" noChangeArrowheads="1"/>
          </p:cNvSpPr>
          <p:nvPr>
            <p:ph type="body" idx="4294967295"/>
          </p:nvPr>
        </p:nvSpPr>
        <p:spPr>
          <a:xfrm>
            <a:off x="633413" y="1349375"/>
            <a:ext cx="7519987" cy="4303713"/>
          </a:xfrm>
        </p:spPr>
        <p:txBody>
          <a:bodyPr/>
          <a:lstStyle/>
          <a:p>
            <a:pPr eaLnBrk="1" hangingPunct="1"/>
            <a:r>
              <a:rPr lang="en-US" altLang="en-US"/>
              <a:t>Suppose that process</a:t>
            </a:r>
            <a:r>
              <a:rPr lang="en-US" altLang="en-US" i="1"/>
              <a:t> P</a:t>
            </a:r>
            <a:r>
              <a:rPr lang="en-US" altLang="en-US" i="1" baseline="-25000"/>
              <a:t>i</a:t>
            </a:r>
            <a:r>
              <a:rPr lang="en-US" altLang="en-US"/>
              <a:t> requests a resource </a:t>
            </a:r>
            <a:r>
              <a:rPr lang="en-US" altLang="en-US" i="1">
                <a:sym typeface="Symbol" panose="05050102010706020507" pitchFamily="18" charset="2"/>
              </a:rPr>
              <a:t>R</a:t>
            </a:r>
            <a:r>
              <a:rPr lang="en-US" altLang="en-US" i="1" baseline="-25000">
                <a:sym typeface="Symbol" panose="05050102010706020507" pitchFamily="18" charset="2"/>
              </a:rPr>
              <a:t>j</a:t>
            </a:r>
          </a:p>
          <a:p>
            <a:pPr eaLnBrk="1" hangingPunct="1"/>
            <a:endParaRPr lang="en-US" altLang="en-US" sz="800" i="1" baseline="-25000">
              <a:sym typeface="Symbol" panose="05050102010706020507" pitchFamily="18" charset="2"/>
            </a:endParaRPr>
          </a:p>
          <a:p>
            <a:pPr eaLnBrk="1" hangingPunct="1"/>
            <a:r>
              <a:rPr lang="en-US" altLang="en-US">
                <a:sym typeface="Symbol" panose="05050102010706020507" pitchFamily="18" charset="2"/>
              </a:rPr>
              <a:t>The request can be granted only if converting the request edge to an assignment edge does not result in the formation of a cycle in the resource allocation graph</a:t>
            </a:r>
          </a:p>
        </p:txBody>
      </p:sp>
      <p:sp>
        <p:nvSpPr>
          <p:cNvPr id="32772" name="Rectangle 3">
            <a:extLst>
              <a:ext uri="{FF2B5EF4-FFF2-40B4-BE49-F238E27FC236}">
                <a16:creationId xmlns:a16="http://schemas.microsoft.com/office/drawing/2014/main" id="{8F0A8E8E-1482-7349-8570-01546AE50FAB}"/>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BF307CC6-A199-AD0F-7772-D608B1DA1B48}"/>
              </a:ext>
            </a:extLst>
          </p:cNvPr>
          <p:cNvSpPr>
            <a:spLocks noGrp="1" noChangeArrowheads="1"/>
          </p:cNvSpPr>
          <p:nvPr>
            <p:ph type="title" idx="4294967295"/>
          </p:nvPr>
        </p:nvSpPr>
        <p:spPr/>
        <p:txBody>
          <a:bodyPr/>
          <a:lstStyle/>
          <a:p>
            <a:pPr eaLnBrk="1" hangingPunct="1"/>
            <a:r>
              <a:rPr lang="en-US" altLang="en-US"/>
              <a:t>Banker’s Algorithm</a:t>
            </a:r>
          </a:p>
        </p:txBody>
      </p:sp>
      <p:sp>
        <p:nvSpPr>
          <p:cNvPr id="33795" name="Rectangle 3">
            <a:extLst>
              <a:ext uri="{FF2B5EF4-FFF2-40B4-BE49-F238E27FC236}">
                <a16:creationId xmlns:a16="http://schemas.microsoft.com/office/drawing/2014/main" id="{77523A73-4E7D-E753-8A1C-B32926D85A74}"/>
              </a:ext>
            </a:extLst>
          </p:cNvPr>
          <p:cNvSpPr>
            <a:spLocks noGrp="1" noChangeArrowheads="1"/>
          </p:cNvSpPr>
          <p:nvPr>
            <p:ph type="body" idx="4294967295"/>
          </p:nvPr>
        </p:nvSpPr>
        <p:spPr>
          <a:xfrm>
            <a:off x="827088" y="1397000"/>
            <a:ext cx="7477125" cy="4441825"/>
          </a:xfrm>
        </p:spPr>
        <p:txBody>
          <a:bodyPr/>
          <a:lstStyle/>
          <a:p>
            <a:pPr eaLnBrk="1" hangingPunct="1"/>
            <a:r>
              <a:rPr lang="en-US" altLang="en-US"/>
              <a:t>Multiple instances</a:t>
            </a:r>
            <a:br>
              <a:rPr lang="en-US" altLang="en-US"/>
            </a:br>
            <a:endParaRPr lang="en-US" altLang="en-US" sz="800"/>
          </a:p>
          <a:p>
            <a:pPr eaLnBrk="1" hangingPunct="1"/>
            <a:r>
              <a:rPr lang="en-US" altLang="en-US"/>
              <a:t>Each process must a priori claim maximum use</a:t>
            </a:r>
            <a:br>
              <a:rPr lang="en-US" altLang="en-US"/>
            </a:br>
            <a:endParaRPr lang="en-US" altLang="en-US" sz="800"/>
          </a:p>
          <a:p>
            <a:pPr eaLnBrk="1" hangingPunct="1"/>
            <a:r>
              <a:rPr lang="en-US" altLang="en-US"/>
              <a:t>When a process requests a resource it may have to wait  </a:t>
            </a:r>
            <a:br>
              <a:rPr lang="en-US" altLang="en-US"/>
            </a:br>
            <a:endParaRPr lang="en-US" altLang="en-US" sz="800"/>
          </a:p>
          <a:p>
            <a:pPr eaLnBrk="1" hangingPunct="1"/>
            <a:r>
              <a:rPr lang="en-US" altLang="en-US"/>
              <a:t>When a process gets all its resources it must return them in a finite amount of time</a:t>
            </a:r>
          </a:p>
        </p:txBody>
      </p:sp>
      <p:sp>
        <p:nvSpPr>
          <p:cNvPr id="33796" name="Rectangle 3">
            <a:extLst>
              <a:ext uri="{FF2B5EF4-FFF2-40B4-BE49-F238E27FC236}">
                <a16:creationId xmlns:a16="http://schemas.microsoft.com/office/drawing/2014/main" id="{C7D9A217-8058-DFD1-1EF5-CE6BCA91B95F}"/>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0C299464-A3F1-A7AD-AA59-1BF847CE8635}"/>
              </a:ext>
            </a:extLst>
          </p:cNvPr>
          <p:cNvSpPr>
            <a:spLocks noGrp="1" noChangeArrowheads="1"/>
          </p:cNvSpPr>
          <p:nvPr>
            <p:ph type="title" idx="4294967295"/>
          </p:nvPr>
        </p:nvSpPr>
        <p:spPr>
          <a:xfrm>
            <a:off x="912813" y="346075"/>
            <a:ext cx="8020050" cy="431800"/>
          </a:xfrm>
        </p:spPr>
        <p:txBody>
          <a:bodyPr/>
          <a:lstStyle/>
          <a:p>
            <a:pPr eaLnBrk="1" hangingPunct="1"/>
            <a:r>
              <a:rPr lang="en-US" altLang="en-US" sz="3000"/>
              <a:t>Data Structures for the Banker’s Algorithm</a:t>
            </a:r>
            <a:r>
              <a:rPr lang="en-US" altLang="en-US" sz="2800"/>
              <a:t> </a:t>
            </a:r>
          </a:p>
        </p:txBody>
      </p:sp>
      <p:sp>
        <p:nvSpPr>
          <p:cNvPr id="34819" name="Rectangle 3">
            <a:extLst>
              <a:ext uri="{FF2B5EF4-FFF2-40B4-BE49-F238E27FC236}">
                <a16:creationId xmlns:a16="http://schemas.microsoft.com/office/drawing/2014/main" id="{893347C5-D7A1-BD2D-E3D9-B384324C57A1}"/>
              </a:ext>
            </a:extLst>
          </p:cNvPr>
          <p:cNvSpPr>
            <a:spLocks noGrp="1" noChangeArrowheads="1"/>
          </p:cNvSpPr>
          <p:nvPr>
            <p:ph type="body" idx="4294967295"/>
          </p:nvPr>
        </p:nvSpPr>
        <p:spPr>
          <a:xfrm>
            <a:off x="995363" y="1930400"/>
            <a:ext cx="7343775" cy="4214813"/>
          </a:xfrm>
        </p:spPr>
        <p:txBody>
          <a:bodyPr/>
          <a:lstStyle/>
          <a:p>
            <a:pPr eaLnBrk="1" hangingPunct="1"/>
            <a:r>
              <a:rPr lang="en-US" altLang="en-US" b="1"/>
              <a:t>Available</a:t>
            </a:r>
            <a:r>
              <a:rPr lang="en-US" altLang="en-US" i="1"/>
              <a:t>:</a:t>
            </a:r>
            <a:r>
              <a:rPr lang="en-US" altLang="en-US"/>
              <a:t>  Vector of length </a:t>
            </a:r>
            <a:r>
              <a:rPr lang="en-US" altLang="en-US" i="1"/>
              <a:t>m</a:t>
            </a:r>
            <a:r>
              <a:rPr lang="en-US" altLang="en-US"/>
              <a:t>. If available [</a:t>
            </a:r>
            <a:r>
              <a:rPr lang="en-US" altLang="en-US" i="1"/>
              <a:t>j</a:t>
            </a:r>
            <a:r>
              <a:rPr lang="en-US" altLang="en-US"/>
              <a:t>] = </a:t>
            </a:r>
            <a:r>
              <a:rPr lang="en-US" altLang="en-US" i="1"/>
              <a:t>k</a:t>
            </a:r>
            <a:r>
              <a:rPr lang="en-US" altLang="en-US"/>
              <a:t>, there are</a:t>
            </a:r>
            <a:r>
              <a:rPr lang="en-US" altLang="en-US" i="1"/>
              <a:t> k</a:t>
            </a:r>
            <a:r>
              <a:rPr lang="en-US" altLang="en-US"/>
              <a:t> instances of resource type </a:t>
            </a:r>
            <a:r>
              <a:rPr lang="en-US" altLang="en-US" i="1"/>
              <a:t>R</a:t>
            </a:r>
            <a:r>
              <a:rPr lang="en-US" altLang="en-US" i="1" baseline="-25000"/>
              <a:t>j</a:t>
            </a:r>
            <a:r>
              <a:rPr lang="en-US" altLang="en-US" baseline="-25000"/>
              <a:t>  </a:t>
            </a:r>
            <a:r>
              <a:rPr lang="en-US" altLang="en-US"/>
              <a:t>available</a:t>
            </a:r>
          </a:p>
          <a:p>
            <a:pPr eaLnBrk="1" hangingPunct="1"/>
            <a:endParaRPr lang="en-US" altLang="en-US" sz="800"/>
          </a:p>
          <a:p>
            <a:pPr eaLnBrk="1" hangingPunct="1"/>
            <a:r>
              <a:rPr lang="en-US" altLang="en-US" b="1">
                <a:solidFill>
                  <a:srgbClr val="000000"/>
                </a:solidFill>
              </a:rPr>
              <a:t>Max</a:t>
            </a:r>
            <a:r>
              <a:rPr lang="en-US" altLang="en-US" i="1"/>
              <a:t>: n x m</a:t>
            </a:r>
            <a:r>
              <a:rPr lang="en-US" altLang="en-US"/>
              <a:t> matrix.  If </a:t>
            </a:r>
            <a:r>
              <a:rPr lang="en-US" altLang="en-US" i="1"/>
              <a:t>Max </a:t>
            </a:r>
            <a:r>
              <a:rPr lang="en-US" altLang="en-US"/>
              <a:t>[</a:t>
            </a:r>
            <a:r>
              <a:rPr lang="en-US" altLang="en-US" i="1"/>
              <a:t>i,j</a:t>
            </a:r>
            <a:r>
              <a:rPr lang="en-US" altLang="en-US"/>
              <a:t>] = </a:t>
            </a:r>
            <a:r>
              <a:rPr lang="en-US" altLang="en-US" i="1"/>
              <a:t>k</a:t>
            </a:r>
            <a:r>
              <a:rPr lang="en-US" altLang="en-US"/>
              <a:t>, then process </a:t>
            </a:r>
            <a:r>
              <a:rPr lang="en-US" altLang="en-US" i="1"/>
              <a:t>P</a:t>
            </a:r>
            <a:r>
              <a:rPr lang="en-US" altLang="en-US" i="1" baseline="-25000"/>
              <a:t>i</a:t>
            </a:r>
            <a:r>
              <a:rPr lang="en-US" altLang="en-US" i="1"/>
              <a:t> </a:t>
            </a:r>
            <a:r>
              <a:rPr lang="en-US" altLang="en-US"/>
              <a:t>may request at most</a:t>
            </a:r>
            <a:r>
              <a:rPr lang="en-US" altLang="en-US" i="1"/>
              <a:t> k </a:t>
            </a:r>
            <a:r>
              <a:rPr lang="en-US" altLang="en-US"/>
              <a:t>instances of resource type </a:t>
            </a:r>
            <a:r>
              <a:rPr lang="en-US" altLang="en-US" i="1"/>
              <a:t>R</a:t>
            </a:r>
            <a:r>
              <a:rPr lang="en-US" altLang="en-US" i="1" baseline="-25000"/>
              <a:t>j</a:t>
            </a:r>
          </a:p>
          <a:p>
            <a:pPr eaLnBrk="1" hangingPunct="1"/>
            <a:endParaRPr lang="en-US" altLang="en-US" sz="800" i="1" baseline="-25000"/>
          </a:p>
          <a:p>
            <a:pPr eaLnBrk="1" hangingPunct="1"/>
            <a:endParaRPr lang="en-US" altLang="en-US" sz="800" i="1" baseline="-25000"/>
          </a:p>
          <a:p>
            <a:pPr eaLnBrk="1" hangingPunct="1"/>
            <a:r>
              <a:rPr lang="en-US" altLang="en-US" b="1">
                <a:solidFill>
                  <a:srgbClr val="000000"/>
                </a:solidFill>
              </a:rPr>
              <a:t>Allocation</a:t>
            </a:r>
            <a:r>
              <a:rPr lang="en-US" altLang="en-US" i="1"/>
              <a:t>:  n </a:t>
            </a:r>
            <a:r>
              <a:rPr lang="en-US" altLang="en-US"/>
              <a:t>x</a:t>
            </a:r>
            <a:r>
              <a:rPr lang="en-US" altLang="en-US" i="1"/>
              <a:t> m</a:t>
            </a:r>
            <a:r>
              <a:rPr lang="en-US" altLang="en-US"/>
              <a:t> matrix.  If Allocation[</a:t>
            </a:r>
            <a:r>
              <a:rPr lang="en-US" altLang="en-US" i="1"/>
              <a:t>i,j</a:t>
            </a:r>
            <a:r>
              <a:rPr lang="en-US" altLang="en-US"/>
              <a:t>] = </a:t>
            </a:r>
            <a:r>
              <a:rPr lang="en-US" altLang="en-US" i="1"/>
              <a:t>k</a:t>
            </a:r>
            <a:r>
              <a:rPr lang="en-US" altLang="en-US"/>
              <a:t> then</a:t>
            </a:r>
            <a:r>
              <a:rPr lang="en-US" altLang="en-US" i="1"/>
              <a:t> P</a:t>
            </a:r>
            <a:r>
              <a:rPr lang="en-US" altLang="en-US" i="1" baseline="-25000"/>
              <a:t>i</a:t>
            </a:r>
            <a:r>
              <a:rPr lang="en-US" altLang="en-US"/>
              <a:t> is currently allocated </a:t>
            </a:r>
            <a:r>
              <a:rPr lang="en-US" altLang="en-US" i="1"/>
              <a:t>k</a:t>
            </a:r>
            <a:r>
              <a:rPr lang="en-US" altLang="en-US"/>
              <a:t> instances of </a:t>
            </a:r>
            <a:r>
              <a:rPr lang="en-US" altLang="en-US" i="1"/>
              <a:t>R</a:t>
            </a:r>
            <a:r>
              <a:rPr lang="en-US" altLang="en-US" i="1" baseline="-25000"/>
              <a:t>j</a:t>
            </a:r>
          </a:p>
          <a:p>
            <a:pPr eaLnBrk="1" hangingPunct="1"/>
            <a:endParaRPr lang="en-US" altLang="en-US" sz="800" i="1" baseline="-25000"/>
          </a:p>
          <a:p>
            <a:pPr eaLnBrk="1" hangingPunct="1"/>
            <a:r>
              <a:rPr lang="en-US" altLang="en-US" b="1">
                <a:solidFill>
                  <a:srgbClr val="000000"/>
                </a:solidFill>
              </a:rPr>
              <a:t>Need</a:t>
            </a:r>
            <a:r>
              <a:rPr lang="en-US" altLang="en-US" i="1"/>
              <a:t>:  n </a:t>
            </a:r>
            <a:r>
              <a:rPr lang="en-US" altLang="en-US"/>
              <a:t>x</a:t>
            </a:r>
            <a:r>
              <a:rPr lang="en-US" altLang="en-US" i="1"/>
              <a:t> m</a:t>
            </a:r>
            <a:r>
              <a:rPr lang="en-US" altLang="en-US"/>
              <a:t> matrix. If </a:t>
            </a:r>
            <a:r>
              <a:rPr lang="en-US" altLang="en-US" i="1"/>
              <a:t>Need</a:t>
            </a:r>
            <a:r>
              <a:rPr lang="en-US" altLang="en-US"/>
              <a:t>[</a:t>
            </a:r>
            <a:r>
              <a:rPr lang="en-US" altLang="en-US" i="1"/>
              <a:t>i,j</a:t>
            </a:r>
            <a:r>
              <a:rPr lang="en-US" altLang="en-US"/>
              <a:t>] =</a:t>
            </a:r>
            <a:r>
              <a:rPr lang="en-US" altLang="en-US" i="1"/>
              <a:t> k</a:t>
            </a:r>
            <a:r>
              <a:rPr lang="en-US" altLang="en-US"/>
              <a:t>, then</a:t>
            </a:r>
            <a:r>
              <a:rPr lang="en-US" altLang="en-US" i="1"/>
              <a:t> P</a:t>
            </a:r>
            <a:r>
              <a:rPr lang="en-US" altLang="en-US" i="1" baseline="-25000"/>
              <a:t>i</a:t>
            </a:r>
            <a:r>
              <a:rPr lang="en-US" altLang="en-US"/>
              <a:t> may need </a:t>
            </a:r>
            <a:r>
              <a:rPr lang="en-US" altLang="en-US" i="1"/>
              <a:t>k</a:t>
            </a:r>
            <a:r>
              <a:rPr lang="en-US" altLang="en-US"/>
              <a:t> more instances of </a:t>
            </a:r>
            <a:r>
              <a:rPr lang="en-US" altLang="en-US" i="1"/>
              <a:t>R</a:t>
            </a:r>
            <a:r>
              <a:rPr lang="en-US" altLang="en-US" i="1" baseline="-25000"/>
              <a:t>j</a:t>
            </a:r>
            <a:r>
              <a:rPr lang="en-US" altLang="en-US" baseline="-25000"/>
              <a:t> </a:t>
            </a:r>
            <a:r>
              <a:rPr lang="en-US" altLang="en-US"/>
              <a:t>to complete its task</a:t>
            </a:r>
          </a:p>
          <a:p>
            <a:pPr lvl="2" eaLnBrk="1" hangingPunct="1">
              <a:buFont typeface="Webdings" panose="05030102010509060703" pitchFamily="18" charset="2"/>
              <a:buNone/>
            </a:pPr>
            <a:br>
              <a:rPr lang="en-US" altLang="en-US" sz="800"/>
            </a:br>
            <a:r>
              <a:rPr lang="en-US" altLang="en-US" i="1"/>
              <a:t>Need</a:t>
            </a:r>
            <a:r>
              <a:rPr lang="en-US" altLang="en-US"/>
              <a:t> [</a:t>
            </a:r>
            <a:r>
              <a:rPr lang="en-US" altLang="en-US" i="1"/>
              <a:t>i,j]</a:t>
            </a:r>
            <a:r>
              <a:rPr lang="en-US" altLang="en-US"/>
              <a:t> = </a:t>
            </a:r>
            <a:r>
              <a:rPr lang="en-US" altLang="en-US" i="1"/>
              <a:t>Max</a:t>
            </a:r>
            <a:r>
              <a:rPr lang="en-US" altLang="en-US"/>
              <a:t>[</a:t>
            </a:r>
            <a:r>
              <a:rPr lang="en-US" altLang="en-US" i="1"/>
              <a:t>i,j</a:t>
            </a:r>
            <a:r>
              <a:rPr lang="en-US" altLang="en-US"/>
              <a:t>] – </a:t>
            </a:r>
            <a:r>
              <a:rPr lang="en-US" altLang="en-US" i="1"/>
              <a:t>Allocation</a:t>
            </a:r>
            <a:r>
              <a:rPr lang="en-US" altLang="en-US"/>
              <a:t> [</a:t>
            </a:r>
            <a:r>
              <a:rPr lang="en-US" altLang="en-US" i="1"/>
              <a:t>i,j</a:t>
            </a:r>
            <a:r>
              <a:rPr lang="en-US" altLang="en-US"/>
              <a:t>]</a:t>
            </a:r>
          </a:p>
        </p:txBody>
      </p:sp>
      <p:sp>
        <p:nvSpPr>
          <p:cNvPr id="34820" name="Text Box 4">
            <a:extLst>
              <a:ext uri="{FF2B5EF4-FFF2-40B4-BE49-F238E27FC236}">
                <a16:creationId xmlns:a16="http://schemas.microsoft.com/office/drawing/2014/main" id="{95038BC7-C9D3-0A45-221A-032F40596074}"/>
              </a:ext>
            </a:extLst>
          </p:cNvPr>
          <p:cNvSpPr txBox="1">
            <a:spLocks noChangeArrowheads="1"/>
          </p:cNvSpPr>
          <p:nvPr/>
        </p:nvSpPr>
        <p:spPr bwMode="auto">
          <a:xfrm>
            <a:off x="809625" y="1408113"/>
            <a:ext cx="6934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spcBef>
                <a:spcPct val="50000"/>
              </a:spcBef>
            </a:pPr>
            <a:r>
              <a:rPr lang="en-US" altLang="en-US">
                <a:latin typeface="Helvetica" panose="020B0604020202020204" pitchFamily="34" charset="0"/>
              </a:rPr>
              <a:t>Let </a:t>
            </a:r>
            <a:r>
              <a:rPr lang="en-US" altLang="en-US" i="1">
                <a:latin typeface="Helvetica" panose="020B0604020202020204" pitchFamily="34" charset="0"/>
              </a:rPr>
              <a:t>n</a:t>
            </a:r>
            <a:r>
              <a:rPr lang="en-US" altLang="en-US">
                <a:latin typeface="Helvetica" panose="020B0604020202020204" pitchFamily="34" charset="0"/>
              </a:rPr>
              <a:t> = number of processes, and </a:t>
            </a:r>
            <a:r>
              <a:rPr lang="en-US" altLang="en-US" i="1">
                <a:latin typeface="Helvetica" panose="020B0604020202020204" pitchFamily="34" charset="0"/>
              </a:rPr>
              <a:t>m </a:t>
            </a:r>
            <a:r>
              <a:rPr lang="en-US" altLang="en-US">
                <a:latin typeface="Helvetica" panose="020B0604020202020204" pitchFamily="34" charset="0"/>
              </a:rPr>
              <a:t>= number of resources types. </a:t>
            </a:r>
          </a:p>
        </p:txBody>
      </p:sp>
      <p:sp>
        <p:nvSpPr>
          <p:cNvPr id="34821" name="Rectangle 4">
            <a:extLst>
              <a:ext uri="{FF2B5EF4-FFF2-40B4-BE49-F238E27FC236}">
                <a16:creationId xmlns:a16="http://schemas.microsoft.com/office/drawing/2014/main" id="{746AF9C3-92D5-A623-5CA5-C76A6820358C}"/>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917870C0-4123-3EDB-97E2-9CF7A4AB1238}"/>
              </a:ext>
            </a:extLst>
          </p:cNvPr>
          <p:cNvSpPr>
            <a:spLocks noGrp="1" noChangeArrowheads="1"/>
          </p:cNvSpPr>
          <p:nvPr>
            <p:ph type="title" idx="4294967295"/>
          </p:nvPr>
        </p:nvSpPr>
        <p:spPr/>
        <p:txBody>
          <a:bodyPr/>
          <a:lstStyle/>
          <a:p>
            <a:pPr eaLnBrk="1" hangingPunct="1"/>
            <a:r>
              <a:rPr lang="en-US" altLang="en-US"/>
              <a:t>Safety Algorithm</a:t>
            </a:r>
          </a:p>
        </p:txBody>
      </p:sp>
      <p:sp>
        <p:nvSpPr>
          <p:cNvPr id="35843" name="Rectangle 3">
            <a:extLst>
              <a:ext uri="{FF2B5EF4-FFF2-40B4-BE49-F238E27FC236}">
                <a16:creationId xmlns:a16="http://schemas.microsoft.com/office/drawing/2014/main" id="{72CB8FA0-0C3F-72A5-36CA-B56DA856F5B2}"/>
              </a:ext>
            </a:extLst>
          </p:cNvPr>
          <p:cNvSpPr>
            <a:spLocks noGrp="1" noChangeArrowheads="1"/>
          </p:cNvSpPr>
          <p:nvPr>
            <p:ph type="body" idx="4294967295"/>
          </p:nvPr>
        </p:nvSpPr>
        <p:spPr>
          <a:xfrm>
            <a:off x="639763" y="1239838"/>
            <a:ext cx="7737475" cy="5046662"/>
          </a:xfrm>
        </p:spPr>
        <p:txBody>
          <a:bodyPr/>
          <a:lstStyle/>
          <a:p>
            <a:pPr eaLnBrk="1" hangingPunct="1">
              <a:lnSpc>
                <a:spcPct val="90000"/>
              </a:lnSpc>
              <a:buFont typeface="Wingdings" panose="05000000000000000000" pitchFamily="2" charset="2"/>
              <a:buNone/>
            </a:pPr>
            <a:r>
              <a:rPr lang="en-US" altLang="en-US">
                <a:solidFill>
                  <a:schemeClr val="bg2"/>
                </a:solidFill>
              </a:rPr>
              <a:t>1.</a:t>
            </a:r>
            <a:r>
              <a:rPr lang="en-US" altLang="en-US"/>
              <a:t>	Let </a:t>
            </a:r>
            <a:r>
              <a:rPr lang="en-US" altLang="en-US" i="1">
                <a:solidFill>
                  <a:srgbClr val="000000"/>
                </a:solidFill>
              </a:rPr>
              <a:t>Work </a:t>
            </a:r>
            <a:r>
              <a:rPr lang="en-US" altLang="en-US"/>
              <a:t>and </a:t>
            </a:r>
            <a:r>
              <a:rPr lang="en-US" altLang="en-US" i="1">
                <a:solidFill>
                  <a:srgbClr val="000000"/>
                </a:solidFill>
              </a:rPr>
              <a:t>Finish</a:t>
            </a:r>
            <a:r>
              <a:rPr lang="en-US" altLang="en-US">
                <a:solidFill>
                  <a:srgbClr val="000000"/>
                </a:solidFill>
              </a:rPr>
              <a:t> </a:t>
            </a:r>
            <a:r>
              <a:rPr lang="en-US" altLang="en-US"/>
              <a:t>be vectors of length</a:t>
            </a:r>
            <a:r>
              <a:rPr lang="en-US" altLang="en-US" i="1"/>
              <a:t> m</a:t>
            </a:r>
            <a:r>
              <a:rPr lang="en-US" altLang="en-US"/>
              <a:t> and</a:t>
            </a:r>
            <a:r>
              <a:rPr lang="en-US" altLang="en-US" i="1"/>
              <a:t> n</a:t>
            </a:r>
            <a:r>
              <a:rPr lang="en-US" altLang="en-US"/>
              <a:t>, respectively.  Initialize:</a:t>
            </a:r>
          </a:p>
          <a:p>
            <a:pPr marL="1543050" lvl="3" indent="-342900" eaLnBrk="1" hangingPunct="1">
              <a:lnSpc>
                <a:spcPct val="90000"/>
              </a:lnSpc>
              <a:buFontTx/>
              <a:buNone/>
            </a:pPr>
            <a:r>
              <a:rPr lang="en-US" altLang="en-US" i="1"/>
              <a:t>Work </a:t>
            </a:r>
            <a:r>
              <a:rPr lang="en-US" altLang="en-US"/>
              <a:t>= </a:t>
            </a:r>
            <a:r>
              <a:rPr lang="en-US" altLang="en-US" i="1"/>
              <a:t>Available</a:t>
            </a:r>
          </a:p>
          <a:p>
            <a:pPr marL="1543050" lvl="3" indent="-342900" eaLnBrk="1" hangingPunct="1">
              <a:lnSpc>
                <a:spcPct val="90000"/>
              </a:lnSpc>
              <a:buFontTx/>
              <a:buNone/>
            </a:pPr>
            <a:r>
              <a:rPr lang="en-US" altLang="en-US" i="1"/>
              <a:t>Finish </a:t>
            </a:r>
            <a:r>
              <a:rPr lang="en-US" altLang="en-US"/>
              <a:t>[</a:t>
            </a:r>
            <a:r>
              <a:rPr lang="en-US" altLang="en-US" i="1"/>
              <a:t>i</a:t>
            </a:r>
            <a:r>
              <a:rPr lang="en-US" altLang="en-US"/>
              <a:t>] =</a:t>
            </a:r>
            <a:r>
              <a:rPr lang="en-US" altLang="en-US" i="1"/>
              <a:t> false </a:t>
            </a:r>
            <a:r>
              <a:rPr lang="en-US" altLang="en-US"/>
              <a:t>for</a:t>
            </a:r>
            <a:r>
              <a:rPr lang="en-US" altLang="en-US" i="1"/>
              <a:t> i</a:t>
            </a:r>
            <a:r>
              <a:rPr lang="en-US" altLang="en-US"/>
              <a:t> = 0, 1, …, </a:t>
            </a:r>
            <a:r>
              <a:rPr lang="en-US" altLang="en-US" i="1"/>
              <a:t>n- </a:t>
            </a:r>
            <a:r>
              <a:rPr lang="en-US" altLang="en-US"/>
              <a:t>1</a:t>
            </a:r>
          </a:p>
          <a:p>
            <a:pPr marL="1543050" lvl="3" indent="-342900" eaLnBrk="1" hangingPunct="1">
              <a:lnSpc>
                <a:spcPct val="90000"/>
              </a:lnSpc>
              <a:buFontTx/>
              <a:buNone/>
            </a:pPr>
            <a:endParaRPr lang="en-US" altLang="en-US" sz="800"/>
          </a:p>
          <a:p>
            <a:pPr eaLnBrk="1" hangingPunct="1">
              <a:lnSpc>
                <a:spcPct val="90000"/>
              </a:lnSpc>
              <a:buFont typeface="Wingdings" panose="05000000000000000000" pitchFamily="2" charset="2"/>
              <a:buNone/>
            </a:pPr>
            <a:r>
              <a:rPr lang="en-US" altLang="en-US">
                <a:solidFill>
                  <a:schemeClr val="bg2"/>
                </a:solidFill>
              </a:rPr>
              <a:t>2.</a:t>
            </a:r>
            <a:r>
              <a:rPr lang="en-US" altLang="en-US"/>
              <a:t>	Find and </a:t>
            </a:r>
            <a:r>
              <a:rPr lang="en-US" altLang="en-US" i="1"/>
              <a:t>i </a:t>
            </a:r>
            <a:r>
              <a:rPr lang="en-US" altLang="en-US"/>
              <a:t>such that both: </a:t>
            </a:r>
          </a:p>
          <a:p>
            <a:pPr marL="800100" lvl="1" indent="-342900" eaLnBrk="1" hangingPunct="1">
              <a:lnSpc>
                <a:spcPct val="90000"/>
              </a:lnSpc>
              <a:buFont typeface="Wingdings" panose="05000000000000000000" pitchFamily="2" charset="2"/>
              <a:buNone/>
            </a:pPr>
            <a:r>
              <a:rPr lang="en-US" altLang="en-US"/>
              <a:t>(a) </a:t>
            </a:r>
            <a:r>
              <a:rPr lang="en-US" altLang="en-US" i="1"/>
              <a:t>Finish</a:t>
            </a:r>
            <a:r>
              <a:rPr lang="en-US" altLang="en-US"/>
              <a:t> [</a:t>
            </a:r>
            <a:r>
              <a:rPr lang="en-US" altLang="en-US" i="1"/>
              <a:t>i</a:t>
            </a:r>
            <a:r>
              <a:rPr lang="en-US" altLang="en-US"/>
              <a:t>] = </a:t>
            </a:r>
            <a:r>
              <a:rPr lang="en-US" altLang="en-US" i="1"/>
              <a:t>false</a:t>
            </a:r>
            <a:endParaRPr lang="en-US" altLang="en-US"/>
          </a:p>
          <a:p>
            <a:pPr marL="800100" lvl="1" indent="-342900" eaLnBrk="1" hangingPunct="1">
              <a:lnSpc>
                <a:spcPct val="90000"/>
              </a:lnSpc>
              <a:buFont typeface="Wingdings" panose="05000000000000000000" pitchFamily="2" charset="2"/>
              <a:buNone/>
            </a:pPr>
            <a:r>
              <a:rPr lang="en-US" altLang="en-US"/>
              <a:t>(b) </a:t>
            </a:r>
            <a:r>
              <a:rPr lang="en-US" altLang="en-US" i="1"/>
              <a:t>Need</a:t>
            </a:r>
            <a:r>
              <a:rPr lang="en-US" altLang="en-US" i="1" baseline="-25000"/>
              <a:t>i</a:t>
            </a:r>
            <a:r>
              <a:rPr lang="en-US" altLang="en-US"/>
              <a:t> </a:t>
            </a:r>
            <a:r>
              <a:rPr lang="en-US" altLang="en-US">
                <a:sym typeface="Symbol" panose="05050102010706020507" pitchFamily="18" charset="2"/>
              </a:rPr>
              <a:t> </a:t>
            </a:r>
            <a:r>
              <a:rPr lang="en-US" altLang="en-US" i="1">
                <a:sym typeface="Symbol" panose="05050102010706020507" pitchFamily="18" charset="2"/>
              </a:rPr>
              <a:t>Work</a:t>
            </a:r>
          </a:p>
          <a:p>
            <a:pPr marL="800100" lvl="1" indent="-342900" eaLnBrk="1" hangingPunct="1">
              <a:lnSpc>
                <a:spcPct val="90000"/>
              </a:lnSpc>
              <a:buFont typeface="Wingdings" panose="05000000000000000000" pitchFamily="2" charset="2"/>
              <a:buNone/>
            </a:pPr>
            <a:r>
              <a:rPr lang="en-US" altLang="en-US">
                <a:sym typeface="Symbol" panose="05050102010706020507" pitchFamily="18" charset="2"/>
              </a:rPr>
              <a:t>If no such </a:t>
            </a:r>
            <a:r>
              <a:rPr lang="en-US" altLang="en-US" i="1">
                <a:sym typeface="Symbol" panose="05050102010706020507" pitchFamily="18" charset="2"/>
              </a:rPr>
              <a:t>i </a:t>
            </a:r>
            <a:r>
              <a:rPr lang="en-US" altLang="en-US">
                <a:sym typeface="Symbol" panose="05050102010706020507" pitchFamily="18" charset="2"/>
              </a:rPr>
              <a:t>exists, go to step 4</a:t>
            </a:r>
          </a:p>
          <a:p>
            <a:pPr marL="800100" lvl="1" indent="-342900" eaLnBrk="1" hangingPunct="1">
              <a:lnSpc>
                <a:spcPct val="90000"/>
              </a:lnSpc>
              <a:buFont typeface="Wingdings" panose="05000000000000000000" pitchFamily="2" charset="2"/>
              <a:buNone/>
            </a:pPr>
            <a:endParaRPr lang="en-US" altLang="en-US" sz="800">
              <a:sym typeface="Symbol" panose="05050102010706020507" pitchFamily="18" charset="2"/>
            </a:endParaRPr>
          </a:p>
          <a:p>
            <a:pPr eaLnBrk="1" hangingPunct="1">
              <a:lnSpc>
                <a:spcPct val="90000"/>
              </a:lnSpc>
              <a:buFont typeface="Wingdings" panose="05000000000000000000" pitchFamily="2" charset="2"/>
              <a:buNone/>
            </a:pPr>
            <a:r>
              <a:rPr lang="en-US" altLang="en-US" i="1">
                <a:solidFill>
                  <a:schemeClr val="bg2"/>
                </a:solidFill>
              </a:rPr>
              <a:t>3.</a:t>
            </a:r>
            <a:r>
              <a:rPr lang="en-US" altLang="en-US" i="1"/>
              <a:t>  Work</a:t>
            </a:r>
            <a:r>
              <a:rPr lang="en-US" altLang="en-US"/>
              <a:t> = </a:t>
            </a:r>
            <a:r>
              <a:rPr lang="en-US" altLang="en-US" i="1"/>
              <a:t>Work </a:t>
            </a:r>
            <a:r>
              <a:rPr lang="en-US" altLang="en-US"/>
              <a:t>+ </a:t>
            </a:r>
            <a:r>
              <a:rPr lang="en-US" altLang="en-US" i="1"/>
              <a:t>Allocation</a:t>
            </a:r>
            <a:r>
              <a:rPr lang="en-US" altLang="en-US" i="1" baseline="-25000"/>
              <a:t>i</a:t>
            </a:r>
            <a:br>
              <a:rPr lang="en-US" altLang="en-US"/>
            </a:br>
            <a:r>
              <a:rPr lang="en-US" altLang="en-US" i="1"/>
              <a:t>Finish</a:t>
            </a:r>
            <a:r>
              <a:rPr lang="en-US" altLang="en-US"/>
              <a:t>[</a:t>
            </a:r>
            <a:r>
              <a:rPr lang="en-US" altLang="en-US" i="1"/>
              <a:t>i</a:t>
            </a:r>
            <a:r>
              <a:rPr lang="en-US" altLang="en-US"/>
              <a:t>] =</a:t>
            </a:r>
            <a:r>
              <a:rPr lang="en-US" altLang="en-US" i="1"/>
              <a:t> true</a:t>
            </a:r>
            <a:br>
              <a:rPr lang="en-US" altLang="en-US"/>
            </a:br>
            <a:r>
              <a:rPr lang="en-US" altLang="en-US"/>
              <a:t>go to step 2</a:t>
            </a:r>
          </a:p>
          <a:p>
            <a:pPr eaLnBrk="1" hangingPunct="1">
              <a:lnSpc>
                <a:spcPct val="90000"/>
              </a:lnSpc>
            </a:pPr>
            <a:endParaRPr lang="en-US" altLang="en-US" sz="800"/>
          </a:p>
          <a:p>
            <a:pPr eaLnBrk="1" hangingPunct="1">
              <a:lnSpc>
                <a:spcPct val="90000"/>
              </a:lnSpc>
              <a:buFont typeface="Wingdings" panose="05000000000000000000" pitchFamily="2" charset="2"/>
              <a:buNone/>
            </a:pPr>
            <a:r>
              <a:rPr lang="en-US" altLang="en-US">
                <a:solidFill>
                  <a:schemeClr val="bg2"/>
                </a:solidFill>
              </a:rPr>
              <a:t>4.	</a:t>
            </a:r>
            <a:r>
              <a:rPr lang="en-US" altLang="en-US"/>
              <a:t>If </a:t>
            </a:r>
            <a:r>
              <a:rPr lang="en-US" altLang="en-US" i="1"/>
              <a:t>Finish</a:t>
            </a:r>
            <a:r>
              <a:rPr lang="en-US" altLang="en-US"/>
              <a:t> [</a:t>
            </a:r>
            <a:r>
              <a:rPr lang="en-US" altLang="en-US" i="1"/>
              <a:t>i</a:t>
            </a:r>
            <a:r>
              <a:rPr lang="en-US" altLang="en-US"/>
              <a:t>] == true for all </a:t>
            </a:r>
            <a:r>
              <a:rPr lang="en-US" altLang="en-US" i="1"/>
              <a:t>i</a:t>
            </a:r>
            <a:r>
              <a:rPr lang="en-US" altLang="en-US"/>
              <a:t>, then the system is in a safe state</a:t>
            </a:r>
          </a:p>
        </p:txBody>
      </p:sp>
      <p:sp>
        <p:nvSpPr>
          <p:cNvPr id="35844" name="Rectangle 3">
            <a:extLst>
              <a:ext uri="{FF2B5EF4-FFF2-40B4-BE49-F238E27FC236}">
                <a16:creationId xmlns:a16="http://schemas.microsoft.com/office/drawing/2014/main" id="{781669BE-B84F-7323-CD0E-C9B6270A9492}"/>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F736194D-158C-3780-4E40-5F34970D7CF0}"/>
              </a:ext>
            </a:extLst>
          </p:cNvPr>
          <p:cNvSpPr>
            <a:spLocks noGrp="1" noChangeArrowheads="1"/>
          </p:cNvSpPr>
          <p:nvPr>
            <p:ph type="title" idx="4294967295"/>
          </p:nvPr>
        </p:nvSpPr>
        <p:spPr>
          <a:xfrm>
            <a:off x="768350" y="338138"/>
            <a:ext cx="8240713" cy="457200"/>
          </a:xfrm>
        </p:spPr>
        <p:txBody>
          <a:bodyPr/>
          <a:lstStyle/>
          <a:p>
            <a:pPr eaLnBrk="1" hangingPunct="1"/>
            <a:r>
              <a:rPr lang="en-US" altLang="en-US" sz="3000"/>
              <a:t>Resource-Request Algorithm for Process </a:t>
            </a:r>
            <a:r>
              <a:rPr lang="en-US" altLang="en-US" sz="3000" i="1"/>
              <a:t>P</a:t>
            </a:r>
            <a:r>
              <a:rPr lang="en-US" altLang="en-US" sz="3000" i="1" baseline="-25000"/>
              <a:t>i</a:t>
            </a:r>
            <a:endParaRPr lang="en-US" altLang="en-US" sz="3000"/>
          </a:p>
        </p:txBody>
      </p:sp>
      <p:sp>
        <p:nvSpPr>
          <p:cNvPr id="36867" name="Rectangle 3">
            <a:extLst>
              <a:ext uri="{FF2B5EF4-FFF2-40B4-BE49-F238E27FC236}">
                <a16:creationId xmlns:a16="http://schemas.microsoft.com/office/drawing/2014/main" id="{1B143A72-531E-E29E-6A7E-6C8EA42A8862}"/>
              </a:ext>
            </a:extLst>
          </p:cNvPr>
          <p:cNvSpPr>
            <a:spLocks noGrp="1" noChangeArrowheads="1"/>
          </p:cNvSpPr>
          <p:nvPr>
            <p:ph type="body" idx="4294967295"/>
          </p:nvPr>
        </p:nvSpPr>
        <p:spPr>
          <a:xfrm>
            <a:off x="822325" y="1047750"/>
            <a:ext cx="7496175" cy="5432425"/>
          </a:xfrm>
        </p:spPr>
        <p:txBody>
          <a:bodyPr/>
          <a:lstStyle/>
          <a:p>
            <a:pPr eaLnBrk="1" hangingPunct="1">
              <a:buFont typeface="Wingdings" panose="05000000000000000000" pitchFamily="2" charset="2"/>
              <a:buNone/>
            </a:pPr>
            <a:r>
              <a:rPr lang="en-US" altLang="en-US" i="1"/>
              <a:t>     Request</a:t>
            </a:r>
            <a:r>
              <a:rPr lang="en-US" altLang="en-US"/>
              <a:t> = request vector for process </a:t>
            </a:r>
            <a:r>
              <a:rPr lang="en-US" altLang="en-US" i="1"/>
              <a:t>P</a:t>
            </a:r>
            <a:r>
              <a:rPr lang="en-US" altLang="en-US" i="1" baseline="-25000"/>
              <a:t>i</a:t>
            </a:r>
            <a:r>
              <a:rPr lang="en-US" altLang="en-US"/>
              <a:t>.  If </a:t>
            </a:r>
            <a:r>
              <a:rPr lang="en-US" altLang="en-US" i="1"/>
              <a:t>Request</a:t>
            </a:r>
            <a:r>
              <a:rPr lang="en-US" altLang="en-US" i="1" baseline="-25000"/>
              <a:t>i</a:t>
            </a:r>
            <a:r>
              <a:rPr lang="en-US" altLang="en-US" baseline="-25000"/>
              <a:t> </a:t>
            </a:r>
            <a:r>
              <a:rPr lang="en-US" altLang="en-US"/>
              <a:t>[</a:t>
            </a:r>
            <a:r>
              <a:rPr lang="en-US" altLang="en-US" i="1"/>
              <a:t>j</a:t>
            </a:r>
            <a:r>
              <a:rPr lang="en-US" altLang="en-US"/>
              <a:t>] = </a:t>
            </a:r>
            <a:r>
              <a:rPr lang="en-US" altLang="en-US" i="1"/>
              <a:t>k</a:t>
            </a:r>
            <a:r>
              <a:rPr lang="en-US" altLang="en-US"/>
              <a:t> then process </a:t>
            </a:r>
            <a:r>
              <a:rPr lang="en-US" altLang="en-US" i="1"/>
              <a:t>P</a:t>
            </a:r>
            <a:r>
              <a:rPr lang="en-US" altLang="en-US" i="1" baseline="-25000"/>
              <a:t>i</a:t>
            </a:r>
            <a:r>
              <a:rPr lang="en-US" altLang="en-US"/>
              <a:t> wants </a:t>
            </a:r>
            <a:r>
              <a:rPr lang="en-US" altLang="en-US" i="1"/>
              <a:t>k</a:t>
            </a:r>
            <a:r>
              <a:rPr lang="en-US" altLang="en-US"/>
              <a:t> instances of resource type </a:t>
            </a:r>
            <a:r>
              <a:rPr lang="en-US" altLang="en-US" i="1"/>
              <a:t>R</a:t>
            </a:r>
            <a:r>
              <a:rPr lang="en-US" altLang="en-US" i="1" baseline="-25000"/>
              <a:t>j</a:t>
            </a:r>
          </a:p>
          <a:p>
            <a:pPr eaLnBrk="1" hangingPunct="1">
              <a:buFont typeface="Wingdings" panose="05000000000000000000" pitchFamily="2" charset="2"/>
              <a:buNone/>
            </a:pPr>
            <a:endParaRPr lang="en-US" altLang="en-US" sz="800" baseline="-25000"/>
          </a:p>
          <a:p>
            <a:pPr marL="800100" lvl="1" indent="-342900" eaLnBrk="1" hangingPunct="1">
              <a:buFont typeface="Wingdings" panose="05000000000000000000" pitchFamily="2" charset="2"/>
              <a:buNone/>
            </a:pPr>
            <a:r>
              <a:rPr lang="en-US" altLang="en-US">
                <a:solidFill>
                  <a:schemeClr val="bg2"/>
                </a:solidFill>
              </a:rPr>
              <a:t>1.</a:t>
            </a:r>
            <a:r>
              <a:rPr lang="en-US" altLang="en-US"/>
              <a:t>  If </a:t>
            </a:r>
            <a:r>
              <a:rPr lang="en-US" altLang="en-US" i="1"/>
              <a:t>Request</a:t>
            </a:r>
            <a:r>
              <a:rPr lang="en-US" altLang="en-US" i="1" baseline="-25000"/>
              <a:t>i</a:t>
            </a:r>
            <a:r>
              <a:rPr lang="en-US" altLang="en-US" i="1"/>
              <a:t> </a:t>
            </a:r>
            <a:r>
              <a:rPr lang="en-US" altLang="en-US">
                <a:sym typeface="Symbol" panose="05050102010706020507" pitchFamily="18" charset="2"/>
              </a:rPr>
              <a:t> </a:t>
            </a:r>
            <a:r>
              <a:rPr lang="en-US" altLang="en-US" i="1">
                <a:sym typeface="Symbol" panose="05050102010706020507" pitchFamily="18" charset="2"/>
              </a:rPr>
              <a:t>Need</a:t>
            </a:r>
            <a:r>
              <a:rPr lang="en-US" altLang="en-US" i="1" baseline="-25000">
                <a:sym typeface="Symbol" panose="05050102010706020507" pitchFamily="18" charset="2"/>
              </a:rPr>
              <a:t>i</a:t>
            </a:r>
            <a:r>
              <a:rPr lang="en-US" altLang="en-US" i="1">
                <a:sym typeface="Symbol" panose="05050102010706020507" pitchFamily="18" charset="2"/>
              </a:rPr>
              <a:t> </a:t>
            </a:r>
            <a:r>
              <a:rPr lang="en-US" altLang="en-US">
                <a:sym typeface="Symbol" panose="05050102010706020507" pitchFamily="18" charset="2"/>
              </a:rPr>
              <a:t>go to step 2.  Otherwise, raise error condition, since process has exceeded its maximum claim</a:t>
            </a:r>
          </a:p>
          <a:p>
            <a:pPr marL="800100" lvl="1" indent="-342900" eaLnBrk="1" hangingPunct="1"/>
            <a:endParaRPr lang="en-US" altLang="en-US" sz="900">
              <a:sym typeface="Symbol" panose="05050102010706020507" pitchFamily="18" charset="2"/>
            </a:endParaRPr>
          </a:p>
          <a:p>
            <a:pPr marL="800100" lvl="1" indent="-342900" eaLnBrk="1" hangingPunct="1">
              <a:buFont typeface="Wingdings" panose="05000000000000000000" pitchFamily="2" charset="2"/>
              <a:buNone/>
            </a:pPr>
            <a:r>
              <a:rPr lang="en-US" altLang="en-US">
                <a:solidFill>
                  <a:schemeClr val="bg2"/>
                </a:solidFill>
                <a:sym typeface="Symbol" panose="05050102010706020507" pitchFamily="18" charset="2"/>
              </a:rPr>
              <a:t>2.</a:t>
            </a:r>
            <a:r>
              <a:rPr lang="en-US" altLang="en-US">
                <a:sym typeface="Symbol" panose="05050102010706020507" pitchFamily="18" charset="2"/>
              </a:rPr>
              <a:t>  If </a:t>
            </a:r>
            <a:r>
              <a:rPr lang="en-US" altLang="en-US" i="1"/>
              <a:t>Request</a:t>
            </a:r>
            <a:r>
              <a:rPr lang="en-US" altLang="en-US" i="1" baseline="-25000"/>
              <a:t>i</a:t>
            </a:r>
            <a:r>
              <a:rPr lang="en-US" altLang="en-US"/>
              <a:t> </a:t>
            </a:r>
            <a:r>
              <a:rPr lang="en-US" altLang="en-US">
                <a:sym typeface="Symbol" panose="05050102010706020507" pitchFamily="18" charset="2"/>
              </a:rPr>
              <a:t> </a:t>
            </a:r>
            <a:r>
              <a:rPr lang="en-US" altLang="en-US" i="1">
                <a:sym typeface="Symbol" panose="05050102010706020507" pitchFamily="18" charset="2"/>
              </a:rPr>
              <a:t>Available</a:t>
            </a:r>
            <a:r>
              <a:rPr lang="en-US" altLang="en-US">
                <a:sym typeface="Symbol" panose="05050102010706020507" pitchFamily="18" charset="2"/>
              </a:rPr>
              <a:t>, go to step 3.  Otherwise </a:t>
            </a:r>
            <a:r>
              <a:rPr lang="en-US" altLang="en-US" i="1">
                <a:sym typeface="Symbol" panose="05050102010706020507" pitchFamily="18" charset="2"/>
              </a:rPr>
              <a:t>P</a:t>
            </a:r>
            <a:r>
              <a:rPr lang="en-US" altLang="en-US" i="1" baseline="-25000">
                <a:sym typeface="Symbol" panose="05050102010706020507" pitchFamily="18" charset="2"/>
              </a:rPr>
              <a:t>i</a:t>
            </a:r>
            <a:r>
              <a:rPr lang="en-US" altLang="en-US">
                <a:sym typeface="Symbol" panose="05050102010706020507" pitchFamily="18" charset="2"/>
              </a:rPr>
              <a:t>  must wait, since resources are not available</a:t>
            </a:r>
          </a:p>
          <a:p>
            <a:pPr marL="800100" lvl="1" indent="-342900" eaLnBrk="1" hangingPunct="1"/>
            <a:endParaRPr lang="en-US" altLang="en-US" sz="900">
              <a:sym typeface="Symbol" panose="05050102010706020507" pitchFamily="18" charset="2"/>
            </a:endParaRPr>
          </a:p>
          <a:p>
            <a:pPr marL="800100" lvl="1" indent="-342900" eaLnBrk="1" hangingPunct="1">
              <a:buFont typeface="Wingdings" panose="05000000000000000000" pitchFamily="2" charset="2"/>
              <a:buNone/>
            </a:pPr>
            <a:r>
              <a:rPr lang="en-US" altLang="en-US">
                <a:solidFill>
                  <a:schemeClr val="bg2"/>
                </a:solidFill>
                <a:sym typeface="Symbol" panose="05050102010706020507" pitchFamily="18" charset="2"/>
              </a:rPr>
              <a:t>3.</a:t>
            </a:r>
            <a:r>
              <a:rPr lang="en-US" altLang="en-US">
                <a:sym typeface="Symbol" panose="05050102010706020507" pitchFamily="18" charset="2"/>
              </a:rPr>
              <a:t>	Pretend to allocate requested resources to </a:t>
            </a:r>
            <a:r>
              <a:rPr lang="en-US" altLang="en-US" i="1">
                <a:sym typeface="Symbol" panose="05050102010706020507" pitchFamily="18" charset="2"/>
              </a:rPr>
              <a:t>P</a:t>
            </a:r>
            <a:r>
              <a:rPr lang="en-US" altLang="en-US" i="1" baseline="-25000">
                <a:sym typeface="Symbol" panose="05050102010706020507" pitchFamily="18" charset="2"/>
              </a:rPr>
              <a:t>i</a:t>
            </a:r>
            <a:r>
              <a:rPr lang="en-US" altLang="en-US">
                <a:sym typeface="Symbol" panose="05050102010706020507" pitchFamily="18" charset="2"/>
              </a:rPr>
              <a:t> by modifying the state as follows:</a:t>
            </a:r>
          </a:p>
          <a:p>
            <a:pPr marL="1543050" lvl="3" indent="-342900" eaLnBrk="1" hangingPunct="1">
              <a:buFontTx/>
              <a:buNone/>
            </a:pPr>
            <a:r>
              <a:rPr lang="en-US" altLang="en-US">
                <a:sym typeface="Symbol" panose="05050102010706020507" pitchFamily="18" charset="2"/>
              </a:rPr>
              <a:t>		</a:t>
            </a:r>
            <a:r>
              <a:rPr lang="en-US" altLang="en-US" i="1">
                <a:sym typeface="Symbol" panose="05050102010706020507" pitchFamily="18" charset="2"/>
              </a:rPr>
              <a:t>Available</a:t>
            </a:r>
            <a:r>
              <a:rPr lang="en-US" altLang="en-US">
                <a:sym typeface="Symbol" panose="05050102010706020507" pitchFamily="18" charset="2"/>
              </a:rPr>
              <a:t> = </a:t>
            </a:r>
            <a:r>
              <a:rPr lang="en-US" altLang="en-US" i="1">
                <a:sym typeface="Symbol" panose="05050102010706020507" pitchFamily="18" charset="2"/>
              </a:rPr>
              <a:t>Available  </a:t>
            </a:r>
            <a:r>
              <a:rPr lang="en-US" altLang="en-US">
                <a:sym typeface="Symbol" panose="05050102010706020507" pitchFamily="18" charset="2"/>
              </a:rPr>
              <a:t>–</a:t>
            </a:r>
            <a:r>
              <a:rPr lang="en-US" altLang="en-US" i="1">
                <a:sym typeface="Symbol" panose="05050102010706020507" pitchFamily="18" charset="2"/>
              </a:rPr>
              <a:t> Request;</a:t>
            </a:r>
          </a:p>
          <a:p>
            <a:pPr marL="1543050" lvl="3" indent="-342900" eaLnBrk="1" hangingPunct="1">
              <a:buFontTx/>
              <a:buNone/>
            </a:pPr>
            <a:r>
              <a:rPr lang="en-US" altLang="en-US">
                <a:sym typeface="Symbol" panose="05050102010706020507" pitchFamily="18" charset="2"/>
              </a:rPr>
              <a:t>		</a:t>
            </a:r>
            <a:r>
              <a:rPr lang="en-US" altLang="en-US" i="1">
                <a:sym typeface="Symbol" panose="05050102010706020507" pitchFamily="18" charset="2"/>
              </a:rPr>
              <a:t>Allocation</a:t>
            </a:r>
            <a:r>
              <a:rPr lang="en-US" altLang="en-US" i="1" baseline="-25000">
                <a:sym typeface="Symbol" panose="05050102010706020507" pitchFamily="18" charset="2"/>
              </a:rPr>
              <a:t>i</a:t>
            </a:r>
            <a:r>
              <a:rPr lang="en-US" altLang="en-US" baseline="-25000">
                <a:sym typeface="Symbol" panose="05050102010706020507" pitchFamily="18" charset="2"/>
              </a:rPr>
              <a:t> </a:t>
            </a:r>
            <a:r>
              <a:rPr lang="en-US" altLang="en-US">
                <a:sym typeface="Symbol" panose="05050102010706020507" pitchFamily="18" charset="2"/>
              </a:rPr>
              <a:t>= </a:t>
            </a:r>
            <a:r>
              <a:rPr lang="en-US" altLang="en-US" i="1">
                <a:sym typeface="Symbol" panose="05050102010706020507" pitchFamily="18" charset="2"/>
              </a:rPr>
              <a:t>Allocation</a:t>
            </a:r>
            <a:r>
              <a:rPr lang="en-US" altLang="en-US" i="1" baseline="-25000">
                <a:sym typeface="Symbol" panose="05050102010706020507" pitchFamily="18" charset="2"/>
              </a:rPr>
              <a:t>i</a:t>
            </a:r>
            <a:r>
              <a:rPr lang="en-US" altLang="en-US">
                <a:sym typeface="Symbol" panose="05050102010706020507" pitchFamily="18" charset="2"/>
              </a:rPr>
              <a:t> + </a:t>
            </a:r>
            <a:r>
              <a:rPr lang="en-US" altLang="en-US" i="1">
                <a:sym typeface="Symbol" panose="05050102010706020507" pitchFamily="18" charset="2"/>
              </a:rPr>
              <a:t>Request</a:t>
            </a:r>
            <a:r>
              <a:rPr lang="en-US" altLang="en-US" i="1" baseline="-25000">
                <a:sym typeface="Symbol" panose="05050102010706020507" pitchFamily="18" charset="2"/>
              </a:rPr>
              <a:t>i</a:t>
            </a:r>
            <a:r>
              <a:rPr lang="en-US" altLang="en-US">
                <a:sym typeface="Symbol" panose="05050102010706020507" pitchFamily="18" charset="2"/>
              </a:rPr>
              <a:t>;</a:t>
            </a:r>
          </a:p>
          <a:p>
            <a:pPr marL="1543050" lvl="3" indent="-342900" eaLnBrk="1" hangingPunct="1">
              <a:buFontTx/>
              <a:buNone/>
            </a:pPr>
            <a:r>
              <a:rPr lang="en-US" altLang="en-US">
                <a:sym typeface="Symbol" panose="05050102010706020507" pitchFamily="18" charset="2"/>
              </a:rPr>
              <a:t>		</a:t>
            </a:r>
            <a:r>
              <a:rPr lang="en-US" altLang="en-US" i="1">
                <a:sym typeface="Symbol" panose="05050102010706020507" pitchFamily="18" charset="2"/>
              </a:rPr>
              <a:t>Need</a:t>
            </a:r>
            <a:r>
              <a:rPr lang="en-US" altLang="en-US" i="1" baseline="-25000">
                <a:sym typeface="Symbol" panose="05050102010706020507" pitchFamily="18" charset="2"/>
              </a:rPr>
              <a:t>i</a:t>
            </a:r>
            <a:r>
              <a:rPr lang="en-US" altLang="en-US" i="1">
                <a:sym typeface="Symbol" panose="05050102010706020507" pitchFamily="18" charset="2"/>
              </a:rPr>
              <a:t> </a:t>
            </a:r>
            <a:r>
              <a:rPr lang="en-US" altLang="en-US">
                <a:sym typeface="Symbol" panose="05050102010706020507" pitchFamily="18" charset="2"/>
              </a:rPr>
              <a:t>=</a:t>
            </a:r>
            <a:r>
              <a:rPr lang="en-US" altLang="en-US" i="1">
                <a:sym typeface="Symbol" panose="05050102010706020507" pitchFamily="18" charset="2"/>
              </a:rPr>
              <a:t> Need</a:t>
            </a:r>
            <a:r>
              <a:rPr lang="en-US" altLang="en-US" i="1" baseline="-25000">
                <a:sym typeface="Symbol" panose="05050102010706020507" pitchFamily="18" charset="2"/>
              </a:rPr>
              <a:t>i</a:t>
            </a:r>
            <a:r>
              <a:rPr lang="en-US" altLang="en-US">
                <a:sym typeface="Symbol" panose="05050102010706020507" pitchFamily="18" charset="2"/>
              </a:rPr>
              <a:t> – </a:t>
            </a:r>
            <a:r>
              <a:rPr lang="en-US" altLang="en-US" i="1">
                <a:sym typeface="Symbol" panose="05050102010706020507" pitchFamily="18" charset="2"/>
              </a:rPr>
              <a:t>Request</a:t>
            </a:r>
            <a:r>
              <a:rPr lang="en-US" altLang="en-US" i="1" baseline="-25000">
                <a:sym typeface="Symbol" panose="05050102010706020507" pitchFamily="18" charset="2"/>
              </a:rPr>
              <a:t>i</a:t>
            </a:r>
            <a:r>
              <a:rPr lang="en-US" altLang="en-US" i="1">
                <a:sym typeface="Symbol" panose="05050102010706020507" pitchFamily="18" charset="2"/>
              </a:rPr>
              <a:t>;</a:t>
            </a:r>
          </a:p>
          <a:p>
            <a:pPr marL="1200150" lvl="2" indent="-342900" eaLnBrk="1" hangingPunct="1">
              <a:buClr>
                <a:srgbClr val="CC6600"/>
              </a:buClr>
              <a:buSzPct val="80000"/>
              <a:buFont typeface="Monotype Sorts" charset="2"/>
              <a:buChar char="l"/>
            </a:pPr>
            <a:r>
              <a:rPr lang="en-US" altLang="en-US" i="1">
                <a:sym typeface="Symbol" panose="05050102010706020507" pitchFamily="18" charset="2"/>
              </a:rPr>
              <a:t>If safe  the resources are allocated to Pi</a:t>
            </a:r>
          </a:p>
          <a:p>
            <a:pPr marL="1200150" lvl="2" indent="-342900" eaLnBrk="1" hangingPunct="1">
              <a:buClr>
                <a:srgbClr val="CC6600"/>
              </a:buClr>
              <a:buSzPct val="80000"/>
              <a:buFont typeface="Monotype Sorts" charset="2"/>
              <a:buChar char="l"/>
            </a:pPr>
            <a:r>
              <a:rPr lang="en-US" altLang="en-US" i="1">
                <a:sym typeface="Symbol" panose="05050102010706020507" pitchFamily="18" charset="2"/>
              </a:rPr>
              <a:t>If unsafe  Pi must wait, and the old resource-allocation state is restored</a:t>
            </a:r>
          </a:p>
        </p:txBody>
      </p:sp>
      <p:sp>
        <p:nvSpPr>
          <p:cNvPr id="36868" name="Rectangle 3">
            <a:extLst>
              <a:ext uri="{FF2B5EF4-FFF2-40B4-BE49-F238E27FC236}">
                <a16:creationId xmlns:a16="http://schemas.microsoft.com/office/drawing/2014/main" id="{EF0DA23B-E2FA-57A6-DD9F-724DBEBC1B86}"/>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26" name="Object 2">
            <a:extLst>
              <a:ext uri="{FF2B5EF4-FFF2-40B4-BE49-F238E27FC236}">
                <a16:creationId xmlns:a16="http://schemas.microsoft.com/office/drawing/2014/main" id="{31EC3233-5C0D-78B0-4377-75F008EF6D5B}"/>
              </a:ext>
            </a:extLst>
          </p:cNvPr>
          <p:cNvGraphicFramePr>
            <a:graphicFrameLocks noChangeAspect="1"/>
          </p:cNvGraphicFramePr>
          <p:nvPr/>
        </p:nvGraphicFramePr>
        <p:xfrm>
          <a:off x="3557588" y="2282825"/>
          <a:ext cx="2614612" cy="2265363"/>
        </p:xfrm>
        <a:graphic>
          <a:graphicData uri="http://schemas.openxmlformats.org/presentationml/2006/ole">
            <mc:AlternateContent xmlns:mc="http://schemas.openxmlformats.org/markup-compatibility/2006">
              <mc:Choice xmlns:v="urn:schemas-microsoft-com:vml" Requires="v">
                <p:oleObj name="Document" showAsIcon="1" r:id="rId2" imgW="914400" imgH="792360" progId="Word.Document.12">
                  <p:embed/>
                </p:oleObj>
              </mc:Choice>
              <mc:Fallback>
                <p:oleObj name="Document" showAsIcon="1" r:id="rId2" imgW="914400" imgH="792360" progId="Word.Document.12">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7588" y="2282825"/>
                        <a:ext cx="2614612" cy="2265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95B786F6-9D0A-01C1-9E6C-A09BE55D0EC9}"/>
              </a:ext>
            </a:extLst>
          </p:cNvPr>
          <p:cNvSpPr>
            <a:spLocks noGrp="1" noChangeArrowheads="1"/>
          </p:cNvSpPr>
          <p:nvPr>
            <p:ph type="title" idx="4294967295"/>
          </p:nvPr>
        </p:nvSpPr>
        <p:spPr>
          <a:xfrm>
            <a:off x="941388" y="201613"/>
            <a:ext cx="7745412" cy="576262"/>
          </a:xfrm>
        </p:spPr>
        <p:txBody>
          <a:bodyPr/>
          <a:lstStyle/>
          <a:p>
            <a:pPr eaLnBrk="1" hangingPunct="1"/>
            <a:r>
              <a:rPr lang="en-US" altLang="en-US"/>
              <a:t>Example of Banker’s Algorithm</a:t>
            </a:r>
          </a:p>
        </p:txBody>
      </p:sp>
      <p:sp>
        <p:nvSpPr>
          <p:cNvPr id="37891" name="Rectangle 3">
            <a:extLst>
              <a:ext uri="{FF2B5EF4-FFF2-40B4-BE49-F238E27FC236}">
                <a16:creationId xmlns:a16="http://schemas.microsoft.com/office/drawing/2014/main" id="{059C3512-25C9-BB9D-AADA-E469097794AA}"/>
              </a:ext>
            </a:extLst>
          </p:cNvPr>
          <p:cNvSpPr>
            <a:spLocks noGrp="1" noChangeArrowheads="1"/>
          </p:cNvSpPr>
          <p:nvPr>
            <p:ph type="body" idx="4294967295"/>
          </p:nvPr>
        </p:nvSpPr>
        <p:spPr>
          <a:xfrm>
            <a:off x="852488" y="1360488"/>
            <a:ext cx="7923212" cy="4540250"/>
          </a:xfrm>
        </p:spPr>
        <p:txBody>
          <a:bodyPr/>
          <a:lstStyle/>
          <a:p>
            <a:pPr eaLnBrk="1" hangingPunct="1">
              <a:tabLst>
                <a:tab pos="1371600" algn="l"/>
                <a:tab pos="2395538" algn="ctr"/>
                <a:tab pos="3594100" algn="ctr"/>
                <a:tab pos="4805363" algn="ctr"/>
              </a:tabLst>
            </a:pPr>
            <a:r>
              <a:rPr lang="en-US" altLang="en-US"/>
              <a:t>5 processes </a:t>
            </a:r>
            <a:r>
              <a:rPr lang="en-US" altLang="en-US" i="1"/>
              <a:t>P</a:t>
            </a:r>
            <a:r>
              <a:rPr lang="en-US" altLang="en-US" baseline="-25000"/>
              <a:t>0  </a:t>
            </a:r>
            <a:r>
              <a:rPr lang="en-US" altLang="en-US"/>
              <a:t>through </a:t>
            </a:r>
            <a:r>
              <a:rPr lang="en-US" altLang="en-US" i="1"/>
              <a:t>P</a:t>
            </a:r>
            <a:r>
              <a:rPr lang="en-US" altLang="en-US" baseline="-25000"/>
              <a:t>4</a:t>
            </a:r>
            <a:r>
              <a:rPr lang="en-US" altLang="en-US"/>
              <a:t>; </a:t>
            </a:r>
          </a:p>
          <a:p>
            <a:pPr eaLnBrk="1" hangingPunct="1">
              <a:buFont typeface="Wingdings" panose="05000000000000000000" pitchFamily="2" charset="2"/>
              <a:buNone/>
              <a:tabLst>
                <a:tab pos="1371600" algn="l"/>
                <a:tab pos="2395538" algn="ctr"/>
                <a:tab pos="3594100" algn="ctr"/>
                <a:tab pos="4805363" algn="ctr"/>
              </a:tabLst>
            </a:pPr>
            <a:r>
              <a:rPr lang="en-US" altLang="en-US"/>
              <a:t>     3 resource types:</a:t>
            </a:r>
          </a:p>
          <a:p>
            <a:pPr eaLnBrk="1" hangingPunct="1">
              <a:buFont typeface="Wingdings" panose="05000000000000000000" pitchFamily="2" charset="2"/>
              <a:buNone/>
              <a:tabLst>
                <a:tab pos="1371600" algn="l"/>
                <a:tab pos="2395538" algn="ctr"/>
                <a:tab pos="3594100" algn="ctr"/>
                <a:tab pos="4805363" algn="ctr"/>
              </a:tabLst>
            </a:pPr>
            <a:r>
              <a:rPr lang="en-US" altLang="en-US"/>
              <a:t>              </a:t>
            </a:r>
            <a:r>
              <a:rPr lang="en-US" altLang="en-US" i="1"/>
              <a:t>A</a:t>
            </a:r>
            <a:r>
              <a:rPr lang="en-US" altLang="en-US"/>
              <a:t> (10 instances),  </a:t>
            </a:r>
            <a:r>
              <a:rPr lang="en-US" altLang="en-US" i="1"/>
              <a:t>B</a:t>
            </a:r>
            <a:r>
              <a:rPr lang="en-US" altLang="en-US"/>
              <a:t> (5instances), and </a:t>
            </a:r>
            <a:r>
              <a:rPr lang="en-US" altLang="en-US" i="1"/>
              <a:t>C</a:t>
            </a:r>
            <a:r>
              <a:rPr lang="en-US" altLang="en-US"/>
              <a:t> (7 instances)</a:t>
            </a:r>
          </a:p>
          <a:p>
            <a:pPr eaLnBrk="1" hangingPunct="1">
              <a:buFont typeface="Wingdings" panose="05000000000000000000" pitchFamily="2" charset="2"/>
              <a:buNone/>
              <a:tabLst>
                <a:tab pos="1371600" algn="l"/>
                <a:tab pos="2395538" algn="ctr"/>
                <a:tab pos="3594100" algn="ctr"/>
                <a:tab pos="4805363" algn="ctr"/>
              </a:tabLst>
            </a:pPr>
            <a:r>
              <a:rPr lang="en-US" altLang="en-US"/>
              <a:t>      Snapshot at time </a:t>
            </a:r>
            <a:r>
              <a:rPr lang="en-US" altLang="en-US" i="1"/>
              <a:t>T</a:t>
            </a:r>
            <a:r>
              <a:rPr lang="en-US" altLang="en-US" baseline="-25000"/>
              <a:t>0</a:t>
            </a:r>
            <a:r>
              <a:rPr lang="en-US" altLang="en-US"/>
              <a:t>:</a:t>
            </a:r>
          </a:p>
          <a:p>
            <a:pPr eaLnBrk="1" hangingPunct="1">
              <a:buFont typeface="Wingdings" panose="05000000000000000000" pitchFamily="2" charset="2"/>
              <a:buNone/>
              <a:tabLst>
                <a:tab pos="1371600" algn="l"/>
                <a:tab pos="2395538" algn="ctr"/>
                <a:tab pos="3594100" algn="ctr"/>
                <a:tab pos="4805363" algn="ctr"/>
              </a:tabLst>
            </a:pPr>
            <a:r>
              <a:rPr lang="en-US" altLang="en-US"/>
              <a:t>			</a:t>
            </a:r>
            <a:r>
              <a:rPr lang="en-US" altLang="en-US" i="1" u="sng"/>
              <a:t>Allocation</a:t>
            </a:r>
            <a:r>
              <a:rPr lang="en-US" altLang="en-US" i="1"/>
              <a:t>	  </a:t>
            </a:r>
            <a:r>
              <a:rPr lang="en-US" altLang="en-US" i="1" u="sng"/>
              <a:t>Max</a:t>
            </a:r>
            <a:r>
              <a:rPr lang="en-US" altLang="en-US" i="1"/>
              <a:t>	</a:t>
            </a:r>
            <a:r>
              <a:rPr lang="en-US" altLang="en-US" i="1" u="sng"/>
              <a:t>Available</a:t>
            </a:r>
            <a:endParaRPr lang="en-US" altLang="en-US" i="1"/>
          </a:p>
          <a:p>
            <a:pPr eaLnBrk="1" hangingPunct="1">
              <a:buFont typeface="Wingdings" panose="05000000000000000000" pitchFamily="2" charset="2"/>
              <a:buNone/>
              <a:tabLst>
                <a:tab pos="1371600" algn="l"/>
                <a:tab pos="2395538" algn="ctr"/>
                <a:tab pos="3594100" algn="ctr"/>
                <a:tab pos="4805363" algn="ctr"/>
              </a:tabLst>
            </a:pPr>
            <a:r>
              <a:rPr lang="en-US" altLang="en-US" i="1"/>
              <a:t>			A B C	       A B C 	A B C</a:t>
            </a:r>
          </a:p>
          <a:p>
            <a:pPr eaLnBrk="1" hangingPunct="1">
              <a:buFont typeface="Wingdings" panose="05000000000000000000" pitchFamily="2" charset="2"/>
              <a:buNone/>
              <a:tabLst>
                <a:tab pos="1371600" algn="l"/>
                <a:tab pos="2395538" algn="ctr"/>
                <a:tab pos="3594100" algn="ctr"/>
                <a:tab pos="4805363" algn="ctr"/>
              </a:tabLst>
            </a:pPr>
            <a:r>
              <a:rPr lang="en-US" altLang="en-US"/>
              <a:t>		</a:t>
            </a:r>
            <a:r>
              <a:rPr lang="en-US" altLang="en-US" i="1"/>
              <a:t>P</a:t>
            </a:r>
            <a:r>
              <a:rPr lang="en-US" altLang="en-US" baseline="-25000"/>
              <a:t>0	</a:t>
            </a:r>
            <a:r>
              <a:rPr lang="en-US" altLang="en-US"/>
              <a:t>0 1 0	        7 5 3 	3 3 2</a:t>
            </a:r>
          </a:p>
          <a:p>
            <a:pPr eaLnBrk="1" hangingPunct="1">
              <a:buFont typeface="Wingdings" panose="05000000000000000000" pitchFamily="2" charset="2"/>
              <a:buNone/>
              <a:tabLst>
                <a:tab pos="1371600" algn="l"/>
                <a:tab pos="2395538" algn="ctr"/>
                <a:tab pos="3594100" algn="ctr"/>
                <a:tab pos="4805363" algn="ctr"/>
              </a:tabLst>
            </a:pPr>
            <a:r>
              <a:rPr lang="en-US" altLang="en-US"/>
              <a:t>		 </a:t>
            </a:r>
            <a:r>
              <a:rPr lang="en-US" altLang="en-US" i="1"/>
              <a:t>P</a:t>
            </a:r>
            <a:r>
              <a:rPr lang="en-US" altLang="en-US" baseline="-25000"/>
              <a:t>1	</a:t>
            </a:r>
            <a:r>
              <a:rPr lang="en-US" altLang="en-US"/>
              <a:t>2 0 0 	        3 2 2  </a:t>
            </a:r>
          </a:p>
          <a:p>
            <a:pPr eaLnBrk="1" hangingPunct="1">
              <a:buFont typeface="Wingdings" panose="05000000000000000000" pitchFamily="2" charset="2"/>
              <a:buNone/>
              <a:tabLst>
                <a:tab pos="1371600" algn="l"/>
                <a:tab pos="2395538" algn="ctr"/>
                <a:tab pos="3594100" algn="ctr"/>
                <a:tab pos="4805363" algn="ctr"/>
              </a:tabLst>
            </a:pPr>
            <a:r>
              <a:rPr lang="en-US" altLang="en-US"/>
              <a:t>		 </a:t>
            </a:r>
            <a:r>
              <a:rPr lang="en-US" altLang="en-US" i="1"/>
              <a:t>P</a:t>
            </a:r>
            <a:r>
              <a:rPr lang="en-US" altLang="en-US" baseline="-25000"/>
              <a:t>2</a:t>
            </a:r>
            <a:r>
              <a:rPr lang="en-US" altLang="en-US"/>
              <a:t>	3 0 2 	        9 0 2</a:t>
            </a:r>
          </a:p>
          <a:p>
            <a:pPr eaLnBrk="1" hangingPunct="1">
              <a:buFont typeface="Wingdings" panose="05000000000000000000" pitchFamily="2" charset="2"/>
              <a:buNone/>
              <a:tabLst>
                <a:tab pos="1371600" algn="l"/>
                <a:tab pos="2395538" algn="ctr"/>
                <a:tab pos="3594100" algn="ctr"/>
                <a:tab pos="4805363" algn="ctr"/>
              </a:tabLst>
            </a:pPr>
            <a:r>
              <a:rPr lang="en-US" altLang="en-US"/>
              <a:t>		 </a:t>
            </a:r>
            <a:r>
              <a:rPr lang="en-US" altLang="en-US" i="1"/>
              <a:t>P</a:t>
            </a:r>
            <a:r>
              <a:rPr lang="en-US" altLang="en-US" baseline="-25000"/>
              <a:t>3</a:t>
            </a:r>
            <a:r>
              <a:rPr lang="en-US" altLang="en-US"/>
              <a:t>	2 1 1 	        2 2 2</a:t>
            </a:r>
          </a:p>
          <a:p>
            <a:pPr eaLnBrk="1" hangingPunct="1">
              <a:buFont typeface="Wingdings" panose="05000000000000000000" pitchFamily="2" charset="2"/>
              <a:buNone/>
              <a:tabLst>
                <a:tab pos="1371600" algn="l"/>
                <a:tab pos="2395538" algn="ctr"/>
                <a:tab pos="3594100" algn="ctr"/>
                <a:tab pos="4805363" algn="ctr"/>
              </a:tabLst>
            </a:pPr>
            <a:r>
              <a:rPr lang="en-US" altLang="en-US"/>
              <a:t>		 </a:t>
            </a:r>
            <a:r>
              <a:rPr lang="en-US" altLang="en-US" i="1"/>
              <a:t>P</a:t>
            </a:r>
            <a:r>
              <a:rPr lang="en-US" altLang="en-US" baseline="-25000"/>
              <a:t>4</a:t>
            </a:r>
            <a:r>
              <a:rPr lang="en-US" altLang="en-US"/>
              <a:t>	0 0 2	         4 3 3  		</a:t>
            </a:r>
          </a:p>
        </p:txBody>
      </p:sp>
      <p:sp>
        <p:nvSpPr>
          <p:cNvPr id="37892" name="Rectangle 3">
            <a:extLst>
              <a:ext uri="{FF2B5EF4-FFF2-40B4-BE49-F238E27FC236}">
                <a16:creationId xmlns:a16="http://schemas.microsoft.com/office/drawing/2014/main" id="{9802FC0E-3707-54A6-0C1F-9CB7CCC50709}"/>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FA9B04D-ACA5-8CDA-34BB-F2ADAD62612A}"/>
              </a:ext>
            </a:extLst>
          </p:cNvPr>
          <p:cNvSpPr>
            <a:spLocks noGrp="1" noChangeArrowheads="1"/>
          </p:cNvSpPr>
          <p:nvPr>
            <p:ph type="title" idx="4294967295"/>
          </p:nvPr>
        </p:nvSpPr>
        <p:spPr/>
        <p:txBody>
          <a:bodyPr/>
          <a:lstStyle/>
          <a:p>
            <a:pPr eaLnBrk="1" hangingPunct="1"/>
            <a:r>
              <a:rPr lang="en-US" altLang="en-US"/>
              <a:t>Example (Cont.)</a:t>
            </a:r>
          </a:p>
        </p:txBody>
      </p:sp>
      <p:sp>
        <p:nvSpPr>
          <p:cNvPr id="38915" name="Rectangle 3">
            <a:extLst>
              <a:ext uri="{FF2B5EF4-FFF2-40B4-BE49-F238E27FC236}">
                <a16:creationId xmlns:a16="http://schemas.microsoft.com/office/drawing/2014/main" id="{C5CEC79E-3781-F10D-E105-2BECC5B45F70}"/>
              </a:ext>
            </a:extLst>
          </p:cNvPr>
          <p:cNvSpPr>
            <a:spLocks noGrp="1" noChangeArrowheads="1"/>
          </p:cNvSpPr>
          <p:nvPr>
            <p:ph type="body" idx="4294967295"/>
          </p:nvPr>
        </p:nvSpPr>
        <p:spPr>
          <a:xfrm>
            <a:off x="868363" y="1293813"/>
            <a:ext cx="7724775" cy="4640262"/>
          </a:xfrm>
        </p:spPr>
        <p:txBody>
          <a:bodyPr/>
          <a:lstStyle/>
          <a:p>
            <a:pPr eaLnBrk="1" hangingPunct="1">
              <a:tabLst>
                <a:tab pos="2452688" algn="l"/>
                <a:tab pos="3492500" algn="ctr"/>
              </a:tabLst>
            </a:pPr>
            <a:r>
              <a:rPr lang="en-US" altLang="en-US"/>
              <a:t>The content of the matrix </a:t>
            </a:r>
            <a:r>
              <a:rPr lang="en-US" altLang="en-US" i="1"/>
              <a:t>Need</a:t>
            </a:r>
            <a:r>
              <a:rPr lang="en-US" altLang="en-US"/>
              <a:t> is defined to be </a:t>
            </a:r>
            <a:r>
              <a:rPr lang="en-US" altLang="en-US" i="1"/>
              <a:t>Max</a:t>
            </a:r>
            <a:r>
              <a:rPr lang="en-US" altLang="en-US"/>
              <a:t> – </a:t>
            </a:r>
            <a:r>
              <a:rPr lang="en-US" altLang="en-US" i="1"/>
              <a:t>Allocation</a:t>
            </a:r>
            <a:endParaRPr lang="en-US" altLang="en-US"/>
          </a:p>
          <a:p>
            <a:pPr eaLnBrk="1" hangingPunct="1">
              <a:buFont typeface="Wingdings" panose="05000000000000000000" pitchFamily="2" charset="2"/>
              <a:buNone/>
              <a:tabLst>
                <a:tab pos="2452688" algn="l"/>
                <a:tab pos="3492500" algn="ctr"/>
              </a:tabLst>
            </a:pPr>
            <a:endParaRPr lang="en-US" altLang="en-US" sz="800"/>
          </a:p>
          <a:p>
            <a:pPr eaLnBrk="1" hangingPunct="1">
              <a:buFont typeface="Wingdings" panose="05000000000000000000" pitchFamily="2" charset="2"/>
              <a:buNone/>
              <a:tabLst>
                <a:tab pos="2452688" algn="l"/>
                <a:tab pos="3492500" algn="ctr"/>
              </a:tabLst>
            </a:pPr>
            <a:r>
              <a:rPr lang="en-US" altLang="en-US"/>
              <a:t>			</a:t>
            </a:r>
            <a:r>
              <a:rPr lang="en-US" altLang="en-US" i="1" u="sng"/>
              <a:t>Need</a:t>
            </a:r>
            <a:endParaRPr lang="en-US" altLang="en-US" u="sng"/>
          </a:p>
          <a:p>
            <a:pPr eaLnBrk="1" hangingPunct="1">
              <a:buFont typeface="Wingdings" panose="05000000000000000000" pitchFamily="2" charset="2"/>
              <a:buNone/>
              <a:tabLst>
                <a:tab pos="2452688" algn="l"/>
                <a:tab pos="3492500" algn="ctr"/>
              </a:tabLst>
            </a:pPr>
            <a:r>
              <a:rPr lang="en-US" altLang="en-US"/>
              <a:t>			</a:t>
            </a:r>
            <a:r>
              <a:rPr lang="en-US" altLang="en-US" i="1"/>
              <a:t>A B C</a:t>
            </a:r>
          </a:p>
          <a:p>
            <a:pPr eaLnBrk="1" hangingPunct="1">
              <a:buFont typeface="Wingdings" panose="05000000000000000000" pitchFamily="2" charset="2"/>
              <a:buNone/>
              <a:tabLst>
                <a:tab pos="2452688" algn="l"/>
                <a:tab pos="3492500" algn="ctr"/>
              </a:tabLst>
            </a:pPr>
            <a:r>
              <a:rPr lang="en-US" altLang="en-US"/>
              <a:t>		 </a:t>
            </a:r>
            <a:r>
              <a:rPr lang="en-US" altLang="en-US" i="1"/>
              <a:t>P</a:t>
            </a:r>
            <a:r>
              <a:rPr lang="en-US" altLang="en-US" baseline="-25000"/>
              <a:t>0	</a:t>
            </a:r>
            <a:r>
              <a:rPr lang="en-US" altLang="en-US"/>
              <a:t>7 4 3 </a:t>
            </a:r>
          </a:p>
          <a:p>
            <a:pPr eaLnBrk="1" hangingPunct="1">
              <a:buFont typeface="Wingdings" panose="05000000000000000000" pitchFamily="2" charset="2"/>
              <a:buNone/>
              <a:tabLst>
                <a:tab pos="2452688" algn="l"/>
                <a:tab pos="3492500" algn="ctr"/>
              </a:tabLst>
            </a:pPr>
            <a:r>
              <a:rPr lang="en-US" altLang="en-US"/>
              <a:t>		 </a:t>
            </a:r>
            <a:r>
              <a:rPr lang="en-US" altLang="en-US" i="1"/>
              <a:t>P</a:t>
            </a:r>
            <a:r>
              <a:rPr lang="en-US" altLang="en-US" baseline="-25000"/>
              <a:t>1	</a:t>
            </a:r>
            <a:r>
              <a:rPr lang="en-US" altLang="en-US"/>
              <a:t>1 2 2 </a:t>
            </a:r>
          </a:p>
          <a:p>
            <a:pPr eaLnBrk="1" hangingPunct="1">
              <a:buFont typeface="Wingdings" panose="05000000000000000000" pitchFamily="2" charset="2"/>
              <a:buNone/>
              <a:tabLst>
                <a:tab pos="2452688" algn="l"/>
                <a:tab pos="3492500" algn="ctr"/>
              </a:tabLst>
            </a:pPr>
            <a:r>
              <a:rPr lang="en-US" altLang="en-US"/>
              <a:t>		 </a:t>
            </a:r>
            <a:r>
              <a:rPr lang="en-US" altLang="en-US" i="1"/>
              <a:t>P</a:t>
            </a:r>
            <a:r>
              <a:rPr lang="en-US" altLang="en-US" baseline="-25000"/>
              <a:t>2</a:t>
            </a:r>
            <a:r>
              <a:rPr lang="en-US" altLang="en-US"/>
              <a:t>	6 0 0 </a:t>
            </a:r>
          </a:p>
          <a:p>
            <a:pPr eaLnBrk="1" hangingPunct="1">
              <a:buFont typeface="Wingdings" panose="05000000000000000000" pitchFamily="2" charset="2"/>
              <a:buNone/>
              <a:tabLst>
                <a:tab pos="2452688" algn="l"/>
                <a:tab pos="3492500" algn="ctr"/>
              </a:tabLst>
            </a:pPr>
            <a:r>
              <a:rPr lang="en-US" altLang="en-US"/>
              <a:t>		 </a:t>
            </a:r>
            <a:r>
              <a:rPr lang="en-US" altLang="en-US" i="1"/>
              <a:t>P</a:t>
            </a:r>
            <a:r>
              <a:rPr lang="en-US" altLang="en-US" baseline="-25000"/>
              <a:t>3</a:t>
            </a:r>
            <a:r>
              <a:rPr lang="en-US" altLang="en-US"/>
              <a:t>	0 1 1</a:t>
            </a:r>
          </a:p>
          <a:p>
            <a:pPr eaLnBrk="1" hangingPunct="1">
              <a:buFont typeface="Wingdings" panose="05000000000000000000" pitchFamily="2" charset="2"/>
              <a:buNone/>
              <a:tabLst>
                <a:tab pos="2452688" algn="l"/>
                <a:tab pos="3492500" algn="ctr"/>
              </a:tabLst>
            </a:pPr>
            <a:r>
              <a:rPr lang="en-US" altLang="en-US"/>
              <a:t>		 </a:t>
            </a:r>
            <a:r>
              <a:rPr lang="en-US" altLang="en-US" i="1"/>
              <a:t>P</a:t>
            </a:r>
            <a:r>
              <a:rPr lang="en-US" altLang="en-US" baseline="-25000"/>
              <a:t>4</a:t>
            </a:r>
            <a:r>
              <a:rPr lang="en-US" altLang="en-US"/>
              <a:t>	4 3 1 </a:t>
            </a:r>
            <a:br>
              <a:rPr lang="en-US" altLang="en-US"/>
            </a:br>
            <a:endParaRPr lang="en-US" altLang="en-US" sz="800"/>
          </a:p>
          <a:p>
            <a:pPr eaLnBrk="1" hangingPunct="1">
              <a:tabLst>
                <a:tab pos="2452688" algn="l"/>
                <a:tab pos="3492500" algn="ctr"/>
              </a:tabLst>
            </a:pPr>
            <a:r>
              <a:rPr lang="en-US" altLang="en-US"/>
              <a:t>The system is in a safe state since the sequence &lt; </a:t>
            </a:r>
            <a:r>
              <a:rPr lang="en-US" altLang="en-US" i="1"/>
              <a:t>P</a:t>
            </a:r>
            <a:r>
              <a:rPr lang="en-US" altLang="en-US" baseline="-25000"/>
              <a:t>1</a:t>
            </a:r>
            <a:r>
              <a:rPr lang="en-US" altLang="en-US"/>
              <a:t>, </a:t>
            </a:r>
            <a:r>
              <a:rPr lang="en-US" altLang="en-US" i="1"/>
              <a:t>P</a:t>
            </a:r>
            <a:r>
              <a:rPr lang="en-US" altLang="en-US" baseline="-25000"/>
              <a:t>3</a:t>
            </a:r>
            <a:r>
              <a:rPr lang="en-US" altLang="en-US"/>
              <a:t>, </a:t>
            </a:r>
            <a:r>
              <a:rPr lang="en-US" altLang="en-US" i="1"/>
              <a:t>P</a:t>
            </a:r>
            <a:r>
              <a:rPr lang="en-US" altLang="en-US" baseline="-25000"/>
              <a:t>4</a:t>
            </a:r>
            <a:r>
              <a:rPr lang="en-US" altLang="en-US"/>
              <a:t>, </a:t>
            </a:r>
            <a:r>
              <a:rPr lang="en-US" altLang="en-US" i="1"/>
              <a:t>P</a:t>
            </a:r>
            <a:r>
              <a:rPr lang="en-US" altLang="en-US" baseline="-25000"/>
              <a:t>2</a:t>
            </a:r>
            <a:r>
              <a:rPr lang="en-US" altLang="en-US"/>
              <a:t>, </a:t>
            </a:r>
            <a:r>
              <a:rPr lang="en-US" altLang="en-US" i="1"/>
              <a:t>P</a:t>
            </a:r>
            <a:r>
              <a:rPr lang="en-US" altLang="en-US" baseline="-25000"/>
              <a:t>0</a:t>
            </a:r>
            <a:r>
              <a:rPr lang="en-US" altLang="en-US"/>
              <a:t>&gt; satisfies safety criteria</a:t>
            </a:r>
            <a:endParaRPr lang="en-US" altLang="en-US" baseline="-25000"/>
          </a:p>
        </p:txBody>
      </p:sp>
      <p:sp>
        <p:nvSpPr>
          <p:cNvPr id="38916" name="Rectangle 3">
            <a:extLst>
              <a:ext uri="{FF2B5EF4-FFF2-40B4-BE49-F238E27FC236}">
                <a16:creationId xmlns:a16="http://schemas.microsoft.com/office/drawing/2014/main" id="{AB1D43B0-2366-0F46-E047-BAE688D1F6F2}"/>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E8279D1C-3179-7C53-C21A-BAC9232ECF3C}"/>
              </a:ext>
            </a:extLst>
          </p:cNvPr>
          <p:cNvSpPr>
            <a:spLocks noGrp="1" noChangeArrowheads="1"/>
          </p:cNvSpPr>
          <p:nvPr>
            <p:ph type="title" idx="4294967295"/>
          </p:nvPr>
        </p:nvSpPr>
        <p:spPr>
          <a:xfrm>
            <a:off x="904875" y="201613"/>
            <a:ext cx="7781925" cy="576262"/>
          </a:xfrm>
        </p:spPr>
        <p:txBody>
          <a:bodyPr/>
          <a:lstStyle/>
          <a:p>
            <a:pPr eaLnBrk="1" hangingPunct="1"/>
            <a:r>
              <a:rPr lang="en-US" altLang="en-US"/>
              <a:t>Example:  </a:t>
            </a:r>
            <a:r>
              <a:rPr lang="en-US" altLang="en-US" i="1"/>
              <a:t>P</a:t>
            </a:r>
            <a:r>
              <a:rPr lang="en-US" altLang="en-US" baseline="-25000"/>
              <a:t>1</a:t>
            </a:r>
            <a:r>
              <a:rPr lang="en-US" altLang="en-US"/>
              <a:t> Request (1,0,2)</a:t>
            </a:r>
          </a:p>
        </p:txBody>
      </p:sp>
      <p:sp>
        <p:nvSpPr>
          <p:cNvPr id="39939" name="Rectangle 3">
            <a:extLst>
              <a:ext uri="{FF2B5EF4-FFF2-40B4-BE49-F238E27FC236}">
                <a16:creationId xmlns:a16="http://schemas.microsoft.com/office/drawing/2014/main" id="{9AE10F7F-3693-E3BC-DC30-CA38E8FA7484}"/>
              </a:ext>
            </a:extLst>
          </p:cNvPr>
          <p:cNvSpPr>
            <a:spLocks noGrp="1" noChangeArrowheads="1"/>
          </p:cNvSpPr>
          <p:nvPr>
            <p:ph type="body" idx="4294967295"/>
          </p:nvPr>
        </p:nvSpPr>
        <p:spPr>
          <a:xfrm>
            <a:off x="833438" y="1292225"/>
            <a:ext cx="7766050" cy="5013325"/>
          </a:xfrm>
        </p:spPr>
        <p:txBody>
          <a:bodyPr/>
          <a:lstStyle/>
          <a:p>
            <a:pPr eaLnBrk="1" hangingPunct="1">
              <a:tabLst>
                <a:tab pos="1544638" algn="l"/>
                <a:tab pos="2452688" algn="ctr"/>
                <a:tab pos="3767138" algn="ctr"/>
                <a:tab pos="5022850" algn="ctr"/>
              </a:tabLst>
            </a:pPr>
            <a:r>
              <a:rPr lang="en-US" altLang="en-US"/>
              <a:t>Check that Request </a:t>
            </a:r>
            <a:r>
              <a:rPr lang="en-US" altLang="en-US">
                <a:sym typeface="Symbol" panose="05050102010706020507" pitchFamily="18" charset="2"/>
              </a:rPr>
              <a:t> Available (that is, (1,0,2)  (3,3,2)  true</a:t>
            </a:r>
            <a:endParaRPr lang="en-US" altLang="en-US" i="1">
              <a:sym typeface="Symbol" panose="05050102010706020507" pitchFamily="18" charset="2"/>
            </a:endParaRPr>
          </a:p>
          <a:p>
            <a:pPr eaLnBrk="1" hangingPunct="1">
              <a:buFont typeface="Wingdings" panose="05000000000000000000" pitchFamily="2" charset="2"/>
              <a:buNone/>
              <a:tabLst>
                <a:tab pos="1544638" algn="l"/>
                <a:tab pos="2452688" algn="ctr"/>
                <a:tab pos="3767138" algn="ctr"/>
                <a:tab pos="5022850" algn="ctr"/>
              </a:tabLst>
            </a:pPr>
            <a:r>
              <a:rPr lang="en-US" altLang="en-US" i="1"/>
              <a:t>			</a:t>
            </a:r>
            <a:r>
              <a:rPr lang="en-US" altLang="en-US" i="1" u="sng"/>
              <a:t>Allocation</a:t>
            </a:r>
            <a:r>
              <a:rPr lang="en-US" altLang="en-US" i="1"/>
              <a:t>	</a:t>
            </a:r>
            <a:r>
              <a:rPr lang="en-US" altLang="en-US" i="1" u="sng"/>
              <a:t>Need</a:t>
            </a:r>
            <a:r>
              <a:rPr lang="en-US" altLang="en-US" i="1"/>
              <a:t>	</a:t>
            </a:r>
            <a:r>
              <a:rPr lang="en-US" altLang="en-US" i="1" u="sng"/>
              <a:t>Available</a:t>
            </a:r>
            <a:endParaRPr lang="en-US" altLang="en-US" i="1"/>
          </a:p>
          <a:p>
            <a:pPr eaLnBrk="1" hangingPunct="1">
              <a:buFont typeface="Wingdings" panose="05000000000000000000" pitchFamily="2" charset="2"/>
              <a:buNone/>
              <a:tabLst>
                <a:tab pos="1544638" algn="l"/>
                <a:tab pos="2452688" algn="ctr"/>
                <a:tab pos="3767138" algn="ctr"/>
                <a:tab pos="5022850" algn="ctr"/>
              </a:tabLst>
            </a:pPr>
            <a:r>
              <a:rPr lang="en-US" altLang="en-US" i="1"/>
              <a:t>			A B C	 A B C	A B C </a:t>
            </a:r>
          </a:p>
          <a:p>
            <a:pPr eaLnBrk="1" hangingPunct="1">
              <a:buFont typeface="Wingdings" panose="05000000000000000000" pitchFamily="2" charset="2"/>
              <a:buNone/>
              <a:tabLst>
                <a:tab pos="1544638" algn="l"/>
                <a:tab pos="2452688" algn="ctr"/>
                <a:tab pos="3767138" algn="ctr"/>
                <a:tab pos="5022850" algn="ctr"/>
              </a:tabLst>
            </a:pPr>
            <a:r>
              <a:rPr lang="en-US" altLang="en-US"/>
              <a:t>		</a:t>
            </a:r>
            <a:r>
              <a:rPr lang="en-US" altLang="en-US" i="1"/>
              <a:t>P</a:t>
            </a:r>
            <a:r>
              <a:rPr lang="en-US" altLang="en-US" baseline="-25000"/>
              <a:t>0</a:t>
            </a:r>
            <a:r>
              <a:rPr lang="en-US" altLang="en-US"/>
              <a:t>	      0 1 0             7 4 3 	2 3 0</a:t>
            </a:r>
          </a:p>
          <a:p>
            <a:pPr eaLnBrk="1" hangingPunct="1">
              <a:buFont typeface="Wingdings" panose="05000000000000000000" pitchFamily="2" charset="2"/>
              <a:buNone/>
              <a:tabLst>
                <a:tab pos="1544638" algn="l"/>
                <a:tab pos="2452688" algn="ctr"/>
                <a:tab pos="3767138" algn="ctr"/>
                <a:tab pos="5022850" algn="ctr"/>
              </a:tabLst>
            </a:pPr>
            <a:r>
              <a:rPr lang="en-US" altLang="en-US"/>
              <a:t>		</a:t>
            </a:r>
            <a:r>
              <a:rPr lang="en-US" altLang="en-US" i="1"/>
              <a:t>P</a:t>
            </a:r>
            <a:r>
              <a:rPr lang="en-US" altLang="en-US" baseline="-25000"/>
              <a:t>1</a:t>
            </a:r>
            <a:r>
              <a:rPr lang="en-US" altLang="en-US"/>
              <a:t>	      3 0 2             0 2 0 	</a:t>
            </a:r>
          </a:p>
          <a:p>
            <a:pPr eaLnBrk="1" hangingPunct="1">
              <a:buFont typeface="Wingdings" panose="05000000000000000000" pitchFamily="2" charset="2"/>
              <a:buNone/>
              <a:tabLst>
                <a:tab pos="1544638" algn="l"/>
                <a:tab pos="2452688" algn="ctr"/>
                <a:tab pos="3767138" algn="ctr"/>
                <a:tab pos="5022850" algn="ctr"/>
              </a:tabLst>
            </a:pPr>
            <a:r>
              <a:rPr lang="en-US" altLang="en-US"/>
              <a:t>		</a:t>
            </a:r>
            <a:r>
              <a:rPr lang="en-US" altLang="en-US" i="1"/>
              <a:t>P</a:t>
            </a:r>
            <a:r>
              <a:rPr lang="en-US" altLang="en-US" baseline="-25000"/>
              <a:t>2</a:t>
            </a:r>
            <a:r>
              <a:rPr lang="en-US" altLang="en-US"/>
              <a:t>	      3 0 1             6 0 0 </a:t>
            </a:r>
          </a:p>
          <a:p>
            <a:pPr eaLnBrk="1" hangingPunct="1">
              <a:buFont typeface="Wingdings" panose="05000000000000000000" pitchFamily="2" charset="2"/>
              <a:buNone/>
              <a:tabLst>
                <a:tab pos="1544638" algn="l"/>
                <a:tab pos="2452688" algn="ctr"/>
                <a:tab pos="3767138" algn="ctr"/>
                <a:tab pos="5022850" algn="ctr"/>
              </a:tabLst>
            </a:pPr>
            <a:r>
              <a:rPr lang="en-US" altLang="en-US"/>
              <a:t>		</a:t>
            </a:r>
            <a:r>
              <a:rPr lang="en-US" altLang="en-US" i="1"/>
              <a:t>P</a:t>
            </a:r>
            <a:r>
              <a:rPr lang="en-US" altLang="en-US" baseline="-25000"/>
              <a:t>3</a:t>
            </a:r>
            <a:r>
              <a:rPr lang="en-US" altLang="en-US"/>
              <a:t>	2 1 1 	0 1 1</a:t>
            </a:r>
          </a:p>
          <a:p>
            <a:pPr eaLnBrk="1" hangingPunct="1">
              <a:buFont typeface="Wingdings" panose="05000000000000000000" pitchFamily="2" charset="2"/>
              <a:buNone/>
              <a:tabLst>
                <a:tab pos="1544638" algn="l"/>
                <a:tab pos="2452688" algn="ctr"/>
                <a:tab pos="3767138" algn="ctr"/>
                <a:tab pos="5022850" algn="ctr"/>
              </a:tabLst>
            </a:pPr>
            <a:r>
              <a:rPr lang="en-US" altLang="en-US"/>
              <a:t>		</a:t>
            </a:r>
            <a:r>
              <a:rPr lang="en-US" altLang="en-US" i="1"/>
              <a:t>P</a:t>
            </a:r>
            <a:r>
              <a:rPr lang="en-US" altLang="en-US" baseline="-25000"/>
              <a:t>4</a:t>
            </a:r>
            <a:r>
              <a:rPr lang="en-US" altLang="en-US"/>
              <a:t>	0 0 2 	4 3 1 </a:t>
            </a:r>
          </a:p>
          <a:p>
            <a:pPr eaLnBrk="1" hangingPunct="1">
              <a:buFont typeface="Wingdings" panose="05000000000000000000" pitchFamily="2" charset="2"/>
              <a:buNone/>
              <a:tabLst>
                <a:tab pos="1544638" algn="l"/>
                <a:tab pos="2452688" algn="ctr"/>
                <a:tab pos="3767138" algn="ctr"/>
                <a:tab pos="5022850" algn="ctr"/>
              </a:tabLst>
            </a:pPr>
            <a:endParaRPr lang="en-US" altLang="en-US" sz="800"/>
          </a:p>
          <a:p>
            <a:pPr eaLnBrk="1" hangingPunct="1">
              <a:tabLst>
                <a:tab pos="1544638" algn="l"/>
                <a:tab pos="2452688" algn="ctr"/>
                <a:tab pos="3767138" algn="ctr"/>
                <a:tab pos="5022850" algn="ctr"/>
              </a:tabLst>
            </a:pPr>
            <a:r>
              <a:rPr lang="en-US" altLang="en-US"/>
              <a:t>Executing safety algorithm shows that sequence &lt; </a:t>
            </a:r>
            <a:r>
              <a:rPr lang="en-US" altLang="en-US" i="1"/>
              <a:t>P</a:t>
            </a:r>
            <a:r>
              <a:rPr lang="en-US" altLang="en-US" baseline="-25000"/>
              <a:t>1</a:t>
            </a:r>
            <a:r>
              <a:rPr lang="en-US" altLang="en-US"/>
              <a:t>, </a:t>
            </a:r>
            <a:r>
              <a:rPr lang="en-US" altLang="en-US" i="1"/>
              <a:t>P</a:t>
            </a:r>
            <a:r>
              <a:rPr lang="en-US" altLang="en-US" baseline="-25000"/>
              <a:t>3</a:t>
            </a:r>
            <a:r>
              <a:rPr lang="en-US" altLang="en-US"/>
              <a:t>, </a:t>
            </a:r>
            <a:r>
              <a:rPr lang="en-US" altLang="en-US" i="1"/>
              <a:t>P</a:t>
            </a:r>
            <a:r>
              <a:rPr lang="en-US" altLang="en-US" baseline="-25000"/>
              <a:t>4</a:t>
            </a:r>
            <a:r>
              <a:rPr lang="en-US" altLang="en-US"/>
              <a:t>, </a:t>
            </a:r>
            <a:r>
              <a:rPr lang="en-US" altLang="en-US" i="1"/>
              <a:t>P</a:t>
            </a:r>
            <a:r>
              <a:rPr lang="en-US" altLang="en-US" baseline="-25000"/>
              <a:t>0</a:t>
            </a:r>
            <a:r>
              <a:rPr lang="en-US" altLang="en-US"/>
              <a:t>, </a:t>
            </a:r>
            <a:r>
              <a:rPr lang="en-US" altLang="en-US" i="1"/>
              <a:t>P</a:t>
            </a:r>
            <a:r>
              <a:rPr lang="en-US" altLang="en-US" baseline="-25000"/>
              <a:t>2</a:t>
            </a:r>
            <a:r>
              <a:rPr lang="en-US" altLang="en-US"/>
              <a:t>&gt; satisfies safety requirement</a:t>
            </a:r>
          </a:p>
          <a:p>
            <a:pPr eaLnBrk="1" hangingPunct="1">
              <a:tabLst>
                <a:tab pos="1544638" algn="l"/>
                <a:tab pos="2452688" algn="ctr"/>
                <a:tab pos="3767138" algn="ctr"/>
                <a:tab pos="5022850" algn="ctr"/>
              </a:tabLst>
            </a:pPr>
            <a:endParaRPr lang="en-US" altLang="en-US" sz="800"/>
          </a:p>
          <a:p>
            <a:pPr eaLnBrk="1" hangingPunct="1">
              <a:tabLst>
                <a:tab pos="1544638" algn="l"/>
                <a:tab pos="2452688" algn="ctr"/>
                <a:tab pos="3767138" algn="ctr"/>
                <a:tab pos="5022850" algn="ctr"/>
              </a:tabLst>
            </a:pPr>
            <a:r>
              <a:rPr lang="en-US" altLang="en-US"/>
              <a:t>Can request for (3,3,0) by </a:t>
            </a:r>
            <a:r>
              <a:rPr lang="en-US" altLang="en-US" i="1"/>
              <a:t>P</a:t>
            </a:r>
            <a:r>
              <a:rPr lang="en-US" altLang="en-US" baseline="-25000"/>
              <a:t>4</a:t>
            </a:r>
            <a:r>
              <a:rPr lang="en-US" altLang="en-US"/>
              <a:t> be granted?</a:t>
            </a:r>
          </a:p>
          <a:p>
            <a:pPr eaLnBrk="1" hangingPunct="1">
              <a:tabLst>
                <a:tab pos="1544638" algn="l"/>
                <a:tab pos="2452688" algn="ctr"/>
                <a:tab pos="3767138" algn="ctr"/>
                <a:tab pos="5022850" algn="ctr"/>
              </a:tabLst>
            </a:pPr>
            <a:endParaRPr lang="en-US" altLang="en-US" sz="800"/>
          </a:p>
          <a:p>
            <a:pPr eaLnBrk="1" hangingPunct="1">
              <a:tabLst>
                <a:tab pos="1544638" algn="l"/>
                <a:tab pos="2452688" algn="ctr"/>
                <a:tab pos="3767138" algn="ctr"/>
                <a:tab pos="5022850" algn="ctr"/>
              </a:tabLst>
            </a:pPr>
            <a:r>
              <a:rPr lang="en-US" altLang="en-US"/>
              <a:t>Can request for (0,2,0) by </a:t>
            </a:r>
            <a:r>
              <a:rPr lang="en-US" altLang="en-US" i="1"/>
              <a:t>P</a:t>
            </a:r>
            <a:r>
              <a:rPr lang="en-US" altLang="en-US" baseline="-25000"/>
              <a:t>0</a:t>
            </a:r>
            <a:r>
              <a:rPr lang="en-US" altLang="en-US"/>
              <a:t> be granted?</a:t>
            </a:r>
          </a:p>
          <a:p>
            <a:pPr eaLnBrk="1" hangingPunct="1">
              <a:buFont typeface="Wingdings" panose="05000000000000000000" pitchFamily="2" charset="2"/>
              <a:buNone/>
              <a:tabLst>
                <a:tab pos="1544638" algn="l"/>
                <a:tab pos="2452688" algn="ctr"/>
                <a:tab pos="3767138" algn="ctr"/>
                <a:tab pos="5022850" algn="ctr"/>
              </a:tabLst>
            </a:pPr>
            <a:endParaRPr lang="en-US" altLang="en-US"/>
          </a:p>
        </p:txBody>
      </p:sp>
      <p:sp>
        <p:nvSpPr>
          <p:cNvPr id="39940" name="Rectangle 3">
            <a:extLst>
              <a:ext uri="{FF2B5EF4-FFF2-40B4-BE49-F238E27FC236}">
                <a16:creationId xmlns:a16="http://schemas.microsoft.com/office/drawing/2014/main" id="{EA3D543A-4ED2-9C82-B8E7-3986E03C8C5A}"/>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F3BD7CD-246E-3030-D554-217C0594AB25}"/>
              </a:ext>
            </a:extLst>
          </p:cNvPr>
          <p:cNvSpPr>
            <a:spLocks noGrp="1" noChangeArrowheads="1"/>
          </p:cNvSpPr>
          <p:nvPr>
            <p:ph type="title" idx="4294967295"/>
          </p:nvPr>
        </p:nvSpPr>
        <p:spPr/>
        <p:txBody>
          <a:bodyPr/>
          <a:lstStyle/>
          <a:p>
            <a:pPr eaLnBrk="1" hangingPunct="1"/>
            <a:r>
              <a:rPr lang="en-US" altLang="en-US"/>
              <a:t>Deadlock Detection</a:t>
            </a:r>
          </a:p>
        </p:txBody>
      </p:sp>
      <p:sp>
        <p:nvSpPr>
          <p:cNvPr id="40963" name="Rectangle 3">
            <a:extLst>
              <a:ext uri="{FF2B5EF4-FFF2-40B4-BE49-F238E27FC236}">
                <a16:creationId xmlns:a16="http://schemas.microsoft.com/office/drawing/2014/main" id="{09044CFF-1D4E-48B2-4B07-011ABEEECEA6}"/>
              </a:ext>
            </a:extLst>
          </p:cNvPr>
          <p:cNvSpPr>
            <a:spLocks noGrp="1" noChangeArrowheads="1"/>
          </p:cNvSpPr>
          <p:nvPr>
            <p:ph type="body" idx="4294967295"/>
          </p:nvPr>
        </p:nvSpPr>
        <p:spPr>
          <a:xfrm>
            <a:off x="885825" y="1190625"/>
            <a:ext cx="7478713" cy="4530725"/>
          </a:xfrm>
        </p:spPr>
        <p:txBody>
          <a:bodyPr/>
          <a:lstStyle/>
          <a:p>
            <a:pPr eaLnBrk="1" hangingPunct="1"/>
            <a:r>
              <a:rPr lang="en-US" altLang="en-US"/>
              <a:t>Allow system to enter deadlock state </a:t>
            </a:r>
            <a:br>
              <a:rPr lang="en-US" altLang="en-US"/>
            </a:br>
            <a:endParaRPr lang="en-US" altLang="en-US" sz="800"/>
          </a:p>
          <a:p>
            <a:pPr eaLnBrk="1" hangingPunct="1"/>
            <a:r>
              <a:rPr lang="en-US" altLang="en-US"/>
              <a:t>Detection algorithm</a:t>
            </a:r>
            <a:br>
              <a:rPr lang="en-US" altLang="en-US"/>
            </a:br>
            <a:endParaRPr lang="en-US" altLang="en-US" sz="800"/>
          </a:p>
          <a:p>
            <a:pPr eaLnBrk="1" hangingPunct="1"/>
            <a:r>
              <a:rPr lang="en-US" altLang="en-US"/>
              <a:t>Recovery scheme</a:t>
            </a:r>
          </a:p>
        </p:txBody>
      </p:sp>
      <p:sp>
        <p:nvSpPr>
          <p:cNvPr id="40964" name="Rectangle 3">
            <a:extLst>
              <a:ext uri="{FF2B5EF4-FFF2-40B4-BE49-F238E27FC236}">
                <a16:creationId xmlns:a16="http://schemas.microsoft.com/office/drawing/2014/main" id="{B1B46AFA-B705-D210-BC9F-F60BDAA57798}"/>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1DB402A4-29F0-10A2-AA36-B6BDE7233E44}"/>
              </a:ext>
            </a:extLst>
          </p:cNvPr>
          <p:cNvSpPr>
            <a:spLocks noGrp="1" noChangeArrowheads="1"/>
          </p:cNvSpPr>
          <p:nvPr>
            <p:ph type="title" idx="4294967295"/>
          </p:nvPr>
        </p:nvSpPr>
        <p:spPr>
          <a:xfrm>
            <a:off x="1047750" y="138113"/>
            <a:ext cx="7772400" cy="620712"/>
          </a:xfrm>
        </p:spPr>
        <p:txBody>
          <a:bodyPr/>
          <a:lstStyle/>
          <a:p>
            <a:pPr eaLnBrk="1" hangingPunct="1"/>
            <a:r>
              <a:rPr lang="en-US" altLang="en-US"/>
              <a:t>Single Instance of Each Resource Type</a:t>
            </a:r>
          </a:p>
        </p:txBody>
      </p:sp>
      <p:sp>
        <p:nvSpPr>
          <p:cNvPr id="41987" name="Rectangle 3">
            <a:extLst>
              <a:ext uri="{FF2B5EF4-FFF2-40B4-BE49-F238E27FC236}">
                <a16:creationId xmlns:a16="http://schemas.microsoft.com/office/drawing/2014/main" id="{2612479E-4633-0097-BFFF-1C9EB2D4CFB3}"/>
              </a:ext>
            </a:extLst>
          </p:cNvPr>
          <p:cNvSpPr>
            <a:spLocks noGrp="1" noChangeArrowheads="1"/>
          </p:cNvSpPr>
          <p:nvPr>
            <p:ph type="body" idx="4294967295"/>
          </p:nvPr>
        </p:nvSpPr>
        <p:spPr>
          <a:xfrm>
            <a:off x="827088" y="1425575"/>
            <a:ext cx="7375525" cy="4511675"/>
          </a:xfrm>
        </p:spPr>
        <p:txBody>
          <a:bodyPr/>
          <a:lstStyle/>
          <a:p>
            <a:pPr eaLnBrk="1" hangingPunct="1"/>
            <a:r>
              <a:rPr lang="en-US" altLang="en-US"/>
              <a:t>Maintain </a:t>
            </a:r>
            <a:r>
              <a:rPr lang="en-US" altLang="en-US" i="1"/>
              <a:t>wait-for</a:t>
            </a:r>
            <a:r>
              <a:rPr lang="en-US" altLang="en-US"/>
              <a:t> graph</a:t>
            </a:r>
          </a:p>
          <a:p>
            <a:pPr lvl="1" eaLnBrk="1" hangingPunct="1"/>
            <a:r>
              <a:rPr lang="en-US" altLang="en-US"/>
              <a:t>Nodes are processes</a:t>
            </a:r>
          </a:p>
          <a:p>
            <a:pPr lvl="1" eaLnBrk="1" hangingPunct="1"/>
            <a:r>
              <a:rPr lang="en-US" altLang="en-US" i="1"/>
              <a:t>P</a:t>
            </a:r>
            <a:r>
              <a:rPr lang="en-US" altLang="en-US" i="1" baseline="-25000"/>
              <a:t>i</a:t>
            </a:r>
            <a:r>
              <a:rPr lang="en-US" altLang="en-US"/>
              <a:t> </a:t>
            </a:r>
            <a:r>
              <a:rPr lang="en-US" altLang="en-US">
                <a:sym typeface="Symbol" panose="05050102010706020507" pitchFamily="18" charset="2"/>
              </a:rPr>
              <a:t> </a:t>
            </a:r>
            <a:r>
              <a:rPr lang="en-US" altLang="en-US" i="1">
                <a:sym typeface="Symbol" panose="05050102010706020507" pitchFamily="18" charset="2"/>
              </a:rPr>
              <a:t>P</a:t>
            </a:r>
            <a:r>
              <a:rPr lang="en-US" altLang="en-US" i="1" baseline="-25000">
                <a:sym typeface="Symbol" panose="05050102010706020507" pitchFamily="18" charset="2"/>
              </a:rPr>
              <a:t>j   </a:t>
            </a:r>
            <a:r>
              <a:rPr lang="en-US" altLang="en-US">
                <a:sym typeface="Symbol" panose="05050102010706020507" pitchFamily="18" charset="2"/>
              </a:rPr>
              <a:t>if </a:t>
            </a:r>
            <a:r>
              <a:rPr lang="en-US" altLang="en-US" i="1">
                <a:sym typeface="Symbol" panose="05050102010706020507" pitchFamily="18" charset="2"/>
              </a:rPr>
              <a:t>P</a:t>
            </a:r>
            <a:r>
              <a:rPr lang="en-US" altLang="en-US" i="1" baseline="-25000">
                <a:sym typeface="Symbol" panose="05050102010706020507" pitchFamily="18" charset="2"/>
              </a:rPr>
              <a:t>i</a:t>
            </a:r>
            <a:r>
              <a:rPr lang="en-US" altLang="en-US" i="1">
                <a:sym typeface="Symbol" panose="05050102010706020507" pitchFamily="18" charset="2"/>
              </a:rPr>
              <a:t> </a:t>
            </a:r>
            <a:r>
              <a:rPr lang="en-US" altLang="en-US">
                <a:sym typeface="Symbol" panose="05050102010706020507" pitchFamily="18" charset="2"/>
              </a:rPr>
              <a:t>is waiting for</a:t>
            </a:r>
            <a:r>
              <a:rPr lang="en-US" altLang="en-US" i="1">
                <a:sym typeface="Symbol" panose="05050102010706020507" pitchFamily="18" charset="2"/>
              </a:rPr>
              <a:t> P</a:t>
            </a:r>
            <a:r>
              <a:rPr lang="en-US" altLang="en-US" i="1" baseline="-25000">
                <a:sym typeface="Symbol" panose="05050102010706020507" pitchFamily="18" charset="2"/>
              </a:rPr>
              <a:t>j</a:t>
            </a:r>
            <a:br>
              <a:rPr lang="en-US" altLang="en-US" i="1">
                <a:sym typeface="Symbol" panose="05050102010706020507" pitchFamily="18" charset="2"/>
              </a:rPr>
            </a:br>
            <a:endParaRPr lang="en-US" altLang="en-US" sz="800" i="1">
              <a:sym typeface="Symbol" panose="05050102010706020507" pitchFamily="18" charset="2"/>
            </a:endParaRPr>
          </a:p>
          <a:p>
            <a:pPr eaLnBrk="1" hangingPunct="1"/>
            <a:r>
              <a:rPr lang="en-US" altLang="en-US"/>
              <a:t>Periodically invoke an algorithm that searches for a cycle in the graph. If there is a cycle, there exists a deadlock</a:t>
            </a:r>
          </a:p>
          <a:p>
            <a:pPr eaLnBrk="1" hangingPunct="1">
              <a:buFont typeface="Wingdings" panose="05000000000000000000" pitchFamily="2" charset="2"/>
              <a:buNone/>
            </a:pPr>
            <a:endParaRPr lang="en-US" altLang="en-US" sz="800"/>
          </a:p>
          <a:p>
            <a:pPr eaLnBrk="1" hangingPunct="1"/>
            <a:r>
              <a:rPr lang="en-US" altLang="en-US"/>
              <a:t>An algorithm to detect a cycle in a graph requires an order of</a:t>
            </a:r>
            <a:r>
              <a:rPr lang="en-US" altLang="en-US" i="1"/>
              <a:t> n</a:t>
            </a:r>
            <a:r>
              <a:rPr lang="en-US" altLang="en-US" baseline="30000"/>
              <a:t>2</a:t>
            </a:r>
            <a:r>
              <a:rPr lang="en-US" altLang="en-US"/>
              <a:t> operations, where </a:t>
            </a:r>
            <a:r>
              <a:rPr lang="en-US" altLang="en-US" i="1"/>
              <a:t>n</a:t>
            </a:r>
            <a:r>
              <a:rPr lang="en-US" altLang="en-US"/>
              <a:t> is the number of vertices in the graph</a:t>
            </a:r>
          </a:p>
        </p:txBody>
      </p:sp>
      <p:sp>
        <p:nvSpPr>
          <p:cNvPr id="41988" name="Rectangle 3">
            <a:extLst>
              <a:ext uri="{FF2B5EF4-FFF2-40B4-BE49-F238E27FC236}">
                <a16:creationId xmlns:a16="http://schemas.microsoft.com/office/drawing/2014/main" id="{3839756D-4F24-F401-A776-5F1F9B39932F}"/>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A90370F5-B8F5-EBBB-0AF3-1A9E4B9A86A6}"/>
              </a:ext>
            </a:extLst>
          </p:cNvPr>
          <p:cNvSpPr>
            <a:spLocks noGrp="1" noChangeArrowheads="1"/>
          </p:cNvSpPr>
          <p:nvPr>
            <p:ph type="title" idx="4294967295"/>
          </p:nvPr>
        </p:nvSpPr>
        <p:spPr>
          <a:xfrm>
            <a:off x="674688" y="222250"/>
            <a:ext cx="8189912" cy="644525"/>
          </a:xfrm>
        </p:spPr>
        <p:txBody>
          <a:bodyPr/>
          <a:lstStyle/>
          <a:p>
            <a:pPr eaLnBrk="1" hangingPunct="1"/>
            <a:r>
              <a:rPr lang="en-US" altLang="en-US" sz="2800"/>
              <a:t>Resource-Allocation Graph and </a:t>
            </a:r>
            <a:br>
              <a:rPr lang="en-US" altLang="en-US" sz="2800"/>
            </a:br>
            <a:r>
              <a:rPr lang="en-US" altLang="en-US" sz="2800"/>
              <a:t>Wait-for Graph</a:t>
            </a:r>
          </a:p>
        </p:txBody>
      </p:sp>
      <p:sp>
        <p:nvSpPr>
          <p:cNvPr id="43011" name="Text Box 5">
            <a:extLst>
              <a:ext uri="{FF2B5EF4-FFF2-40B4-BE49-F238E27FC236}">
                <a16:creationId xmlns:a16="http://schemas.microsoft.com/office/drawing/2014/main" id="{3844505E-D1EA-5ADF-52CD-2C9C13B7ED66}"/>
              </a:ext>
            </a:extLst>
          </p:cNvPr>
          <p:cNvSpPr txBox="1">
            <a:spLocks noChangeArrowheads="1"/>
          </p:cNvSpPr>
          <p:nvPr/>
        </p:nvSpPr>
        <p:spPr bwMode="auto">
          <a:xfrm>
            <a:off x="1368425" y="5294313"/>
            <a:ext cx="3206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a:latin typeface="Helvetica" panose="020B0604020202020204" pitchFamily="34" charset="0"/>
              </a:rPr>
              <a:t>Resource-Allocation Graph</a:t>
            </a:r>
          </a:p>
        </p:txBody>
      </p:sp>
      <p:sp>
        <p:nvSpPr>
          <p:cNvPr id="43012" name="Text Box 6">
            <a:extLst>
              <a:ext uri="{FF2B5EF4-FFF2-40B4-BE49-F238E27FC236}">
                <a16:creationId xmlns:a16="http://schemas.microsoft.com/office/drawing/2014/main" id="{1D69A16B-D085-5C73-A093-E3D57B1E4A3B}"/>
              </a:ext>
            </a:extLst>
          </p:cNvPr>
          <p:cNvSpPr txBox="1">
            <a:spLocks noChangeArrowheads="1"/>
          </p:cNvSpPr>
          <p:nvPr/>
        </p:nvSpPr>
        <p:spPr bwMode="auto">
          <a:xfrm>
            <a:off x="4810125" y="5294313"/>
            <a:ext cx="314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pPr>
            <a:r>
              <a:rPr lang="en-US" altLang="en-US">
                <a:latin typeface="Helvetica" panose="020B0604020202020204" pitchFamily="34" charset="0"/>
              </a:rPr>
              <a:t>Corresponding wait-for graph</a:t>
            </a:r>
          </a:p>
        </p:txBody>
      </p:sp>
      <p:pic>
        <p:nvPicPr>
          <p:cNvPr id="43013" name="Picture 10">
            <a:extLst>
              <a:ext uri="{FF2B5EF4-FFF2-40B4-BE49-F238E27FC236}">
                <a16:creationId xmlns:a16="http://schemas.microsoft.com/office/drawing/2014/main" id="{3FBB1BD3-B48B-9D1F-3D59-9152777C16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7025" y="1395413"/>
            <a:ext cx="5807075"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4" name="Rectangle 5">
            <a:extLst>
              <a:ext uri="{FF2B5EF4-FFF2-40B4-BE49-F238E27FC236}">
                <a16:creationId xmlns:a16="http://schemas.microsoft.com/office/drawing/2014/main" id="{BDAF1F57-BAC0-D237-C631-2D9210478C50}"/>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7B2DEB8-F71B-C60C-1CD4-274A661C965D}"/>
              </a:ext>
            </a:extLst>
          </p:cNvPr>
          <p:cNvSpPr>
            <a:spLocks noGrp="1" noChangeArrowheads="1"/>
          </p:cNvSpPr>
          <p:nvPr>
            <p:ph type="title" idx="4294967295"/>
          </p:nvPr>
        </p:nvSpPr>
        <p:spPr>
          <a:xfrm>
            <a:off x="1171575" y="-85725"/>
            <a:ext cx="7772400" cy="844550"/>
          </a:xfrm>
        </p:spPr>
        <p:txBody>
          <a:bodyPr/>
          <a:lstStyle/>
          <a:p>
            <a:pPr eaLnBrk="1" hangingPunct="1"/>
            <a:r>
              <a:rPr lang="en-US" altLang="en-US"/>
              <a:t>Several Instances of a Resource Type</a:t>
            </a:r>
          </a:p>
        </p:txBody>
      </p:sp>
      <p:sp>
        <p:nvSpPr>
          <p:cNvPr id="44035" name="Rectangle 3">
            <a:extLst>
              <a:ext uri="{FF2B5EF4-FFF2-40B4-BE49-F238E27FC236}">
                <a16:creationId xmlns:a16="http://schemas.microsoft.com/office/drawing/2014/main" id="{6389BFF7-995E-1D57-6669-6F2F05094B24}"/>
              </a:ext>
            </a:extLst>
          </p:cNvPr>
          <p:cNvSpPr>
            <a:spLocks noGrp="1" noChangeArrowheads="1"/>
          </p:cNvSpPr>
          <p:nvPr>
            <p:ph type="body" idx="4294967295"/>
          </p:nvPr>
        </p:nvSpPr>
        <p:spPr>
          <a:xfrm>
            <a:off x="660400" y="1301750"/>
            <a:ext cx="7712075" cy="3851275"/>
          </a:xfrm>
        </p:spPr>
        <p:txBody>
          <a:bodyPr/>
          <a:lstStyle/>
          <a:p>
            <a:pPr eaLnBrk="1" hangingPunct="1"/>
            <a:r>
              <a:rPr lang="en-US" altLang="en-US" b="1">
                <a:solidFill>
                  <a:srgbClr val="000000"/>
                </a:solidFill>
              </a:rPr>
              <a:t>Available</a:t>
            </a:r>
            <a:r>
              <a:rPr lang="en-US" altLang="en-US" i="1"/>
              <a:t>:</a:t>
            </a:r>
            <a:r>
              <a:rPr lang="en-US" altLang="en-US"/>
              <a:t>  A vector of length </a:t>
            </a:r>
            <a:r>
              <a:rPr lang="en-US" altLang="en-US" i="1"/>
              <a:t>m</a:t>
            </a:r>
            <a:r>
              <a:rPr lang="en-US" altLang="en-US"/>
              <a:t> indicates the number of available resources of each type.</a:t>
            </a:r>
            <a:br>
              <a:rPr lang="en-US" altLang="en-US"/>
            </a:br>
            <a:endParaRPr lang="en-US" altLang="en-US" sz="800"/>
          </a:p>
          <a:p>
            <a:pPr eaLnBrk="1" hangingPunct="1"/>
            <a:r>
              <a:rPr lang="en-US" altLang="en-US" b="1">
                <a:solidFill>
                  <a:srgbClr val="000000"/>
                </a:solidFill>
              </a:rPr>
              <a:t>Allocation</a:t>
            </a:r>
            <a:r>
              <a:rPr lang="en-US" altLang="en-US" i="1"/>
              <a:t>:</a:t>
            </a:r>
            <a:r>
              <a:rPr lang="en-US" altLang="en-US"/>
              <a:t>  An </a:t>
            </a:r>
            <a:r>
              <a:rPr lang="en-US" altLang="en-US" i="1"/>
              <a:t>n </a:t>
            </a:r>
            <a:r>
              <a:rPr lang="en-US" altLang="en-US"/>
              <a:t>x</a:t>
            </a:r>
            <a:r>
              <a:rPr lang="en-US" altLang="en-US" i="1"/>
              <a:t> m</a:t>
            </a:r>
            <a:r>
              <a:rPr lang="en-US" altLang="en-US"/>
              <a:t> matrix defines the number of resources of each type currently allocated to each process.</a:t>
            </a:r>
            <a:br>
              <a:rPr lang="en-US" altLang="en-US"/>
            </a:br>
            <a:endParaRPr lang="en-US" altLang="en-US" sz="800"/>
          </a:p>
          <a:p>
            <a:pPr eaLnBrk="1" hangingPunct="1"/>
            <a:r>
              <a:rPr lang="en-US" altLang="en-US" b="1">
                <a:solidFill>
                  <a:srgbClr val="000000"/>
                </a:solidFill>
              </a:rPr>
              <a:t>Request</a:t>
            </a:r>
            <a:r>
              <a:rPr lang="en-US" altLang="en-US" i="1"/>
              <a:t>:</a:t>
            </a:r>
            <a:r>
              <a:rPr lang="en-US" altLang="en-US"/>
              <a:t>  An </a:t>
            </a:r>
            <a:r>
              <a:rPr lang="en-US" altLang="en-US" i="1"/>
              <a:t>n </a:t>
            </a:r>
            <a:r>
              <a:rPr lang="en-US" altLang="en-US"/>
              <a:t>x</a:t>
            </a:r>
            <a:r>
              <a:rPr lang="en-US" altLang="en-US" i="1"/>
              <a:t> m</a:t>
            </a:r>
            <a:r>
              <a:rPr lang="en-US" altLang="en-US"/>
              <a:t> matrix indicates the current request  of each process.  If </a:t>
            </a:r>
            <a:r>
              <a:rPr lang="en-US" altLang="en-US" i="1"/>
              <a:t>Request </a:t>
            </a:r>
            <a:r>
              <a:rPr lang="en-US" altLang="en-US"/>
              <a:t>[</a:t>
            </a:r>
            <a:r>
              <a:rPr lang="en-US" altLang="en-US" i="1"/>
              <a:t>i</a:t>
            </a:r>
            <a:r>
              <a:rPr lang="en-US" altLang="en-US" i="1" baseline="-25000"/>
              <a:t>j</a:t>
            </a:r>
            <a:r>
              <a:rPr lang="en-US" altLang="en-US"/>
              <a:t>] = </a:t>
            </a:r>
            <a:r>
              <a:rPr lang="en-US" altLang="en-US" i="1"/>
              <a:t>k</a:t>
            </a:r>
            <a:r>
              <a:rPr lang="en-US" altLang="en-US"/>
              <a:t>, then process</a:t>
            </a:r>
            <a:r>
              <a:rPr lang="en-US" altLang="en-US" i="1"/>
              <a:t> P</a:t>
            </a:r>
            <a:r>
              <a:rPr lang="en-US" altLang="en-US" i="1" baseline="-25000"/>
              <a:t>i</a:t>
            </a:r>
            <a:r>
              <a:rPr lang="en-US" altLang="en-US"/>
              <a:t> is requesting</a:t>
            </a:r>
            <a:r>
              <a:rPr lang="en-US" altLang="en-US" i="1"/>
              <a:t> k</a:t>
            </a:r>
            <a:r>
              <a:rPr lang="en-US" altLang="en-US"/>
              <a:t> more instances of resource type. </a:t>
            </a:r>
            <a:r>
              <a:rPr lang="en-US" altLang="en-US" i="1"/>
              <a:t>R</a:t>
            </a:r>
            <a:r>
              <a:rPr lang="en-US" altLang="en-US" i="1" baseline="-25000"/>
              <a:t>j</a:t>
            </a:r>
            <a:r>
              <a:rPr lang="en-US" altLang="en-US"/>
              <a:t>.</a:t>
            </a:r>
          </a:p>
        </p:txBody>
      </p:sp>
      <p:sp>
        <p:nvSpPr>
          <p:cNvPr id="44036" name="Rectangle 3">
            <a:extLst>
              <a:ext uri="{FF2B5EF4-FFF2-40B4-BE49-F238E27FC236}">
                <a16:creationId xmlns:a16="http://schemas.microsoft.com/office/drawing/2014/main" id="{B190B41E-697B-BF93-BBCF-284A3C10922A}"/>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44E48C92-9368-8094-9C25-2CCCB53AE102}"/>
              </a:ext>
            </a:extLst>
          </p:cNvPr>
          <p:cNvSpPr>
            <a:spLocks noGrp="1" noChangeArrowheads="1"/>
          </p:cNvSpPr>
          <p:nvPr>
            <p:ph type="title" idx="4294967295"/>
          </p:nvPr>
        </p:nvSpPr>
        <p:spPr/>
        <p:txBody>
          <a:bodyPr/>
          <a:lstStyle/>
          <a:p>
            <a:pPr eaLnBrk="1" hangingPunct="1"/>
            <a:r>
              <a:rPr lang="en-US" altLang="en-US"/>
              <a:t>Detection Algorithm</a:t>
            </a:r>
          </a:p>
        </p:txBody>
      </p:sp>
      <p:sp>
        <p:nvSpPr>
          <p:cNvPr id="45059" name="Rectangle 3">
            <a:extLst>
              <a:ext uri="{FF2B5EF4-FFF2-40B4-BE49-F238E27FC236}">
                <a16:creationId xmlns:a16="http://schemas.microsoft.com/office/drawing/2014/main" id="{8AA6F7EA-858A-AB85-0095-79403D402CC3}"/>
              </a:ext>
            </a:extLst>
          </p:cNvPr>
          <p:cNvSpPr>
            <a:spLocks noGrp="1" noChangeArrowheads="1"/>
          </p:cNvSpPr>
          <p:nvPr>
            <p:ph type="body" idx="4294967295"/>
          </p:nvPr>
        </p:nvSpPr>
        <p:spPr/>
        <p:txBody>
          <a:bodyPr/>
          <a:lstStyle/>
          <a:p>
            <a:pPr eaLnBrk="1" hangingPunct="1">
              <a:buFont typeface="Wingdings" panose="05000000000000000000" pitchFamily="2" charset="2"/>
              <a:buNone/>
            </a:pPr>
            <a:r>
              <a:rPr lang="en-US" altLang="en-US"/>
              <a:t>1.	Let </a:t>
            </a:r>
            <a:r>
              <a:rPr lang="en-US" altLang="en-US" i="1"/>
              <a:t>Work</a:t>
            </a:r>
            <a:r>
              <a:rPr lang="en-US" altLang="en-US"/>
              <a:t> and </a:t>
            </a:r>
            <a:r>
              <a:rPr lang="en-US" altLang="en-US" i="1"/>
              <a:t>Finish</a:t>
            </a:r>
            <a:r>
              <a:rPr lang="en-US" altLang="en-US"/>
              <a:t> be vectors of length </a:t>
            </a:r>
            <a:r>
              <a:rPr lang="en-US" altLang="en-US" i="1"/>
              <a:t>m</a:t>
            </a:r>
            <a:r>
              <a:rPr lang="en-US" altLang="en-US"/>
              <a:t> and </a:t>
            </a:r>
            <a:r>
              <a:rPr lang="en-US" altLang="en-US" i="1"/>
              <a:t>n</a:t>
            </a:r>
            <a:r>
              <a:rPr lang="en-US" altLang="en-US"/>
              <a:t>, respectively Initialize:</a:t>
            </a:r>
          </a:p>
          <a:p>
            <a:pPr marL="850900" lvl="1" indent="-393700" eaLnBrk="1" hangingPunct="1">
              <a:buFont typeface="Wingdings" panose="05000000000000000000" pitchFamily="2" charset="2"/>
              <a:buNone/>
            </a:pPr>
            <a:r>
              <a:rPr lang="en-US" altLang="en-US">
                <a:solidFill>
                  <a:srgbClr val="FF0000"/>
                </a:solidFill>
              </a:rPr>
              <a:t>(a)</a:t>
            </a:r>
            <a:r>
              <a:rPr lang="en-US" altLang="en-US"/>
              <a:t> </a:t>
            </a:r>
            <a:r>
              <a:rPr lang="en-US" altLang="en-US" i="1"/>
              <a:t>Work</a:t>
            </a:r>
            <a:r>
              <a:rPr lang="en-US" altLang="en-US"/>
              <a:t> = </a:t>
            </a:r>
            <a:r>
              <a:rPr lang="en-US" altLang="en-US" i="1"/>
              <a:t>Available</a:t>
            </a:r>
            <a:endParaRPr lang="en-US" altLang="en-US"/>
          </a:p>
          <a:p>
            <a:pPr marL="850900" lvl="1" indent="-393700" eaLnBrk="1" hangingPunct="1">
              <a:buFont typeface="Wingdings" panose="05000000000000000000" pitchFamily="2" charset="2"/>
              <a:buNone/>
            </a:pPr>
            <a:r>
              <a:rPr lang="en-US" altLang="en-US">
                <a:solidFill>
                  <a:srgbClr val="FF0000"/>
                </a:solidFill>
              </a:rPr>
              <a:t>(b)</a:t>
            </a:r>
            <a:r>
              <a:rPr lang="en-US" altLang="en-US"/>
              <a:t>  For </a:t>
            </a:r>
            <a:r>
              <a:rPr lang="en-US" altLang="en-US" i="1"/>
              <a:t>i</a:t>
            </a:r>
            <a:r>
              <a:rPr lang="en-US" altLang="en-US"/>
              <a:t> = 1,2, …,</a:t>
            </a:r>
            <a:r>
              <a:rPr lang="en-US" altLang="en-US" i="1"/>
              <a:t> n</a:t>
            </a:r>
            <a:r>
              <a:rPr lang="en-US" altLang="en-US"/>
              <a:t>, if </a:t>
            </a:r>
            <a:r>
              <a:rPr lang="en-US" altLang="en-US" i="1"/>
              <a:t>Allocation</a:t>
            </a:r>
            <a:r>
              <a:rPr lang="en-US" altLang="en-US" i="1" baseline="-25000"/>
              <a:t>i</a:t>
            </a:r>
            <a:r>
              <a:rPr lang="en-US" altLang="en-US"/>
              <a:t> </a:t>
            </a:r>
            <a:r>
              <a:rPr lang="en-US" altLang="en-US">
                <a:sym typeface="Symbol" panose="05050102010706020507" pitchFamily="18" charset="2"/>
              </a:rPr>
              <a:t> 0, then </a:t>
            </a:r>
            <a:br>
              <a:rPr lang="en-US" altLang="en-US">
                <a:sym typeface="Symbol" panose="05050102010706020507" pitchFamily="18" charset="2"/>
              </a:rPr>
            </a:br>
            <a:r>
              <a:rPr lang="en-US" altLang="en-US">
                <a:sym typeface="Symbol" panose="05050102010706020507" pitchFamily="18" charset="2"/>
              </a:rPr>
              <a:t> </a:t>
            </a:r>
            <a:r>
              <a:rPr lang="en-US" altLang="en-US" i="1">
                <a:sym typeface="Symbol" panose="05050102010706020507" pitchFamily="18" charset="2"/>
              </a:rPr>
              <a:t>Finish</a:t>
            </a:r>
            <a:r>
              <a:rPr lang="en-US" altLang="en-US">
                <a:sym typeface="Symbol" panose="05050102010706020507" pitchFamily="18" charset="2"/>
              </a:rPr>
              <a:t>[i] = false;otherwise, </a:t>
            </a:r>
            <a:r>
              <a:rPr lang="en-US" altLang="en-US" i="1">
                <a:sym typeface="Symbol" panose="05050102010706020507" pitchFamily="18" charset="2"/>
              </a:rPr>
              <a:t>Finish</a:t>
            </a:r>
            <a:r>
              <a:rPr lang="en-US" altLang="en-US">
                <a:sym typeface="Symbol" panose="05050102010706020507" pitchFamily="18" charset="2"/>
              </a:rPr>
              <a:t>[i] = </a:t>
            </a:r>
            <a:r>
              <a:rPr lang="en-US" altLang="en-US" i="1">
                <a:sym typeface="Symbol" panose="05050102010706020507" pitchFamily="18" charset="2"/>
              </a:rPr>
              <a:t>true</a:t>
            </a:r>
          </a:p>
          <a:p>
            <a:pPr marL="850900" lvl="1" indent="-393700" eaLnBrk="1" hangingPunct="1">
              <a:buFont typeface="Wingdings" panose="05000000000000000000" pitchFamily="2" charset="2"/>
              <a:buAutoNum type="alphaLcParenBoth" startAt="2"/>
            </a:pPr>
            <a:endParaRPr lang="en-US" altLang="en-US" sz="800">
              <a:sym typeface="Symbol" panose="05050102010706020507" pitchFamily="18" charset="2"/>
            </a:endParaRPr>
          </a:p>
          <a:p>
            <a:pPr eaLnBrk="1" hangingPunct="1">
              <a:buFont typeface="Wingdings" panose="05000000000000000000" pitchFamily="2" charset="2"/>
              <a:buNone/>
            </a:pPr>
            <a:r>
              <a:rPr lang="en-US" altLang="en-US"/>
              <a:t>2.	Find an index </a:t>
            </a:r>
            <a:r>
              <a:rPr lang="en-US" altLang="en-US" i="1"/>
              <a:t>i </a:t>
            </a:r>
            <a:r>
              <a:rPr lang="en-US" altLang="en-US"/>
              <a:t>such that both:</a:t>
            </a:r>
          </a:p>
          <a:p>
            <a:pPr marL="850900" lvl="1" indent="-393700" eaLnBrk="1" hangingPunct="1">
              <a:buFont typeface="Wingdings" panose="05000000000000000000" pitchFamily="2" charset="2"/>
              <a:buNone/>
            </a:pPr>
            <a:r>
              <a:rPr lang="en-US" altLang="en-US">
                <a:solidFill>
                  <a:srgbClr val="FF0000"/>
                </a:solidFill>
              </a:rPr>
              <a:t>(a)</a:t>
            </a:r>
            <a:r>
              <a:rPr lang="en-US" altLang="en-US"/>
              <a:t>	</a:t>
            </a:r>
            <a:r>
              <a:rPr lang="en-US" altLang="en-US" i="1"/>
              <a:t>Finish</a:t>
            </a:r>
            <a:r>
              <a:rPr lang="en-US" altLang="en-US"/>
              <a:t>[</a:t>
            </a:r>
            <a:r>
              <a:rPr lang="en-US" altLang="en-US" i="1"/>
              <a:t>i</a:t>
            </a:r>
            <a:r>
              <a:rPr lang="en-US" altLang="en-US"/>
              <a:t>] == </a:t>
            </a:r>
            <a:r>
              <a:rPr lang="en-US" altLang="en-US" i="1"/>
              <a:t>false</a:t>
            </a:r>
            <a:endParaRPr lang="en-US" altLang="en-US"/>
          </a:p>
          <a:p>
            <a:pPr marL="850900" lvl="1" indent="-393700" eaLnBrk="1" hangingPunct="1">
              <a:buFont typeface="Wingdings" panose="05000000000000000000" pitchFamily="2" charset="2"/>
              <a:buNone/>
            </a:pPr>
            <a:r>
              <a:rPr lang="en-US" altLang="en-US">
                <a:solidFill>
                  <a:srgbClr val="FF0000"/>
                </a:solidFill>
              </a:rPr>
              <a:t>(b)</a:t>
            </a:r>
            <a:r>
              <a:rPr lang="en-US" altLang="en-US"/>
              <a:t>	</a:t>
            </a:r>
            <a:r>
              <a:rPr lang="en-US" altLang="en-US" i="1"/>
              <a:t>Request</a:t>
            </a:r>
            <a:r>
              <a:rPr lang="en-US" altLang="en-US" i="1" baseline="-25000"/>
              <a:t>i</a:t>
            </a:r>
            <a:r>
              <a:rPr lang="en-US" altLang="en-US"/>
              <a:t> </a:t>
            </a:r>
            <a:r>
              <a:rPr lang="en-US" altLang="en-US">
                <a:sym typeface="Symbol" panose="05050102010706020507" pitchFamily="18" charset="2"/>
              </a:rPr>
              <a:t> </a:t>
            </a:r>
            <a:r>
              <a:rPr lang="en-US" altLang="en-US" i="1">
                <a:sym typeface="Symbol" panose="05050102010706020507" pitchFamily="18" charset="2"/>
              </a:rPr>
              <a:t>Work</a:t>
            </a:r>
            <a:br>
              <a:rPr lang="en-US" altLang="en-US" i="1">
                <a:sym typeface="Symbol" panose="05050102010706020507" pitchFamily="18" charset="2"/>
              </a:rPr>
            </a:br>
            <a:endParaRPr lang="en-US" altLang="en-US" sz="800">
              <a:sym typeface="Symbol" panose="05050102010706020507" pitchFamily="18" charset="2"/>
            </a:endParaRPr>
          </a:p>
          <a:p>
            <a:pPr marL="850900" lvl="1" indent="-393700" eaLnBrk="1" hangingPunct="1">
              <a:buFont typeface="Wingdings" panose="05000000000000000000" pitchFamily="2" charset="2"/>
              <a:buNone/>
            </a:pPr>
            <a:r>
              <a:rPr lang="en-US" altLang="en-US">
                <a:sym typeface="Symbol" panose="05050102010706020507" pitchFamily="18" charset="2"/>
              </a:rPr>
              <a:t>If no such </a:t>
            </a:r>
            <a:r>
              <a:rPr lang="en-US" altLang="en-US" i="1">
                <a:sym typeface="Symbol" panose="05050102010706020507" pitchFamily="18" charset="2"/>
              </a:rPr>
              <a:t>i</a:t>
            </a:r>
            <a:r>
              <a:rPr lang="en-US" altLang="en-US">
                <a:sym typeface="Symbol" panose="05050102010706020507" pitchFamily="18" charset="2"/>
              </a:rPr>
              <a:t> exists, go to step 4</a:t>
            </a:r>
            <a:endParaRPr lang="en-US" altLang="en-US"/>
          </a:p>
        </p:txBody>
      </p:sp>
      <p:sp>
        <p:nvSpPr>
          <p:cNvPr id="45060" name="Rectangle 3">
            <a:extLst>
              <a:ext uri="{FF2B5EF4-FFF2-40B4-BE49-F238E27FC236}">
                <a16:creationId xmlns:a16="http://schemas.microsoft.com/office/drawing/2014/main" id="{8E99C12D-B733-8009-831A-D05E70E9A2ED}"/>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CDBF374B-754A-011F-7643-C46EB510D66B}"/>
              </a:ext>
            </a:extLst>
          </p:cNvPr>
          <p:cNvSpPr>
            <a:spLocks noGrp="1" noChangeArrowheads="1"/>
          </p:cNvSpPr>
          <p:nvPr>
            <p:ph type="title" idx="4294967295"/>
          </p:nvPr>
        </p:nvSpPr>
        <p:spPr/>
        <p:txBody>
          <a:bodyPr/>
          <a:lstStyle/>
          <a:p>
            <a:pPr eaLnBrk="1" hangingPunct="1"/>
            <a:r>
              <a:rPr lang="en-US" altLang="en-US"/>
              <a:t>Detection Algorithm (Cont.)</a:t>
            </a:r>
          </a:p>
        </p:txBody>
      </p:sp>
      <p:sp>
        <p:nvSpPr>
          <p:cNvPr id="46083" name="Rectangle 3">
            <a:extLst>
              <a:ext uri="{FF2B5EF4-FFF2-40B4-BE49-F238E27FC236}">
                <a16:creationId xmlns:a16="http://schemas.microsoft.com/office/drawing/2014/main" id="{FFFDF9F8-30EA-913C-4E3C-983ACB975341}"/>
              </a:ext>
            </a:extLst>
          </p:cNvPr>
          <p:cNvSpPr>
            <a:spLocks noGrp="1" noChangeArrowheads="1"/>
          </p:cNvSpPr>
          <p:nvPr>
            <p:ph type="body" idx="4294967295"/>
          </p:nvPr>
        </p:nvSpPr>
        <p:spPr>
          <a:xfrm>
            <a:off x="633413" y="1406525"/>
            <a:ext cx="7731125" cy="2297113"/>
          </a:xfrm>
        </p:spPr>
        <p:txBody>
          <a:bodyPr/>
          <a:lstStyle/>
          <a:p>
            <a:pPr eaLnBrk="1" hangingPunct="1">
              <a:lnSpc>
                <a:spcPct val="90000"/>
              </a:lnSpc>
              <a:buFont typeface="Wingdings" panose="05000000000000000000" pitchFamily="2" charset="2"/>
              <a:buNone/>
            </a:pPr>
            <a:r>
              <a:rPr lang="en-US" altLang="en-US"/>
              <a:t>3.	</a:t>
            </a:r>
            <a:r>
              <a:rPr lang="en-US" altLang="en-US" i="1"/>
              <a:t>Work</a:t>
            </a:r>
            <a:r>
              <a:rPr lang="en-US" altLang="en-US"/>
              <a:t> = </a:t>
            </a:r>
            <a:r>
              <a:rPr lang="en-US" altLang="en-US" i="1"/>
              <a:t>Work</a:t>
            </a:r>
            <a:r>
              <a:rPr lang="en-US" altLang="en-US"/>
              <a:t> + </a:t>
            </a:r>
            <a:r>
              <a:rPr lang="en-US" altLang="en-US" i="1"/>
              <a:t>Allocation</a:t>
            </a:r>
            <a:r>
              <a:rPr lang="en-US" altLang="en-US" i="1" baseline="-25000"/>
              <a:t>i</a:t>
            </a:r>
            <a:br>
              <a:rPr lang="en-US" altLang="en-US"/>
            </a:br>
            <a:r>
              <a:rPr lang="en-US" altLang="en-US" i="1"/>
              <a:t>Finish</a:t>
            </a:r>
            <a:r>
              <a:rPr lang="en-US" altLang="en-US"/>
              <a:t>[</a:t>
            </a:r>
            <a:r>
              <a:rPr lang="en-US" altLang="en-US" i="1"/>
              <a:t>i</a:t>
            </a:r>
            <a:r>
              <a:rPr lang="en-US" altLang="en-US"/>
              <a:t>] = </a:t>
            </a:r>
            <a:r>
              <a:rPr lang="en-US" altLang="en-US" i="1"/>
              <a:t>true</a:t>
            </a:r>
            <a:br>
              <a:rPr lang="en-US" altLang="en-US"/>
            </a:br>
            <a:r>
              <a:rPr lang="en-US" altLang="en-US"/>
              <a:t>go to step 2</a:t>
            </a:r>
            <a:br>
              <a:rPr lang="en-US" altLang="en-US"/>
            </a:br>
            <a:endParaRPr lang="en-US" altLang="en-US" sz="800"/>
          </a:p>
          <a:p>
            <a:pPr eaLnBrk="1" hangingPunct="1">
              <a:lnSpc>
                <a:spcPct val="90000"/>
              </a:lnSpc>
              <a:buFont typeface="Wingdings" panose="05000000000000000000" pitchFamily="2" charset="2"/>
              <a:buNone/>
            </a:pPr>
            <a:r>
              <a:rPr lang="en-US" altLang="en-US"/>
              <a:t>4.	If </a:t>
            </a:r>
            <a:r>
              <a:rPr lang="en-US" altLang="en-US" i="1"/>
              <a:t>Finish</a:t>
            </a:r>
            <a:r>
              <a:rPr lang="en-US" altLang="en-US"/>
              <a:t>[</a:t>
            </a:r>
            <a:r>
              <a:rPr lang="en-US" altLang="en-US" i="1"/>
              <a:t>i</a:t>
            </a:r>
            <a:r>
              <a:rPr lang="en-US" altLang="en-US"/>
              <a:t>] == false, for some </a:t>
            </a:r>
            <a:r>
              <a:rPr lang="en-US" altLang="en-US" i="1"/>
              <a:t>i</a:t>
            </a:r>
            <a:r>
              <a:rPr lang="en-US" altLang="en-US"/>
              <a:t>, 1 </a:t>
            </a:r>
            <a:r>
              <a:rPr lang="en-US" altLang="en-US">
                <a:sym typeface="Symbol" panose="05050102010706020507" pitchFamily="18" charset="2"/>
              </a:rPr>
              <a:t> </a:t>
            </a:r>
            <a:r>
              <a:rPr lang="en-US" altLang="en-US" i="1">
                <a:sym typeface="Symbol" panose="05050102010706020507" pitchFamily="18" charset="2"/>
              </a:rPr>
              <a:t>i</a:t>
            </a:r>
            <a:r>
              <a:rPr lang="en-US" altLang="en-US">
                <a:sym typeface="Symbol" panose="05050102010706020507" pitchFamily="18" charset="2"/>
              </a:rPr>
              <a:t>   </a:t>
            </a:r>
            <a:r>
              <a:rPr lang="en-US" altLang="en-US" i="1">
                <a:sym typeface="Symbol" panose="05050102010706020507" pitchFamily="18" charset="2"/>
              </a:rPr>
              <a:t>n</a:t>
            </a:r>
            <a:r>
              <a:rPr lang="en-US" altLang="en-US">
                <a:sym typeface="Symbol" panose="05050102010706020507" pitchFamily="18" charset="2"/>
              </a:rPr>
              <a:t>, then the system is in deadlock state. Moreover, if </a:t>
            </a:r>
            <a:r>
              <a:rPr lang="en-US" altLang="en-US" i="1">
                <a:sym typeface="Symbol" panose="05050102010706020507" pitchFamily="18" charset="2"/>
              </a:rPr>
              <a:t>Finish</a:t>
            </a:r>
            <a:r>
              <a:rPr lang="en-US" altLang="en-US">
                <a:sym typeface="Symbol" panose="05050102010706020507" pitchFamily="18" charset="2"/>
              </a:rPr>
              <a:t>[</a:t>
            </a:r>
            <a:r>
              <a:rPr lang="en-US" altLang="en-US" i="1">
                <a:sym typeface="Symbol" panose="05050102010706020507" pitchFamily="18" charset="2"/>
              </a:rPr>
              <a:t>i</a:t>
            </a:r>
            <a:r>
              <a:rPr lang="en-US" altLang="en-US">
                <a:sym typeface="Symbol" panose="05050102010706020507" pitchFamily="18" charset="2"/>
              </a:rPr>
              <a:t>] == </a:t>
            </a:r>
            <a:r>
              <a:rPr lang="en-US" altLang="en-US" i="1">
                <a:sym typeface="Symbol" panose="05050102010706020507" pitchFamily="18" charset="2"/>
              </a:rPr>
              <a:t>false</a:t>
            </a:r>
            <a:r>
              <a:rPr lang="en-US" altLang="en-US">
                <a:sym typeface="Symbol" panose="05050102010706020507" pitchFamily="18" charset="2"/>
              </a:rPr>
              <a:t>, then </a:t>
            </a:r>
            <a:r>
              <a:rPr lang="en-US" altLang="en-US" i="1">
                <a:sym typeface="Symbol" panose="05050102010706020507" pitchFamily="18" charset="2"/>
              </a:rPr>
              <a:t>P</a:t>
            </a:r>
            <a:r>
              <a:rPr lang="en-US" altLang="en-US" i="1" baseline="-25000">
                <a:sym typeface="Symbol" panose="05050102010706020507" pitchFamily="18" charset="2"/>
              </a:rPr>
              <a:t>i</a:t>
            </a:r>
            <a:r>
              <a:rPr lang="en-US" altLang="en-US">
                <a:sym typeface="Symbol" panose="05050102010706020507" pitchFamily="18" charset="2"/>
              </a:rPr>
              <a:t> is deadlocked</a:t>
            </a:r>
          </a:p>
          <a:p>
            <a:pPr eaLnBrk="1" hangingPunct="1">
              <a:lnSpc>
                <a:spcPct val="90000"/>
              </a:lnSpc>
              <a:buFont typeface="Wingdings" panose="05000000000000000000" pitchFamily="2" charset="2"/>
              <a:buNone/>
            </a:pPr>
            <a:r>
              <a:rPr lang="en-US" altLang="en-US">
                <a:sym typeface="Symbol" panose="05050102010706020507" pitchFamily="18" charset="2"/>
              </a:rPr>
              <a:t>	</a:t>
            </a:r>
            <a:endParaRPr lang="en-US" altLang="en-US"/>
          </a:p>
        </p:txBody>
      </p:sp>
      <p:sp>
        <p:nvSpPr>
          <p:cNvPr id="46084" name="Text Box 4">
            <a:extLst>
              <a:ext uri="{FF2B5EF4-FFF2-40B4-BE49-F238E27FC236}">
                <a16:creationId xmlns:a16="http://schemas.microsoft.com/office/drawing/2014/main" id="{5461AFB1-44A4-EC5B-FE9C-98F7CA3AEAB4}"/>
              </a:ext>
            </a:extLst>
          </p:cNvPr>
          <p:cNvSpPr txBox="1">
            <a:spLocks noChangeArrowheads="1"/>
          </p:cNvSpPr>
          <p:nvPr/>
        </p:nvSpPr>
        <p:spPr bwMode="auto">
          <a:xfrm>
            <a:off x="852488" y="3892550"/>
            <a:ext cx="769461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r>
              <a:rPr lang="en-US" altLang="en-US" b="1">
                <a:solidFill>
                  <a:srgbClr val="FF0066"/>
                </a:solidFill>
                <a:latin typeface="Helvetica" panose="020B0604020202020204" pitchFamily="34" charset="0"/>
                <a:sym typeface="Symbol" panose="05050102010706020507" pitchFamily="18" charset="2"/>
              </a:rPr>
              <a:t>Algorithm requires an order of O(</a:t>
            </a:r>
            <a:r>
              <a:rPr lang="en-US" altLang="en-US" b="1" i="1">
                <a:solidFill>
                  <a:srgbClr val="FF0066"/>
                </a:solidFill>
                <a:latin typeface="Helvetica" panose="020B0604020202020204" pitchFamily="34" charset="0"/>
                <a:sym typeface="Symbol" panose="05050102010706020507" pitchFamily="18" charset="2"/>
              </a:rPr>
              <a:t>m </a:t>
            </a:r>
            <a:r>
              <a:rPr lang="en-US" altLang="en-US" b="1">
                <a:solidFill>
                  <a:srgbClr val="FF0066"/>
                </a:solidFill>
                <a:latin typeface="Helvetica" panose="020B0604020202020204" pitchFamily="34" charset="0"/>
                <a:sym typeface="Symbol" panose="05050102010706020507" pitchFamily="18" charset="2"/>
              </a:rPr>
              <a:t>x</a:t>
            </a:r>
            <a:r>
              <a:rPr lang="en-US" altLang="en-US" b="1" i="1">
                <a:solidFill>
                  <a:srgbClr val="FF0066"/>
                </a:solidFill>
                <a:latin typeface="Helvetica" panose="020B0604020202020204" pitchFamily="34" charset="0"/>
                <a:sym typeface="Symbol" panose="05050102010706020507" pitchFamily="18" charset="2"/>
              </a:rPr>
              <a:t> n</a:t>
            </a:r>
            <a:r>
              <a:rPr lang="en-US" altLang="en-US" b="1" baseline="30000">
                <a:solidFill>
                  <a:srgbClr val="FF0066"/>
                </a:solidFill>
                <a:latin typeface="Helvetica" panose="020B0604020202020204" pitchFamily="34" charset="0"/>
                <a:sym typeface="Symbol" panose="05050102010706020507" pitchFamily="18" charset="2"/>
              </a:rPr>
              <a:t>2)</a:t>
            </a:r>
            <a:r>
              <a:rPr lang="en-US" altLang="en-US" b="1">
                <a:solidFill>
                  <a:srgbClr val="FF0066"/>
                </a:solidFill>
                <a:latin typeface="Helvetica" panose="020B0604020202020204" pitchFamily="34" charset="0"/>
                <a:sym typeface="Symbol" panose="05050102010706020507" pitchFamily="18" charset="2"/>
              </a:rPr>
              <a:t> operations to detect whether the system is in deadlocked state</a:t>
            </a:r>
            <a:endParaRPr lang="en-US" altLang="en-US">
              <a:solidFill>
                <a:srgbClr val="FF0066"/>
              </a:solidFill>
              <a:latin typeface="Helvetica" panose="020B0604020202020204" pitchFamily="34" charset="0"/>
            </a:endParaRPr>
          </a:p>
          <a:p>
            <a:pPr>
              <a:spcBef>
                <a:spcPct val="50000"/>
              </a:spcBef>
            </a:pPr>
            <a:endParaRPr lang="en-US" altLang="en-US">
              <a:solidFill>
                <a:srgbClr val="FF0066"/>
              </a:solidFill>
              <a:latin typeface="Helvetica" panose="020B0604020202020204" pitchFamily="34" charset="0"/>
            </a:endParaRPr>
          </a:p>
        </p:txBody>
      </p:sp>
      <p:sp>
        <p:nvSpPr>
          <p:cNvPr id="46085" name="Rectangle 4">
            <a:extLst>
              <a:ext uri="{FF2B5EF4-FFF2-40B4-BE49-F238E27FC236}">
                <a16:creationId xmlns:a16="http://schemas.microsoft.com/office/drawing/2014/main" id="{2BCD9042-F733-E2E2-98FD-972AFDA14AA7}"/>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833D2415-0255-6C47-A30F-8F7EC34B42C5}"/>
              </a:ext>
            </a:extLst>
          </p:cNvPr>
          <p:cNvSpPr>
            <a:spLocks noGrp="1" noChangeArrowheads="1"/>
          </p:cNvSpPr>
          <p:nvPr>
            <p:ph type="title" idx="4294967295"/>
          </p:nvPr>
        </p:nvSpPr>
        <p:spPr>
          <a:xfrm>
            <a:off x="922338" y="201613"/>
            <a:ext cx="7764462" cy="576262"/>
          </a:xfrm>
        </p:spPr>
        <p:txBody>
          <a:bodyPr/>
          <a:lstStyle/>
          <a:p>
            <a:pPr eaLnBrk="1" hangingPunct="1"/>
            <a:r>
              <a:rPr lang="en-US" altLang="en-US"/>
              <a:t>Example of Detection Algorithm</a:t>
            </a:r>
          </a:p>
        </p:txBody>
      </p:sp>
      <p:sp>
        <p:nvSpPr>
          <p:cNvPr id="47107" name="Rectangle 3">
            <a:extLst>
              <a:ext uri="{FF2B5EF4-FFF2-40B4-BE49-F238E27FC236}">
                <a16:creationId xmlns:a16="http://schemas.microsoft.com/office/drawing/2014/main" id="{2A513336-0728-8C43-04E3-5C1F11395BFA}"/>
              </a:ext>
            </a:extLst>
          </p:cNvPr>
          <p:cNvSpPr>
            <a:spLocks noGrp="1" noChangeArrowheads="1"/>
          </p:cNvSpPr>
          <p:nvPr>
            <p:ph type="body" idx="4294967295"/>
          </p:nvPr>
        </p:nvSpPr>
        <p:spPr/>
        <p:txBody>
          <a:bodyPr/>
          <a:lstStyle/>
          <a:p>
            <a:pPr eaLnBrk="1" hangingPunct="1">
              <a:tabLst>
                <a:tab pos="1428750" algn="l"/>
                <a:tab pos="2338388" algn="ctr"/>
                <a:tab pos="3594100" algn="ctr"/>
                <a:tab pos="4921250" algn="ctr"/>
              </a:tabLst>
            </a:pPr>
            <a:r>
              <a:rPr lang="en-US" altLang="en-US"/>
              <a:t>Five processes </a:t>
            </a:r>
            <a:r>
              <a:rPr lang="en-US" altLang="en-US" i="1"/>
              <a:t>P</a:t>
            </a:r>
            <a:r>
              <a:rPr lang="en-US" altLang="en-US" baseline="-25000"/>
              <a:t>0</a:t>
            </a:r>
            <a:r>
              <a:rPr lang="en-US" altLang="en-US"/>
              <a:t> through </a:t>
            </a:r>
            <a:r>
              <a:rPr lang="en-US" altLang="en-US" i="1"/>
              <a:t>P</a:t>
            </a:r>
            <a:r>
              <a:rPr lang="en-US" altLang="en-US" baseline="-25000"/>
              <a:t>4</a:t>
            </a:r>
            <a:r>
              <a:rPr lang="en-US" altLang="en-US"/>
              <a:t>;</a:t>
            </a:r>
            <a:r>
              <a:rPr lang="en-US" altLang="en-US" baseline="-25000"/>
              <a:t> </a:t>
            </a:r>
            <a:r>
              <a:rPr lang="en-US" altLang="en-US"/>
              <a:t>three resource types </a:t>
            </a:r>
            <a:br>
              <a:rPr lang="en-US" altLang="en-US"/>
            </a:br>
            <a:r>
              <a:rPr lang="en-US" altLang="en-US"/>
              <a:t>A (7 instances), </a:t>
            </a:r>
            <a:r>
              <a:rPr lang="en-US" altLang="en-US" i="1"/>
              <a:t>B </a:t>
            </a:r>
            <a:r>
              <a:rPr lang="en-US" altLang="en-US"/>
              <a:t>(2 instances), and </a:t>
            </a:r>
            <a:r>
              <a:rPr lang="en-US" altLang="en-US" i="1"/>
              <a:t>C</a:t>
            </a:r>
            <a:r>
              <a:rPr lang="en-US" altLang="en-US"/>
              <a:t> (6 instances)</a:t>
            </a:r>
          </a:p>
          <a:p>
            <a:pPr eaLnBrk="1" hangingPunct="1">
              <a:tabLst>
                <a:tab pos="1428750" algn="l"/>
                <a:tab pos="2338388" algn="ctr"/>
                <a:tab pos="3594100" algn="ctr"/>
                <a:tab pos="4921250" algn="ctr"/>
              </a:tabLst>
            </a:pPr>
            <a:endParaRPr lang="en-US" altLang="en-US" sz="800"/>
          </a:p>
          <a:p>
            <a:pPr eaLnBrk="1" hangingPunct="1">
              <a:tabLst>
                <a:tab pos="1428750" algn="l"/>
                <a:tab pos="2338388" algn="ctr"/>
                <a:tab pos="3594100" algn="ctr"/>
                <a:tab pos="4921250" algn="ctr"/>
              </a:tabLst>
            </a:pPr>
            <a:r>
              <a:rPr lang="en-US" altLang="en-US"/>
              <a:t>Snapshot at time </a:t>
            </a:r>
            <a:r>
              <a:rPr lang="en-US" altLang="en-US" i="1"/>
              <a:t>T</a:t>
            </a:r>
            <a:r>
              <a:rPr lang="en-US" altLang="en-US" baseline="-25000"/>
              <a:t>0</a:t>
            </a:r>
            <a:r>
              <a:rPr lang="en-US" altLang="en-US"/>
              <a:t>:</a:t>
            </a:r>
          </a:p>
          <a:p>
            <a:pPr eaLnBrk="1" hangingPunct="1">
              <a:buFont typeface="Wingdings" panose="05000000000000000000" pitchFamily="2" charset="2"/>
              <a:buNone/>
              <a:tabLst>
                <a:tab pos="1428750" algn="l"/>
                <a:tab pos="2338388" algn="ctr"/>
                <a:tab pos="3594100" algn="ctr"/>
                <a:tab pos="4921250" algn="ctr"/>
              </a:tabLst>
            </a:pPr>
            <a:r>
              <a:rPr lang="en-US" altLang="en-US"/>
              <a:t>			 </a:t>
            </a:r>
            <a:r>
              <a:rPr lang="en-US" altLang="en-US" i="1" u="sng"/>
              <a:t>Allocation</a:t>
            </a:r>
            <a:r>
              <a:rPr lang="en-US" altLang="en-US" i="1"/>
              <a:t>	    </a:t>
            </a:r>
            <a:r>
              <a:rPr lang="en-US" altLang="en-US" i="1" u="sng"/>
              <a:t>Request</a:t>
            </a:r>
            <a:r>
              <a:rPr lang="en-US" altLang="en-US" i="1"/>
              <a:t>	</a:t>
            </a:r>
            <a:r>
              <a:rPr lang="en-US" altLang="en-US" i="1" u="sng"/>
              <a:t>Available</a:t>
            </a:r>
          </a:p>
          <a:p>
            <a:pPr eaLnBrk="1" hangingPunct="1">
              <a:buFont typeface="Wingdings" panose="05000000000000000000" pitchFamily="2" charset="2"/>
              <a:buNone/>
              <a:tabLst>
                <a:tab pos="1428750" algn="l"/>
                <a:tab pos="2338388" algn="ctr"/>
                <a:tab pos="3594100" algn="ctr"/>
                <a:tab pos="4921250" algn="ctr"/>
              </a:tabLst>
            </a:pPr>
            <a:r>
              <a:rPr lang="en-US" altLang="en-US"/>
              <a:t>			</a:t>
            </a:r>
            <a:r>
              <a:rPr lang="en-US" altLang="en-US" i="1"/>
              <a:t>A B C 	     A B C 	A B C</a:t>
            </a:r>
          </a:p>
          <a:p>
            <a:pPr eaLnBrk="1" hangingPunct="1">
              <a:buFont typeface="Wingdings" panose="05000000000000000000" pitchFamily="2" charset="2"/>
              <a:buNone/>
              <a:tabLst>
                <a:tab pos="1428750" algn="l"/>
                <a:tab pos="2338388" algn="ctr"/>
                <a:tab pos="3594100" algn="ctr"/>
                <a:tab pos="4921250" algn="ctr"/>
              </a:tabLst>
            </a:pPr>
            <a:r>
              <a:rPr lang="en-US" altLang="en-US"/>
              <a:t>		</a:t>
            </a:r>
            <a:r>
              <a:rPr lang="en-US" altLang="en-US" i="1"/>
              <a:t>P</a:t>
            </a:r>
            <a:r>
              <a:rPr lang="en-US" altLang="en-US" baseline="-25000"/>
              <a:t>0</a:t>
            </a:r>
            <a:r>
              <a:rPr lang="en-US" altLang="en-US"/>
              <a:t>	      0 1 0              0 0 0 	0 0 0</a:t>
            </a:r>
          </a:p>
          <a:p>
            <a:pPr eaLnBrk="1" hangingPunct="1">
              <a:buFont typeface="Wingdings" panose="05000000000000000000" pitchFamily="2" charset="2"/>
              <a:buNone/>
              <a:tabLst>
                <a:tab pos="1428750" algn="l"/>
                <a:tab pos="2338388" algn="ctr"/>
                <a:tab pos="3594100" algn="ctr"/>
                <a:tab pos="4921250" algn="ctr"/>
              </a:tabLst>
            </a:pPr>
            <a:r>
              <a:rPr lang="en-US" altLang="en-US"/>
              <a:t>		</a:t>
            </a:r>
            <a:r>
              <a:rPr lang="en-US" altLang="en-US" i="1"/>
              <a:t>P</a:t>
            </a:r>
            <a:r>
              <a:rPr lang="en-US" altLang="en-US" baseline="-25000"/>
              <a:t>1</a:t>
            </a:r>
            <a:r>
              <a:rPr lang="en-US" altLang="en-US"/>
              <a:t>      2 0 0 	   2 0 2</a:t>
            </a:r>
          </a:p>
          <a:p>
            <a:pPr eaLnBrk="1" hangingPunct="1">
              <a:buFont typeface="Wingdings" panose="05000000000000000000" pitchFamily="2" charset="2"/>
              <a:buNone/>
              <a:tabLst>
                <a:tab pos="1428750" algn="l"/>
                <a:tab pos="2338388" algn="ctr"/>
                <a:tab pos="3594100" algn="ctr"/>
                <a:tab pos="4921250" algn="ctr"/>
              </a:tabLst>
            </a:pPr>
            <a:r>
              <a:rPr lang="en-US" altLang="en-US"/>
              <a:t>		</a:t>
            </a:r>
            <a:r>
              <a:rPr lang="en-US" altLang="en-US" i="1"/>
              <a:t>P</a:t>
            </a:r>
            <a:r>
              <a:rPr lang="en-US" altLang="en-US" baseline="-25000"/>
              <a:t>2</a:t>
            </a:r>
            <a:r>
              <a:rPr lang="en-US" altLang="en-US"/>
              <a:t>	      3 0 3              0 0 0 </a:t>
            </a:r>
          </a:p>
          <a:p>
            <a:pPr eaLnBrk="1" hangingPunct="1">
              <a:buFont typeface="Wingdings" panose="05000000000000000000" pitchFamily="2" charset="2"/>
              <a:buNone/>
              <a:tabLst>
                <a:tab pos="1428750" algn="l"/>
                <a:tab pos="2338388" algn="ctr"/>
                <a:tab pos="3594100" algn="ctr"/>
                <a:tab pos="4921250" algn="ctr"/>
              </a:tabLst>
            </a:pPr>
            <a:r>
              <a:rPr lang="en-US" altLang="en-US"/>
              <a:t>		</a:t>
            </a:r>
            <a:r>
              <a:rPr lang="en-US" altLang="en-US" i="1"/>
              <a:t>P</a:t>
            </a:r>
            <a:r>
              <a:rPr lang="en-US" altLang="en-US" baseline="-25000"/>
              <a:t>3</a:t>
            </a:r>
            <a:r>
              <a:rPr lang="en-US" altLang="en-US"/>
              <a:t>      2 1 1 	   1 0 0 </a:t>
            </a:r>
          </a:p>
          <a:p>
            <a:pPr eaLnBrk="1" hangingPunct="1">
              <a:buFont typeface="Wingdings" panose="05000000000000000000" pitchFamily="2" charset="2"/>
              <a:buNone/>
              <a:tabLst>
                <a:tab pos="1428750" algn="l"/>
                <a:tab pos="2338388" algn="ctr"/>
                <a:tab pos="3594100" algn="ctr"/>
                <a:tab pos="4921250" algn="ctr"/>
              </a:tabLst>
            </a:pPr>
            <a:r>
              <a:rPr lang="en-US" altLang="en-US"/>
              <a:t>		</a:t>
            </a:r>
            <a:r>
              <a:rPr lang="en-US" altLang="en-US" i="1"/>
              <a:t>P</a:t>
            </a:r>
            <a:r>
              <a:rPr lang="en-US" altLang="en-US" baseline="-25000"/>
              <a:t>4</a:t>
            </a:r>
            <a:r>
              <a:rPr lang="en-US" altLang="en-US"/>
              <a:t>      0 0 2 	   0 0 2</a:t>
            </a:r>
          </a:p>
          <a:p>
            <a:pPr eaLnBrk="1" hangingPunct="1">
              <a:buFont typeface="Wingdings" panose="05000000000000000000" pitchFamily="2" charset="2"/>
              <a:buNone/>
              <a:tabLst>
                <a:tab pos="1428750" algn="l"/>
                <a:tab pos="2338388" algn="ctr"/>
                <a:tab pos="3594100" algn="ctr"/>
                <a:tab pos="4921250" algn="ctr"/>
              </a:tabLst>
            </a:pPr>
            <a:endParaRPr lang="en-US" altLang="en-US" sz="800"/>
          </a:p>
          <a:p>
            <a:pPr eaLnBrk="1" hangingPunct="1">
              <a:tabLst>
                <a:tab pos="1428750" algn="l"/>
                <a:tab pos="2338388" algn="ctr"/>
                <a:tab pos="3594100" algn="ctr"/>
                <a:tab pos="4921250" algn="ctr"/>
              </a:tabLst>
            </a:pPr>
            <a:r>
              <a:rPr lang="en-US" altLang="en-US"/>
              <a:t>Sequence &lt;</a:t>
            </a:r>
            <a:r>
              <a:rPr lang="en-US" altLang="en-US" i="1"/>
              <a:t>P</a:t>
            </a:r>
            <a:r>
              <a:rPr lang="en-US" altLang="en-US" baseline="-25000"/>
              <a:t>0</a:t>
            </a:r>
            <a:r>
              <a:rPr lang="en-US" altLang="en-US"/>
              <a:t>, </a:t>
            </a:r>
            <a:r>
              <a:rPr lang="en-US" altLang="en-US" i="1"/>
              <a:t>P</a:t>
            </a:r>
            <a:r>
              <a:rPr lang="en-US" altLang="en-US" baseline="-25000"/>
              <a:t>2</a:t>
            </a:r>
            <a:r>
              <a:rPr lang="en-US" altLang="en-US"/>
              <a:t>, </a:t>
            </a:r>
            <a:r>
              <a:rPr lang="en-US" altLang="en-US" i="1"/>
              <a:t>P</a:t>
            </a:r>
            <a:r>
              <a:rPr lang="en-US" altLang="en-US" baseline="-25000"/>
              <a:t>3</a:t>
            </a:r>
            <a:r>
              <a:rPr lang="en-US" altLang="en-US"/>
              <a:t>, </a:t>
            </a:r>
            <a:r>
              <a:rPr lang="en-US" altLang="en-US" i="1"/>
              <a:t>P</a:t>
            </a:r>
            <a:r>
              <a:rPr lang="en-US" altLang="en-US" baseline="-25000"/>
              <a:t>1</a:t>
            </a:r>
            <a:r>
              <a:rPr lang="en-US" altLang="en-US"/>
              <a:t>, </a:t>
            </a:r>
            <a:r>
              <a:rPr lang="en-US" altLang="en-US" i="1"/>
              <a:t>P</a:t>
            </a:r>
            <a:r>
              <a:rPr lang="en-US" altLang="en-US" baseline="-25000"/>
              <a:t>4</a:t>
            </a:r>
            <a:r>
              <a:rPr lang="en-US" altLang="en-US"/>
              <a:t>&gt; will result in </a:t>
            </a:r>
            <a:r>
              <a:rPr lang="en-US" altLang="en-US" i="1"/>
              <a:t>Finish</a:t>
            </a:r>
            <a:r>
              <a:rPr lang="en-US" altLang="en-US"/>
              <a:t>[</a:t>
            </a:r>
            <a:r>
              <a:rPr lang="en-US" altLang="en-US" i="1"/>
              <a:t>i</a:t>
            </a:r>
            <a:r>
              <a:rPr lang="en-US" altLang="en-US"/>
              <a:t>] = true for all </a:t>
            </a:r>
            <a:r>
              <a:rPr lang="en-US" altLang="en-US" i="1"/>
              <a:t>i</a:t>
            </a:r>
            <a:endParaRPr lang="en-US" altLang="en-US"/>
          </a:p>
          <a:p>
            <a:pPr eaLnBrk="1" hangingPunct="1">
              <a:buFont typeface="Wingdings" panose="05000000000000000000" pitchFamily="2" charset="2"/>
              <a:buNone/>
              <a:tabLst>
                <a:tab pos="1428750" algn="l"/>
                <a:tab pos="2338388" algn="ctr"/>
                <a:tab pos="3594100" algn="ctr"/>
                <a:tab pos="4921250" algn="ctr"/>
              </a:tabLst>
            </a:pPr>
            <a:endParaRPr lang="en-US" altLang="en-US"/>
          </a:p>
        </p:txBody>
      </p:sp>
      <p:sp>
        <p:nvSpPr>
          <p:cNvPr id="47108" name="Rectangle 3">
            <a:extLst>
              <a:ext uri="{FF2B5EF4-FFF2-40B4-BE49-F238E27FC236}">
                <a16:creationId xmlns:a16="http://schemas.microsoft.com/office/drawing/2014/main" id="{ED5EE6B7-7C50-FFB8-89F9-AD1A4D9A0518}"/>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30F96965-6BD4-9DB7-60E2-2C0594414FC8}"/>
              </a:ext>
            </a:extLst>
          </p:cNvPr>
          <p:cNvSpPr>
            <a:spLocks noGrp="1" noChangeArrowheads="1"/>
          </p:cNvSpPr>
          <p:nvPr>
            <p:ph type="title" idx="4294967295"/>
          </p:nvPr>
        </p:nvSpPr>
        <p:spPr/>
        <p:txBody>
          <a:bodyPr/>
          <a:lstStyle/>
          <a:p>
            <a:pPr eaLnBrk="1" hangingPunct="1"/>
            <a:r>
              <a:rPr lang="en-US" altLang="en-US"/>
              <a:t>Example (Cont.)</a:t>
            </a:r>
          </a:p>
        </p:txBody>
      </p:sp>
      <p:sp>
        <p:nvSpPr>
          <p:cNvPr id="48131" name="Rectangle 3">
            <a:extLst>
              <a:ext uri="{FF2B5EF4-FFF2-40B4-BE49-F238E27FC236}">
                <a16:creationId xmlns:a16="http://schemas.microsoft.com/office/drawing/2014/main" id="{202C57D4-B327-C105-3F86-1A4CCAF87D2B}"/>
              </a:ext>
            </a:extLst>
          </p:cNvPr>
          <p:cNvSpPr>
            <a:spLocks noGrp="1" noChangeArrowheads="1"/>
          </p:cNvSpPr>
          <p:nvPr>
            <p:ph type="body" idx="4294967295"/>
          </p:nvPr>
        </p:nvSpPr>
        <p:spPr/>
        <p:txBody>
          <a:bodyPr/>
          <a:lstStyle/>
          <a:p>
            <a:pPr eaLnBrk="1" hangingPunct="1">
              <a:tabLst>
                <a:tab pos="2800350" algn="l"/>
                <a:tab pos="3708400" algn="ctr"/>
              </a:tabLst>
            </a:pPr>
            <a:r>
              <a:rPr lang="en-US" altLang="en-US" i="1"/>
              <a:t>P</a:t>
            </a:r>
            <a:r>
              <a:rPr lang="en-US" altLang="en-US" baseline="-25000"/>
              <a:t>2</a:t>
            </a:r>
            <a:r>
              <a:rPr lang="en-US" altLang="en-US"/>
              <a:t> requests an additional instance of type</a:t>
            </a:r>
            <a:r>
              <a:rPr lang="en-US" altLang="en-US" i="1"/>
              <a:t> C</a:t>
            </a:r>
            <a:endParaRPr lang="en-US" altLang="en-US"/>
          </a:p>
          <a:p>
            <a:pPr eaLnBrk="1" hangingPunct="1">
              <a:buFont typeface="Wingdings" panose="05000000000000000000" pitchFamily="2" charset="2"/>
              <a:buNone/>
              <a:tabLst>
                <a:tab pos="2800350" algn="l"/>
                <a:tab pos="3708400" algn="ctr"/>
              </a:tabLst>
            </a:pPr>
            <a:r>
              <a:rPr lang="en-US" altLang="en-US"/>
              <a:t>			</a:t>
            </a:r>
            <a:r>
              <a:rPr lang="en-US" altLang="en-US" i="1" u="sng"/>
              <a:t>Request</a:t>
            </a:r>
            <a:endParaRPr lang="en-US" altLang="en-US" i="1"/>
          </a:p>
          <a:p>
            <a:pPr eaLnBrk="1" hangingPunct="1">
              <a:buFont typeface="Wingdings" panose="05000000000000000000" pitchFamily="2" charset="2"/>
              <a:buNone/>
              <a:tabLst>
                <a:tab pos="2800350" algn="l"/>
                <a:tab pos="3708400" algn="ctr"/>
              </a:tabLst>
            </a:pPr>
            <a:r>
              <a:rPr lang="en-US" altLang="en-US" i="1"/>
              <a:t>			A B C</a:t>
            </a:r>
          </a:p>
          <a:p>
            <a:pPr eaLnBrk="1" hangingPunct="1">
              <a:buFont typeface="Wingdings" panose="05000000000000000000" pitchFamily="2" charset="2"/>
              <a:buNone/>
              <a:tabLst>
                <a:tab pos="2800350" algn="l"/>
                <a:tab pos="3708400" algn="ctr"/>
              </a:tabLst>
            </a:pPr>
            <a:r>
              <a:rPr lang="en-US" altLang="en-US"/>
              <a:t>		 </a:t>
            </a:r>
            <a:r>
              <a:rPr lang="en-US" altLang="en-US" i="1"/>
              <a:t>P</a:t>
            </a:r>
            <a:r>
              <a:rPr lang="en-US" altLang="en-US" baseline="-25000"/>
              <a:t>0</a:t>
            </a:r>
            <a:r>
              <a:rPr lang="en-US" altLang="en-US"/>
              <a:t>	0 0 0</a:t>
            </a:r>
          </a:p>
          <a:p>
            <a:pPr eaLnBrk="1" hangingPunct="1">
              <a:buFont typeface="Wingdings" panose="05000000000000000000" pitchFamily="2" charset="2"/>
              <a:buNone/>
              <a:tabLst>
                <a:tab pos="2800350" algn="l"/>
                <a:tab pos="3708400" algn="ctr"/>
              </a:tabLst>
            </a:pPr>
            <a:r>
              <a:rPr lang="en-US" altLang="en-US"/>
              <a:t>		 </a:t>
            </a:r>
            <a:r>
              <a:rPr lang="en-US" altLang="en-US" i="1"/>
              <a:t>P</a:t>
            </a:r>
            <a:r>
              <a:rPr lang="en-US" altLang="en-US" baseline="-25000"/>
              <a:t>1</a:t>
            </a:r>
            <a:r>
              <a:rPr lang="en-US" altLang="en-US"/>
              <a:t>	2 0 1</a:t>
            </a:r>
          </a:p>
          <a:p>
            <a:pPr eaLnBrk="1" hangingPunct="1">
              <a:buFont typeface="Wingdings" panose="05000000000000000000" pitchFamily="2" charset="2"/>
              <a:buNone/>
              <a:tabLst>
                <a:tab pos="2800350" algn="l"/>
                <a:tab pos="3708400" algn="ctr"/>
              </a:tabLst>
            </a:pPr>
            <a:r>
              <a:rPr lang="en-US" altLang="en-US"/>
              <a:t>		</a:t>
            </a:r>
            <a:r>
              <a:rPr lang="en-US" altLang="en-US" i="1"/>
              <a:t>P</a:t>
            </a:r>
            <a:r>
              <a:rPr lang="en-US" altLang="en-US" baseline="-25000"/>
              <a:t>2</a:t>
            </a:r>
            <a:r>
              <a:rPr lang="en-US" altLang="en-US"/>
              <a:t>	0 0 1</a:t>
            </a:r>
          </a:p>
          <a:p>
            <a:pPr eaLnBrk="1" hangingPunct="1">
              <a:buFont typeface="Wingdings" panose="05000000000000000000" pitchFamily="2" charset="2"/>
              <a:buNone/>
              <a:tabLst>
                <a:tab pos="2800350" algn="l"/>
                <a:tab pos="3708400" algn="ctr"/>
              </a:tabLst>
            </a:pPr>
            <a:r>
              <a:rPr lang="en-US" altLang="en-US"/>
              <a:t>		</a:t>
            </a:r>
            <a:r>
              <a:rPr lang="en-US" altLang="en-US" i="1"/>
              <a:t>P</a:t>
            </a:r>
            <a:r>
              <a:rPr lang="en-US" altLang="en-US" baseline="-25000"/>
              <a:t>3</a:t>
            </a:r>
            <a:r>
              <a:rPr lang="en-US" altLang="en-US"/>
              <a:t>	1 0 0 </a:t>
            </a:r>
          </a:p>
          <a:p>
            <a:pPr eaLnBrk="1" hangingPunct="1">
              <a:buFont typeface="Wingdings" panose="05000000000000000000" pitchFamily="2" charset="2"/>
              <a:buNone/>
              <a:tabLst>
                <a:tab pos="2800350" algn="l"/>
                <a:tab pos="3708400" algn="ctr"/>
              </a:tabLst>
            </a:pPr>
            <a:r>
              <a:rPr lang="en-US" altLang="en-US"/>
              <a:t>		</a:t>
            </a:r>
            <a:r>
              <a:rPr lang="en-US" altLang="en-US" i="1"/>
              <a:t>P</a:t>
            </a:r>
            <a:r>
              <a:rPr lang="en-US" altLang="en-US" baseline="-25000"/>
              <a:t>4</a:t>
            </a:r>
            <a:r>
              <a:rPr lang="en-US" altLang="en-US"/>
              <a:t>	0 0 2</a:t>
            </a:r>
          </a:p>
          <a:p>
            <a:pPr eaLnBrk="1" hangingPunct="1">
              <a:buFont typeface="Wingdings" panose="05000000000000000000" pitchFamily="2" charset="2"/>
              <a:buNone/>
              <a:tabLst>
                <a:tab pos="2800350" algn="l"/>
                <a:tab pos="3708400" algn="ctr"/>
              </a:tabLst>
            </a:pPr>
            <a:endParaRPr lang="en-US" altLang="en-US" sz="800"/>
          </a:p>
          <a:p>
            <a:pPr eaLnBrk="1" hangingPunct="1">
              <a:tabLst>
                <a:tab pos="2800350" algn="l"/>
                <a:tab pos="3708400" algn="ctr"/>
              </a:tabLst>
            </a:pPr>
            <a:r>
              <a:rPr lang="en-US" altLang="en-US"/>
              <a:t>State of system?</a:t>
            </a:r>
          </a:p>
          <a:p>
            <a:pPr lvl="1" eaLnBrk="1" hangingPunct="1">
              <a:tabLst>
                <a:tab pos="2800350" algn="l"/>
                <a:tab pos="3708400" algn="ctr"/>
              </a:tabLst>
            </a:pPr>
            <a:r>
              <a:rPr lang="en-US" altLang="en-US"/>
              <a:t>Can reclaim resources held by process </a:t>
            </a:r>
            <a:r>
              <a:rPr lang="en-US" altLang="en-US" i="1"/>
              <a:t>P</a:t>
            </a:r>
            <a:r>
              <a:rPr lang="en-US" altLang="en-US" baseline="-25000"/>
              <a:t>0</a:t>
            </a:r>
            <a:r>
              <a:rPr lang="en-US" altLang="en-US"/>
              <a:t>, but insufficient resources to fulfill other processes; requests</a:t>
            </a:r>
          </a:p>
          <a:p>
            <a:pPr lvl="1" eaLnBrk="1" hangingPunct="1">
              <a:tabLst>
                <a:tab pos="2800350" algn="l"/>
                <a:tab pos="3708400" algn="ctr"/>
              </a:tabLst>
            </a:pPr>
            <a:r>
              <a:rPr lang="en-US" altLang="en-US"/>
              <a:t>Deadlock exists, consisting of processes </a:t>
            </a:r>
            <a:r>
              <a:rPr lang="en-US" altLang="en-US" i="1"/>
              <a:t>P</a:t>
            </a:r>
            <a:r>
              <a:rPr lang="en-US" altLang="en-US" baseline="-25000"/>
              <a:t>1</a:t>
            </a:r>
            <a:r>
              <a:rPr lang="en-US" altLang="en-US"/>
              <a:t>, </a:t>
            </a:r>
            <a:r>
              <a:rPr lang="en-US" altLang="en-US" baseline="-25000"/>
              <a:t> </a:t>
            </a:r>
            <a:r>
              <a:rPr lang="en-US" altLang="en-US" i="1"/>
              <a:t>P</a:t>
            </a:r>
            <a:r>
              <a:rPr lang="en-US" altLang="en-US" baseline="-25000"/>
              <a:t>2</a:t>
            </a:r>
            <a:r>
              <a:rPr lang="en-US" altLang="en-US"/>
              <a:t>, </a:t>
            </a:r>
            <a:r>
              <a:rPr lang="en-US" altLang="en-US" i="1"/>
              <a:t>P</a:t>
            </a:r>
            <a:r>
              <a:rPr lang="en-US" altLang="en-US" baseline="-25000"/>
              <a:t>3</a:t>
            </a:r>
            <a:r>
              <a:rPr lang="en-US" altLang="en-US"/>
              <a:t>, and </a:t>
            </a:r>
            <a:r>
              <a:rPr lang="en-US" altLang="en-US" i="1"/>
              <a:t>P</a:t>
            </a:r>
            <a:r>
              <a:rPr lang="en-US" altLang="en-US" baseline="-25000"/>
              <a:t>4</a:t>
            </a:r>
            <a:endParaRPr lang="en-US" altLang="en-US"/>
          </a:p>
        </p:txBody>
      </p:sp>
      <p:sp>
        <p:nvSpPr>
          <p:cNvPr id="48132" name="Rectangle 3">
            <a:extLst>
              <a:ext uri="{FF2B5EF4-FFF2-40B4-BE49-F238E27FC236}">
                <a16:creationId xmlns:a16="http://schemas.microsoft.com/office/drawing/2014/main" id="{34C00925-247A-C71E-DB77-7C71A8C0238C}"/>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054F94B4-843B-9470-6CC8-7AD2F40F889C}"/>
              </a:ext>
            </a:extLst>
          </p:cNvPr>
          <p:cNvSpPr>
            <a:spLocks noGrp="1" noChangeArrowheads="1"/>
          </p:cNvSpPr>
          <p:nvPr>
            <p:ph type="title" idx="4294967295"/>
          </p:nvPr>
        </p:nvSpPr>
        <p:spPr>
          <a:xfrm>
            <a:off x="952500" y="201613"/>
            <a:ext cx="7734300" cy="576262"/>
          </a:xfrm>
        </p:spPr>
        <p:txBody>
          <a:bodyPr/>
          <a:lstStyle/>
          <a:p>
            <a:pPr eaLnBrk="1" hangingPunct="1"/>
            <a:r>
              <a:rPr lang="en-US" altLang="en-US"/>
              <a:t>Detection-Algorithm Usage</a:t>
            </a:r>
          </a:p>
        </p:txBody>
      </p:sp>
      <p:sp>
        <p:nvSpPr>
          <p:cNvPr id="49155" name="Rectangle 3">
            <a:extLst>
              <a:ext uri="{FF2B5EF4-FFF2-40B4-BE49-F238E27FC236}">
                <a16:creationId xmlns:a16="http://schemas.microsoft.com/office/drawing/2014/main" id="{91B96892-DD44-E188-72A7-CFDBB2E28EC6}"/>
              </a:ext>
            </a:extLst>
          </p:cNvPr>
          <p:cNvSpPr>
            <a:spLocks noGrp="1" noChangeArrowheads="1"/>
          </p:cNvSpPr>
          <p:nvPr>
            <p:ph type="body" idx="4294967295"/>
          </p:nvPr>
        </p:nvSpPr>
        <p:spPr/>
        <p:txBody>
          <a:bodyPr/>
          <a:lstStyle/>
          <a:p>
            <a:pPr eaLnBrk="1" hangingPunct="1"/>
            <a:r>
              <a:rPr lang="en-US" altLang="en-US"/>
              <a:t>When, and how often, to invoke depends on:</a:t>
            </a:r>
          </a:p>
          <a:p>
            <a:pPr lvl="1" eaLnBrk="1" hangingPunct="1"/>
            <a:r>
              <a:rPr lang="en-US" altLang="en-US"/>
              <a:t>How often a deadlock is likely to occur?</a:t>
            </a:r>
          </a:p>
          <a:p>
            <a:pPr lvl="1" eaLnBrk="1" hangingPunct="1"/>
            <a:r>
              <a:rPr lang="en-US" altLang="en-US"/>
              <a:t>How many processes will need to be rolled back?</a:t>
            </a:r>
          </a:p>
          <a:p>
            <a:pPr lvl="2" eaLnBrk="1" hangingPunct="1"/>
            <a:r>
              <a:rPr lang="en-US" altLang="en-US"/>
              <a:t>one for each disjoint cycle</a:t>
            </a:r>
            <a:br>
              <a:rPr lang="en-US" altLang="en-US"/>
            </a:br>
            <a:endParaRPr lang="en-US" altLang="en-US"/>
          </a:p>
          <a:p>
            <a:pPr eaLnBrk="1" hangingPunct="1"/>
            <a:r>
              <a:rPr lang="en-US" altLang="en-US"/>
              <a:t>If detection algorithm is invoked arbitrarily, there may be many cycles in the resource graph and so we would not be able to tell which of the many deadlocked processes “caused” the deadlock.</a:t>
            </a:r>
          </a:p>
        </p:txBody>
      </p:sp>
      <p:sp>
        <p:nvSpPr>
          <p:cNvPr id="49156" name="Rectangle 3">
            <a:extLst>
              <a:ext uri="{FF2B5EF4-FFF2-40B4-BE49-F238E27FC236}">
                <a16:creationId xmlns:a16="http://schemas.microsoft.com/office/drawing/2014/main" id="{5F0F921A-B7C0-5786-D7E3-970B4ECCEC95}"/>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69C9E3E-2010-6934-4108-3C34BAB27513}"/>
              </a:ext>
            </a:extLst>
          </p:cNvPr>
          <p:cNvSpPr>
            <a:spLocks noGrp="1" noChangeArrowheads="1"/>
          </p:cNvSpPr>
          <p:nvPr>
            <p:ph type="title" idx="4294967295"/>
          </p:nvPr>
        </p:nvSpPr>
        <p:spPr>
          <a:xfrm>
            <a:off x="336550" y="415925"/>
            <a:ext cx="8520113" cy="457200"/>
          </a:xfrm>
        </p:spPr>
        <p:txBody>
          <a:bodyPr/>
          <a:lstStyle/>
          <a:p>
            <a:pPr eaLnBrk="1" hangingPunct="1"/>
            <a:br>
              <a:rPr lang="en-US" altLang="en-US" sz="2800"/>
            </a:br>
            <a:r>
              <a:rPr lang="en-US" altLang="en-US" sz="2800"/>
              <a:t>Recovery from Deadlock:  </a:t>
            </a:r>
            <a:br>
              <a:rPr lang="en-US" altLang="en-US" sz="2800"/>
            </a:br>
            <a:r>
              <a:rPr lang="en-US" altLang="en-US" sz="2800"/>
              <a:t>Process Termination</a:t>
            </a:r>
          </a:p>
        </p:txBody>
      </p:sp>
      <p:sp>
        <p:nvSpPr>
          <p:cNvPr id="50179" name="Rectangle 3">
            <a:extLst>
              <a:ext uri="{FF2B5EF4-FFF2-40B4-BE49-F238E27FC236}">
                <a16:creationId xmlns:a16="http://schemas.microsoft.com/office/drawing/2014/main" id="{F05C0C11-E8C2-08C2-6BA9-0BFDA7D9B59A}"/>
              </a:ext>
            </a:extLst>
          </p:cNvPr>
          <p:cNvSpPr>
            <a:spLocks noGrp="1" noChangeArrowheads="1"/>
          </p:cNvSpPr>
          <p:nvPr>
            <p:ph type="body" idx="4294967295"/>
          </p:nvPr>
        </p:nvSpPr>
        <p:spPr/>
        <p:txBody>
          <a:bodyPr/>
          <a:lstStyle/>
          <a:p>
            <a:pPr eaLnBrk="1" hangingPunct="1"/>
            <a:r>
              <a:rPr lang="en-US" altLang="en-US"/>
              <a:t>Abort all deadlocked processes</a:t>
            </a:r>
            <a:br>
              <a:rPr lang="en-US" altLang="en-US"/>
            </a:br>
            <a:endParaRPr lang="en-US" altLang="en-US" sz="800"/>
          </a:p>
          <a:p>
            <a:pPr eaLnBrk="1" hangingPunct="1"/>
            <a:r>
              <a:rPr lang="en-US" altLang="en-US"/>
              <a:t>Abort one process at a time until the deadlock cycle is eliminated</a:t>
            </a:r>
            <a:br>
              <a:rPr lang="en-US" altLang="en-US"/>
            </a:br>
            <a:endParaRPr lang="en-US" altLang="en-US" sz="800"/>
          </a:p>
          <a:p>
            <a:pPr eaLnBrk="1" hangingPunct="1"/>
            <a:r>
              <a:rPr lang="en-US" altLang="en-US"/>
              <a:t>In which order should we choose to abort?</a:t>
            </a:r>
          </a:p>
          <a:p>
            <a:pPr lvl="1" eaLnBrk="1" hangingPunct="1"/>
            <a:r>
              <a:rPr lang="en-US" altLang="en-US"/>
              <a:t>Priority of the process</a:t>
            </a:r>
          </a:p>
          <a:p>
            <a:pPr lvl="1" eaLnBrk="1" hangingPunct="1"/>
            <a:r>
              <a:rPr lang="en-US" altLang="en-US"/>
              <a:t>How long process has computed, and how much longer to completion</a:t>
            </a:r>
          </a:p>
          <a:p>
            <a:pPr lvl="1" eaLnBrk="1" hangingPunct="1"/>
            <a:r>
              <a:rPr lang="en-US" altLang="en-US"/>
              <a:t>Resources the process has used</a:t>
            </a:r>
          </a:p>
          <a:p>
            <a:pPr lvl="1" eaLnBrk="1" hangingPunct="1"/>
            <a:r>
              <a:rPr lang="en-US" altLang="en-US"/>
              <a:t>Resources process needs to complete</a:t>
            </a:r>
          </a:p>
          <a:p>
            <a:pPr lvl="1" eaLnBrk="1" hangingPunct="1"/>
            <a:r>
              <a:rPr lang="en-US" altLang="en-US"/>
              <a:t>How many processes will need to be terminated</a:t>
            </a:r>
          </a:p>
          <a:p>
            <a:pPr lvl="1" eaLnBrk="1" hangingPunct="1"/>
            <a:r>
              <a:rPr lang="en-US" altLang="en-US"/>
              <a:t>Is process interactive or batch?</a:t>
            </a:r>
          </a:p>
        </p:txBody>
      </p:sp>
      <p:sp>
        <p:nvSpPr>
          <p:cNvPr id="50180" name="Rectangle 3">
            <a:extLst>
              <a:ext uri="{FF2B5EF4-FFF2-40B4-BE49-F238E27FC236}">
                <a16:creationId xmlns:a16="http://schemas.microsoft.com/office/drawing/2014/main" id="{8DF1E489-FAC6-2DC7-40C3-8BB68B575944}"/>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A4CEA6B-F5F6-80FA-6774-59C3ADC438F5}"/>
              </a:ext>
            </a:extLst>
          </p:cNvPr>
          <p:cNvSpPr>
            <a:spLocks noGrp="1" noChangeArrowheads="1"/>
          </p:cNvSpPr>
          <p:nvPr>
            <p:ph type="title" idx="4294967295"/>
          </p:nvPr>
        </p:nvSpPr>
        <p:spPr>
          <a:xfrm>
            <a:off x="614363" y="312738"/>
            <a:ext cx="8020050" cy="550862"/>
          </a:xfrm>
        </p:spPr>
        <p:txBody>
          <a:bodyPr/>
          <a:lstStyle/>
          <a:p>
            <a:pPr eaLnBrk="1" hangingPunct="1"/>
            <a:r>
              <a:rPr lang="en-US" altLang="en-US" sz="2800"/>
              <a:t>Recovery from Deadlock: </a:t>
            </a:r>
            <a:br>
              <a:rPr lang="en-US" altLang="en-US" sz="2800"/>
            </a:br>
            <a:r>
              <a:rPr lang="en-US" altLang="en-US" sz="2800"/>
              <a:t>Resource Preemption</a:t>
            </a:r>
          </a:p>
        </p:txBody>
      </p:sp>
      <p:sp>
        <p:nvSpPr>
          <p:cNvPr id="51203" name="Rectangle 3">
            <a:extLst>
              <a:ext uri="{FF2B5EF4-FFF2-40B4-BE49-F238E27FC236}">
                <a16:creationId xmlns:a16="http://schemas.microsoft.com/office/drawing/2014/main" id="{C5C29B8F-321A-D00F-3BB2-881943DD909C}"/>
              </a:ext>
            </a:extLst>
          </p:cNvPr>
          <p:cNvSpPr>
            <a:spLocks noGrp="1" noChangeArrowheads="1"/>
          </p:cNvSpPr>
          <p:nvPr>
            <p:ph type="body" idx="4294967295"/>
          </p:nvPr>
        </p:nvSpPr>
        <p:spPr>
          <a:xfrm>
            <a:off x="827088" y="1482725"/>
            <a:ext cx="7351712" cy="4483100"/>
          </a:xfrm>
        </p:spPr>
        <p:txBody>
          <a:bodyPr/>
          <a:lstStyle/>
          <a:p>
            <a:pPr eaLnBrk="1" hangingPunct="1"/>
            <a:r>
              <a:rPr lang="en-US" altLang="en-US"/>
              <a:t>Selecting a victim – minimize cost</a:t>
            </a:r>
            <a:br>
              <a:rPr lang="en-US" altLang="en-US"/>
            </a:br>
            <a:endParaRPr lang="en-US" altLang="en-US" sz="800"/>
          </a:p>
          <a:p>
            <a:pPr eaLnBrk="1" hangingPunct="1"/>
            <a:r>
              <a:rPr lang="en-US" altLang="en-US"/>
              <a:t>Rollback – return to some safe state, restart process for that state</a:t>
            </a:r>
            <a:br>
              <a:rPr lang="en-US" altLang="en-US"/>
            </a:br>
            <a:endParaRPr lang="en-US" altLang="en-US" sz="800"/>
          </a:p>
          <a:p>
            <a:pPr eaLnBrk="1" hangingPunct="1"/>
            <a:r>
              <a:rPr lang="en-US" altLang="en-US"/>
              <a:t>Starvation –  same process may always be picked as victim, include number of rollback in cost factor</a:t>
            </a:r>
          </a:p>
        </p:txBody>
      </p:sp>
      <p:sp>
        <p:nvSpPr>
          <p:cNvPr id="51204" name="Rectangle 3">
            <a:extLst>
              <a:ext uri="{FF2B5EF4-FFF2-40B4-BE49-F238E27FC236}">
                <a16:creationId xmlns:a16="http://schemas.microsoft.com/office/drawing/2014/main" id="{9F63FD7E-8E79-78BC-7EEE-EECF86E8664E}"/>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C9C9DDB6-46AF-C2B8-2583-7DA9D0C11785}"/>
              </a:ext>
            </a:extLst>
          </p:cNvPr>
          <p:cNvSpPr>
            <a:spLocks noGrp="1" noChangeArrowheads="1"/>
          </p:cNvSpPr>
          <p:nvPr>
            <p:ph type="ctrTitle"/>
          </p:nvPr>
        </p:nvSpPr>
        <p:spPr>
          <a:xfrm>
            <a:off x="685800" y="1401763"/>
            <a:ext cx="7772400" cy="1470025"/>
          </a:xfrm>
        </p:spPr>
        <p:txBody>
          <a:bodyPr/>
          <a:lstStyle/>
          <a:p>
            <a:pPr eaLnBrk="1" hangingPunct="1"/>
            <a:r>
              <a:rPr lang="en-US" altLang="en-US"/>
              <a:t>End of Chapter 7</a:t>
            </a:r>
          </a:p>
        </p:txBody>
      </p:sp>
      <p:sp>
        <p:nvSpPr>
          <p:cNvPr id="52227" name="Rectangle 2">
            <a:extLst>
              <a:ext uri="{FF2B5EF4-FFF2-40B4-BE49-F238E27FC236}">
                <a16:creationId xmlns:a16="http://schemas.microsoft.com/office/drawing/2014/main" id="{87DAC4FC-B97B-EC75-86A7-8D6D93035D7C}"/>
              </a:ext>
            </a:extLst>
          </p:cNvPr>
          <p:cNvSpPr>
            <a:spLocks noChangeArrowheads="1"/>
          </p:cNvSpPr>
          <p:nvPr/>
        </p:nvSpPr>
        <p:spPr bwMode="auto">
          <a:xfrm>
            <a:off x="0" y="6629400"/>
            <a:ext cx="9144000" cy="228600"/>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endParaRPr lang="en-US" altLang="en-US"/>
          </a:p>
        </p:txBody>
      </p:sp>
    </p:spTree>
  </p:cSld>
  <p:clrMapOvr>
    <a:masterClrMapping/>
  </p:clrMapOvr>
</p:sld>
</file>

<file path=ppt/theme/theme1.xml><?xml version="1.0" encoding="utf-8"?>
<a:theme xmlns:a="http://schemas.openxmlformats.org/drawingml/2006/main" name="2_os-8">
  <a:themeElements>
    <a:clrScheme name="2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2_os-8">
      <a:majorFont>
        <a:latin typeface="Arial"/>
        <a:ea typeface="ＭＳ Ｐゴシック"/>
        <a:cs typeface="ＭＳ Ｐゴシック"/>
      </a:majorFont>
      <a:minorFont>
        <a:latin typeface="Helvetica"/>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ea typeface="ＭＳ Ｐゴシック" charset="-128"/>
            <a:cs typeface="ＭＳ Ｐゴシック" charset="-128"/>
          </a:defRPr>
        </a:defPPr>
      </a:lstStyle>
    </a:lnDef>
  </a:objectDefaults>
  <a:extraClrSchemeLst>
    <a:extraClrScheme>
      <a:clrScheme name="2_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2_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2_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2_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2_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2_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2_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2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2669</TotalTime>
  <Words>2889</Words>
  <Application>Microsoft Office PowerPoint</Application>
  <PresentationFormat>On-screen Show (4:3)</PresentationFormat>
  <Paragraphs>345</Paragraphs>
  <Slides>49</Slides>
  <Notes>48</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0" baseType="lpstr">
      <vt:lpstr>Verdana</vt:lpstr>
      <vt:lpstr>ＭＳ Ｐゴシック</vt:lpstr>
      <vt:lpstr>Arial</vt:lpstr>
      <vt:lpstr>Helvetica</vt:lpstr>
      <vt:lpstr>Wingdings</vt:lpstr>
      <vt:lpstr>Webdings</vt:lpstr>
      <vt:lpstr>Times New Roman</vt:lpstr>
      <vt:lpstr>Symbol</vt:lpstr>
      <vt:lpstr>Monotype Sorts</vt:lpstr>
      <vt:lpstr>2_os-8</vt:lpstr>
      <vt:lpstr>Microsoft Office Word Document</vt:lpstr>
      <vt:lpstr>Chapter 7:  Deadlocks</vt:lpstr>
      <vt:lpstr>Chapter 7:  Deadlocks</vt:lpstr>
      <vt:lpstr>Chapter Objectives</vt:lpstr>
      <vt:lpstr>The Deadlock Problem</vt:lpstr>
      <vt:lpstr>Bridge Crossing Example</vt:lpstr>
      <vt:lpstr>System Model</vt:lpstr>
      <vt:lpstr>Deadlock Characterization</vt:lpstr>
      <vt:lpstr>Resource-Allocation Graph</vt:lpstr>
      <vt:lpstr>Resource-Allocation Graph (Cont.)</vt:lpstr>
      <vt:lpstr>Example of a Resource Allocation Graph</vt:lpstr>
      <vt:lpstr>Resource Allocation Graph With A Deadlock</vt:lpstr>
      <vt:lpstr>Graph With A Cycle But No Deadlock</vt:lpstr>
      <vt:lpstr>Basic Facts</vt:lpstr>
      <vt:lpstr>Java Deadlock Example</vt:lpstr>
      <vt:lpstr>Java Deadlock Example</vt:lpstr>
      <vt:lpstr>Handling Deadlocks in Java</vt:lpstr>
      <vt:lpstr>Handling Deadlocks in Java</vt:lpstr>
      <vt:lpstr>Methods for Handling Deadlocks</vt:lpstr>
      <vt:lpstr>Deadlock Prevention</vt:lpstr>
      <vt:lpstr>Deadlock Prevention (Cont.)</vt:lpstr>
      <vt:lpstr>Deadlock Avoidance</vt:lpstr>
      <vt:lpstr>Safe State</vt:lpstr>
      <vt:lpstr>Basic Facts</vt:lpstr>
      <vt:lpstr>Safe, Unsafe ,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PowerPoint Presentation</vt:lpstr>
      <vt:lpstr>Example of Banker’s Algorithm</vt:lpstr>
      <vt:lpstr>Example (Cont.)</vt:lpstr>
      <vt:lpstr>Example:  P1 Request (1,0,2)</vt:lpstr>
      <vt:lpstr>Deadlock Detection</vt:lpstr>
      <vt:lpstr>Single Instance of Each Resource Type</vt:lpstr>
      <vt:lpstr>Resource-Allocation Graph and  Wait-for Graph</vt:lpstr>
      <vt:lpstr>Several Instances of a Resource Type</vt:lpstr>
      <vt:lpstr>Detection Algorithm</vt:lpstr>
      <vt:lpstr>Detection Algorithm (Cont.)</vt:lpstr>
      <vt:lpstr>Example of Detection Algorithm</vt:lpstr>
      <vt:lpstr>Example (Cont.)</vt:lpstr>
      <vt:lpstr>Detection-Algorithm Usage</vt:lpstr>
      <vt:lpstr> Recovery from Deadlock:   Process Termination</vt:lpstr>
      <vt:lpstr>Recovery from Deadlock:  Resource Preemption</vt:lpstr>
      <vt:lpstr>End of Chapter 7</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Marilyn Turnamian</dc:creator>
  <cp:lastModifiedBy>S Bhavani</cp:lastModifiedBy>
  <cp:revision>164</cp:revision>
  <cp:lastPrinted>2001-06-14T19:16:14Z</cp:lastPrinted>
  <dcterms:created xsi:type="dcterms:W3CDTF">2008-08-18T22:49:08Z</dcterms:created>
  <dcterms:modified xsi:type="dcterms:W3CDTF">2026-04-07T06:35:36Z</dcterms:modified>
</cp:coreProperties>
</file>
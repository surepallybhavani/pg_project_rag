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384" r:id="rId2"/>
    <p:sldId id="668" r:id="rId3"/>
    <p:sldId id="669" r:id="rId4"/>
    <p:sldId id="670" r:id="rId5"/>
    <p:sldId id="671" r:id="rId6"/>
    <p:sldId id="672" r:id="rId7"/>
    <p:sldId id="673" r:id="rId8"/>
    <p:sldId id="674" r:id="rId9"/>
    <p:sldId id="675" r:id="rId10"/>
    <p:sldId id="676" r:id="rId11"/>
    <p:sldId id="677" r:id="rId12"/>
    <p:sldId id="678" r:id="rId13"/>
    <p:sldId id="679" r:id="rId14"/>
    <p:sldId id="680" r:id="rId15"/>
    <p:sldId id="681" r:id="rId16"/>
    <p:sldId id="682" r:id="rId17"/>
    <p:sldId id="683" r:id="rId18"/>
    <p:sldId id="684" r:id="rId19"/>
    <p:sldId id="685" r:id="rId20"/>
    <p:sldId id="686" r:id="rId21"/>
    <p:sldId id="687" r:id="rId22"/>
    <p:sldId id="688" r:id="rId23"/>
    <p:sldId id="689" r:id="rId24"/>
    <p:sldId id="690" r:id="rId25"/>
    <p:sldId id="691" r:id="rId26"/>
    <p:sldId id="692" r:id="rId27"/>
    <p:sldId id="693" r:id="rId28"/>
    <p:sldId id="694" r:id="rId29"/>
    <p:sldId id="695" r:id="rId30"/>
    <p:sldId id="696" r:id="rId31"/>
    <p:sldId id="698" r:id="rId32"/>
    <p:sldId id="704" r:id="rId33"/>
    <p:sldId id="702" r:id="rId34"/>
    <p:sldId id="703" r:id="rId35"/>
    <p:sldId id="705" r:id="rId36"/>
    <p:sldId id="697" r:id="rId37"/>
    <p:sldId id="699" r:id="rId38"/>
    <p:sldId id="700" r:id="rId39"/>
  </p:sldIdLst>
  <p:sldSz cx="9144000" cy="6858000" type="screen4x3"/>
  <p:notesSz cx="6985000" cy="92821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3">
          <p15:clr>
            <a:srgbClr val="A4A3A4"/>
          </p15:clr>
        </p15:guide>
        <p15:guide id="2" pos="292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FCC00"/>
    <a:srgbClr val="3366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12" autoAdjust="0"/>
    <p:restoredTop sz="79533" autoAdjust="0"/>
  </p:normalViewPr>
  <p:slideViewPr>
    <p:cSldViewPr>
      <p:cViewPr>
        <p:scale>
          <a:sx n="46" d="100"/>
          <a:sy n="46" d="100"/>
        </p:scale>
        <p:origin x="162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9" d="100"/>
          <a:sy n="39" d="100"/>
        </p:scale>
        <p:origin x="-1222" y="-95"/>
      </p:cViewPr>
      <p:guideLst>
        <p:guide orient="horz" pos="2203"/>
        <p:guide pos="292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notesMaster" Target="notesMasters/notesMaster1.xml" /><Relationship Id="rId45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viewProps" Target="viewProps.xml" 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4.xml" /><Relationship Id="rId2" Type="http://schemas.openxmlformats.org/officeDocument/2006/relationships/slide" Target="slides/slide33.xml" /><Relationship Id="rId1" Type="http://schemas.openxmlformats.org/officeDocument/2006/relationships/slide" Target="slides/slide32.xml" 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93997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7363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64" tIns="0" rIns="19364" bIns="0" numCol="1" anchor="t" anchorCtr="0" compatLnSpc="1">
            <a:prstTxWarp prst="textNoShape">
              <a:avLst/>
            </a:prstTxWarp>
          </a:bodyPr>
          <a:lstStyle>
            <a:lvl1pPr defTabSz="930275">
              <a:defRPr sz="100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57638" y="0"/>
            <a:ext cx="3027362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64" tIns="0" rIns="19364" bIns="0" numCol="1" anchor="t" anchorCtr="0" compatLnSpc="1">
            <a:prstTxWarp prst="textNoShape">
              <a:avLst/>
            </a:prstTxWarp>
          </a:bodyPr>
          <a:lstStyle>
            <a:lvl1pPr algn="r" defTabSz="930275">
              <a:defRPr sz="100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703263"/>
            <a:ext cx="4622800" cy="3467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08488"/>
            <a:ext cx="5121275" cy="417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594" tIns="46798" rIns="93594" bIns="4679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27363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64" tIns="0" rIns="19364" bIns="0" numCol="1" anchor="b" anchorCtr="0" compatLnSpc="1">
            <a:prstTxWarp prst="textNoShape">
              <a:avLst/>
            </a:prstTxWarp>
          </a:bodyPr>
          <a:lstStyle>
            <a:lvl1pPr defTabSz="930275">
              <a:defRPr sz="100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57638" y="8818563"/>
            <a:ext cx="3027362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64" tIns="0" rIns="19364" bIns="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00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3658F5B-3343-4117-8290-03B49CFAAF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8049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38675" cy="3479800"/>
          </a:xfrm>
          <a:ln/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So, on level L branching is done on bit L of the key.</a:t>
            </a: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88BC044-2E83-4919-AE4B-16C6616B2EF8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7556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CCAEE3D-335C-40D9-92C4-00A806C04E4B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1675"/>
            <a:ext cx="4622800" cy="3467100"/>
          </a:xfrm>
          <a:solidFill>
            <a:srgbClr val="FFFFFF"/>
          </a:solidFill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470" tIns="45735" rIns="91470" bIns="45735"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Delete from nonleaf =&gt; replace with key in subtree leaf. Note can’t delete as in binary search tree as that would change levels of nodes and mess up relationship between level and branching bit.</a:t>
            </a:r>
          </a:p>
        </p:txBody>
      </p:sp>
    </p:spTree>
    <p:extLst>
      <p:ext uri="{BB962C8B-B14F-4D97-AF65-F5344CB8AC3E}">
        <p14:creationId xmlns:p14="http://schemas.microsoft.com/office/powerpoint/2010/main" val="1823082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38675" cy="3479800"/>
          </a:xfrm>
          <a:ln/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Huffman trees have same structure but for variable length keys that satisfy the prefix property (no key is a proper prefix of another)</a:t>
            </a:r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9C2A354-E291-4D9C-B69F-18EC1CC6EA73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787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BA24DED-816A-493C-A52D-3A9AF0CF230C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1675"/>
            <a:ext cx="4622800" cy="3467100"/>
          </a:xfrm>
          <a:solidFill>
            <a:srgbClr val="FFFFFF"/>
          </a:solidFill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470" tIns="45735" rIns="91470" bIns="45735"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Every branch node has &gt;=2 keys/pairs in its subtree.</a:t>
            </a:r>
          </a:p>
        </p:txBody>
      </p:sp>
    </p:spTree>
    <p:extLst>
      <p:ext uri="{BB962C8B-B14F-4D97-AF65-F5344CB8AC3E}">
        <p14:creationId xmlns:p14="http://schemas.microsoft.com/office/powerpoint/2010/main" val="7803541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B743E2F-6FD5-4305-A344-B09CA705EB10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1675"/>
            <a:ext cx="4622800" cy="3467100"/>
          </a:xfrm>
          <a:solidFill>
            <a:srgbClr val="FFFFFF"/>
          </a:solidFill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470" tIns="45735" rIns="91470" bIns="45735"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Sibling is branch node.</a:t>
            </a:r>
          </a:p>
        </p:txBody>
      </p:sp>
    </p:spTree>
    <p:extLst>
      <p:ext uri="{BB962C8B-B14F-4D97-AF65-F5344CB8AC3E}">
        <p14:creationId xmlns:p14="http://schemas.microsoft.com/office/powerpoint/2010/main" val="2141639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93DFCF0-6420-49C2-A3B0-118625AEA875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1675"/>
            <a:ext cx="4622800" cy="3467100"/>
          </a:xfrm>
          <a:solidFill>
            <a:srgbClr val="FFFFFF"/>
          </a:solidFill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470" tIns="45735" rIns="91470" bIns="45735"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Sibling is element node.</a:t>
            </a:r>
          </a:p>
        </p:txBody>
      </p:sp>
    </p:spTree>
    <p:extLst>
      <p:ext uri="{BB962C8B-B14F-4D97-AF65-F5344CB8AC3E}">
        <p14:creationId xmlns:p14="http://schemas.microsoft.com/office/powerpoint/2010/main" val="2331767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9pPr>
          </a:lstStyle>
          <a:p>
            <a:fld id="{73456D58-C03F-4198-BC84-B2EC45EA32C2}" type="slidenum">
              <a:rPr lang="en-US" altLang="en-US" sz="1000" smtClean="0">
                <a:solidFill>
                  <a:schemeClr val="tx1"/>
                </a:solidFill>
              </a:rPr>
              <a:pPr/>
              <a:t>31</a:t>
            </a:fld>
            <a:endParaRPr lang="en-US" altLang="en-US" sz="1000">
              <a:solidFill>
                <a:schemeClr val="tx1"/>
              </a:solidFill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1213" cy="3465512"/>
          </a:xfrm>
          <a:solidFill>
            <a:srgbClr val="FFFFFF"/>
          </a:solidFill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Average sublinear matching by matching right to left from string position q and last position in pattern incrementing q on each round and using bad character and good suffix heuristics (Boyer-Moore). Very significant run-time reduction in situations where S is very long and the p</a:t>
            </a:r>
            <a:r>
              <a:rPr lang="en-US" altLang="en-US" baseline="-25000">
                <a:latin typeface="Times New Roman" panose="02020603050405020304" pitchFamily="18" charset="0"/>
              </a:rPr>
              <a:t>i</a:t>
            </a:r>
            <a:r>
              <a:rPr lang="en-US" altLang="en-US">
                <a:latin typeface="Times New Roman" panose="02020603050405020304" pitchFamily="18" charset="0"/>
              </a:rPr>
              <a:t>s are very short.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In Intrusion Detection, you have a set of known patterns and S keeps changing. So, you can preprocess the patterns into say, the Aho-Corasick tree, which is another trie like structure (strictly an automaton) and do a search in O(|S|) time. Can’t process the patterns in the applications for suffix trees as patterns are not known in advance.</a:t>
            </a:r>
          </a:p>
        </p:txBody>
      </p:sp>
    </p:spTree>
    <p:extLst>
      <p:ext uri="{BB962C8B-B14F-4D97-AF65-F5344CB8AC3E}">
        <p14:creationId xmlns:p14="http://schemas.microsoft.com/office/powerpoint/2010/main" val="21088824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IN" altLang="en-US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FEBEB2B8-023B-400A-8238-4E27B98DA11D}" type="slidenum">
              <a:rPr lang="en-US" altLang="en-US" sz="1000" smtClean="0">
                <a:solidFill>
                  <a:schemeClr val="tx1"/>
                </a:solidFill>
              </a:rPr>
              <a:pPr/>
              <a:t>32</a:t>
            </a:fld>
            <a:endParaRPr lang="en-US" alt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6647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IN" altLang="en-US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06AD43E2-8C5E-4FE3-84D0-E8AA0148C024}" type="slidenum">
              <a:rPr lang="en-US" altLang="en-US" sz="1000" smtClean="0">
                <a:solidFill>
                  <a:schemeClr val="tx1"/>
                </a:solidFill>
              </a:rPr>
              <a:pPr/>
              <a:t>33</a:t>
            </a:fld>
            <a:endParaRPr lang="en-US" alt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634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Times New Roman" panose="02020603050405020304" pitchFamily="18" charset="0"/>
              </a:defRPr>
            </a:lvl9pPr>
          </a:lstStyle>
          <a:p>
            <a:fld id="{73456D58-C03F-4198-BC84-B2EC45EA32C2}" type="slidenum">
              <a:rPr lang="en-US" altLang="en-US" sz="1000" smtClean="0">
                <a:solidFill>
                  <a:schemeClr val="tx1"/>
                </a:solidFill>
              </a:rPr>
              <a:pPr/>
              <a:t>35</a:t>
            </a:fld>
            <a:endParaRPr lang="en-US" altLang="en-US" sz="1000">
              <a:solidFill>
                <a:schemeClr val="tx1"/>
              </a:solidFill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1213" cy="3465512"/>
          </a:xfrm>
          <a:solidFill>
            <a:srgbClr val="FFFFFF"/>
          </a:solidFill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Average sublinear matching by matching right to left from string position q and last position in pattern incrementing q on each round and using bad character and good suffix heuristics (Boyer-Moore). Very significant run-time reduction in situations where S is very long and the p</a:t>
            </a:r>
            <a:r>
              <a:rPr lang="en-US" altLang="en-US" baseline="-25000">
                <a:latin typeface="Times New Roman" panose="02020603050405020304" pitchFamily="18" charset="0"/>
              </a:rPr>
              <a:t>i</a:t>
            </a:r>
            <a:r>
              <a:rPr lang="en-US" altLang="en-US">
                <a:latin typeface="Times New Roman" panose="02020603050405020304" pitchFamily="18" charset="0"/>
              </a:rPr>
              <a:t>s are very short.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In Intrusion Detection, you have a set of known patterns and S keeps changing. So, you can preprocess the patterns into say, the Aho-Corasick tree, which is another trie like structure (strictly an automaton) and do a search in O(|S|) time. Can’t process the patterns in the applications for suffix trees as patterns are not known in advance.</a:t>
            </a:r>
          </a:p>
        </p:txBody>
      </p:sp>
    </p:spTree>
    <p:extLst>
      <p:ext uri="{BB962C8B-B14F-4D97-AF65-F5344CB8AC3E}">
        <p14:creationId xmlns:p14="http://schemas.microsoft.com/office/powerpoint/2010/main" val="3449377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DCD14E6-B974-462D-BC3C-056A02F207F0}" type="slidenum">
              <a:rPr lang="en-US" altLang="en-US" smtClean="0"/>
              <a:pPr/>
              <a:t>36</a:t>
            </a:fld>
            <a:endParaRPr lang="en-US" alt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55309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4757B9-5E17-4DF7-9737-9C9E1F43AFA0}" type="slidenum">
              <a:rPr lang="en-US" altLang="en-US" smtClean="0"/>
              <a:pPr/>
              <a:t>37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7813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284306-F017-4321-8791-DE77CB29DF06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7154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Pattern Matching</a:t>
            </a: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5F72C7-026F-4187-BB5E-46ACCB8054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1698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Pattern Matching</a:t>
            </a: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B7097-287C-4E35-8783-0A22626769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2543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Pattern Matching</a:t>
            </a: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398357-23B2-4924-9495-25F02B6530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0791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Pattern Matching</a:t>
            </a: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F18595-8D3A-4C25-B4E4-3A1ED7AD16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5338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Pattern Matching</a:t>
            </a: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611148-2841-44F1-857A-7F5A683BBD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388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Pattern Matching</a:t>
            </a: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D36D6E-8561-4717-A1FB-9BEB70BA8AD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7770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Pattern Matching</a:t>
            </a: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124D79-F077-4A94-925F-20EDB7B2D6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2370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Pattern Matching</a:t>
            </a: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4A13F4-BC24-4BB7-A59F-AEE8452F60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7939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Pattern Matching</a:t>
            </a: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5AC686-78E9-40E9-B105-070B224827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38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Pattern Matching</a:t>
            </a: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E1FF9A-6160-4653-A4A2-602122FDD6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1806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altLang="en-US"/>
              <a:t>Pattern Matching</a:t>
            </a: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277C67-808F-4056-A0DF-22D7ABBB6F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9658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1/31/03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IN" altLang="en-US"/>
              <a:t>Pattern Matching</a:t>
            </a: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2C95A3D-699E-409D-B20D-1468DFF0EB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 /><Relationship Id="rId2" Type="http://schemas.openxmlformats.org/officeDocument/2006/relationships/slideLayout" Target="../slideLayouts/slideLayout4.xml" /><Relationship Id="rId1" Type="http://schemas.openxmlformats.org/officeDocument/2006/relationships/vmlDrawing" Target="../drawings/vmlDrawing1.vml" /><Relationship Id="rId4" Type="http://schemas.openxmlformats.org/officeDocument/2006/relationships/image" Target="../media/image2.emf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836613"/>
            <a:ext cx="8640959" cy="533400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altLang="en-US" dirty="0"/>
            </a:br>
            <a:r>
              <a:rPr lang="en-US" altLang="en-US" dirty="0"/>
              <a:t>Digital trees, </a:t>
            </a:r>
            <a:r>
              <a:rPr lang="en-US" altLang="en-US" sz="4900" dirty="0">
                <a:solidFill>
                  <a:schemeClr val="bg1">
                    <a:lumMod val="75000"/>
                  </a:schemeClr>
                </a:solidFill>
                <a:cs typeface="Times New Roman" panose="02020603050405020304" pitchFamily="18" charset="0"/>
              </a:rPr>
              <a:t>TRIEs &amp; Suffix Trees</a:t>
            </a:r>
            <a:r>
              <a:rPr lang="en-US" altLang="en-US" sz="3600" dirty="0">
                <a:solidFill>
                  <a:srgbClr val="C00000"/>
                </a:solidFill>
                <a:cs typeface="Times New Roman" panose="02020603050405020304" pitchFamily="18" charset="0"/>
              </a:rPr>
              <a:t> </a:t>
            </a:r>
            <a:endParaRPr lang="en-IN" sz="360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685800" y="4876800"/>
            <a:ext cx="7772400" cy="1219200"/>
          </a:xfrm>
        </p:spPr>
        <p:txBody>
          <a:bodyPr/>
          <a:lstStyle/>
          <a:p>
            <a:pPr marL="0" indent="0" algn="ctr">
              <a:buFontTx/>
              <a:buNone/>
            </a:pPr>
            <a:endParaRPr lang="en-IN" altLang="en-US" sz="28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Digital Search Tree</a:t>
            </a:r>
          </a:p>
        </p:txBody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724400"/>
          </a:xfrm>
        </p:spPr>
        <p:txBody>
          <a:bodyPr/>
          <a:lstStyle/>
          <a:p>
            <a:pPr eaLnBrk="1" hangingPunct="1"/>
            <a:r>
              <a:rPr lang="en-US" altLang="en-US"/>
              <a:t>Assume fixed number of bits.</a:t>
            </a:r>
          </a:p>
          <a:p>
            <a:pPr eaLnBrk="1" hangingPunct="1"/>
            <a:r>
              <a:rPr lang="en-US" altLang="en-US"/>
              <a:t>Not empty </a:t>
            </a:r>
            <a:r>
              <a:rPr lang="en-US" altLang="en-US">
                <a:solidFill>
                  <a:schemeClr val="bg1"/>
                </a:solidFill>
              </a:rPr>
              <a:t>=&gt;</a:t>
            </a:r>
          </a:p>
          <a:p>
            <a:pPr lvl="1" eaLnBrk="1" hangingPunct="1"/>
            <a:r>
              <a:rPr lang="en-US" altLang="en-US"/>
              <a:t>Root contains one dictionary pair (any pair).</a:t>
            </a:r>
          </a:p>
          <a:p>
            <a:pPr lvl="1" eaLnBrk="1" hangingPunct="1"/>
            <a:r>
              <a:rPr lang="en-US" altLang="en-US"/>
              <a:t>All remaining pairs whose key begins with a </a:t>
            </a:r>
            <a:r>
              <a:rPr lang="en-US" altLang="en-US">
                <a:solidFill>
                  <a:srgbClr val="FF3300"/>
                </a:solidFill>
              </a:rPr>
              <a:t>0</a:t>
            </a:r>
            <a:r>
              <a:rPr lang="en-US" altLang="en-US"/>
              <a:t> are in the left subtree.</a:t>
            </a:r>
          </a:p>
          <a:p>
            <a:pPr lvl="1" eaLnBrk="1" hangingPunct="1"/>
            <a:r>
              <a:rPr lang="en-US" altLang="en-US"/>
              <a:t>All remaining pairs whose key begins with a </a:t>
            </a:r>
            <a:r>
              <a:rPr lang="en-US" altLang="en-US">
                <a:solidFill>
                  <a:srgbClr val="FF3300"/>
                </a:solidFill>
              </a:rPr>
              <a:t>1</a:t>
            </a:r>
            <a:r>
              <a:rPr lang="en-US" altLang="en-US"/>
              <a:t> are in the right subtree.</a:t>
            </a:r>
          </a:p>
          <a:p>
            <a:pPr lvl="1" eaLnBrk="1" hangingPunct="1"/>
            <a:r>
              <a:rPr lang="en-US" altLang="en-US"/>
              <a:t>Left and right subtrees are digital search trees on remaining bits.</a:t>
            </a:r>
          </a:p>
          <a:p>
            <a:pPr lvl="1"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3705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9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9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9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9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9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9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9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9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9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9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9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9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1" grpId="0" build="p" bldLvl="2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310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Start with an empty digital search tree and insert a pair whose key is </a:t>
            </a:r>
            <a:r>
              <a:rPr lang="en-US" altLang="en-US">
                <a:solidFill>
                  <a:srgbClr val="FF3300"/>
                </a:solidFill>
              </a:rPr>
              <a:t>0110</a:t>
            </a:r>
            <a:r>
              <a:rPr lang="en-US" altLang="en-US"/>
              <a:t>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581400" y="2514600"/>
            <a:ext cx="1600200" cy="685800"/>
            <a:chOff x="1680" y="2064"/>
            <a:chExt cx="1008" cy="432"/>
          </a:xfrm>
        </p:grpSpPr>
        <p:sp>
          <p:nvSpPr>
            <p:cNvPr id="8206" name="Oval 5"/>
            <p:cNvSpPr>
              <a:spLocks noChangeArrowheads="1"/>
            </p:cNvSpPr>
            <p:nvPr/>
          </p:nvSpPr>
          <p:spPr bwMode="auto">
            <a:xfrm>
              <a:off x="1680" y="2064"/>
              <a:ext cx="1008" cy="43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8207" name="Text Box 6"/>
            <p:cNvSpPr txBox="1">
              <a:spLocks noChangeArrowheads="1"/>
            </p:cNvSpPr>
            <p:nvPr/>
          </p:nvSpPr>
          <p:spPr bwMode="auto">
            <a:xfrm>
              <a:off x="1920" y="2112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0110</a:t>
              </a:r>
            </a:p>
          </p:txBody>
        </p:sp>
      </p:grpSp>
      <p:sp>
        <p:nvSpPr>
          <p:cNvPr id="310279" name="Rectangle 7"/>
          <p:cNvSpPr>
            <a:spLocks noChangeArrowheads="1"/>
          </p:cNvSpPr>
          <p:nvPr/>
        </p:nvSpPr>
        <p:spPr bwMode="auto">
          <a:xfrm>
            <a:off x="685800" y="34290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2"/>
              </a:buClr>
            </a:pPr>
            <a:r>
              <a:rPr lang="en-US" altLang="en-US"/>
              <a:t>Now, insert a pair whose key is </a:t>
            </a:r>
            <a:r>
              <a:rPr lang="en-US" altLang="en-US">
                <a:solidFill>
                  <a:srgbClr val="FF3300"/>
                </a:solidFill>
              </a:rPr>
              <a:t>0010</a:t>
            </a:r>
            <a:r>
              <a:rPr lang="en-US" altLang="en-US"/>
              <a:t>.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514600" y="4191000"/>
            <a:ext cx="2667000" cy="1905000"/>
            <a:chOff x="1584" y="2976"/>
            <a:chExt cx="1680" cy="1200"/>
          </a:xfrm>
        </p:grpSpPr>
        <p:grpSp>
          <p:nvGrpSpPr>
            <p:cNvPr id="8199" name="Group 9"/>
            <p:cNvGrpSpPr>
              <a:grpSpLocks/>
            </p:cNvGrpSpPr>
            <p:nvPr/>
          </p:nvGrpSpPr>
          <p:grpSpPr bwMode="auto">
            <a:xfrm>
              <a:off x="2256" y="2976"/>
              <a:ext cx="1008" cy="432"/>
              <a:chOff x="1680" y="2064"/>
              <a:chExt cx="1008" cy="432"/>
            </a:xfrm>
          </p:grpSpPr>
          <p:sp>
            <p:nvSpPr>
              <p:cNvPr id="8204" name="Oval 10"/>
              <p:cNvSpPr>
                <a:spLocks noChangeArrowheads="1"/>
              </p:cNvSpPr>
              <p:nvPr/>
            </p:nvSpPr>
            <p:spPr bwMode="auto">
              <a:xfrm>
                <a:off x="1680" y="2064"/>
                <a:ext cx="1008" cy="432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8205" name="Text Box 11"/>
              <p:cNvSpPr txBox="1">
                <a:spLocks noChangeArrowheads="1"/>
              </p:cNvSpPr>
              <p:nvPr/>
            </p:nvSpPr>
            <p:spPr bwMode="auto">
              <a:xfrm>
                <a:off x="1920" y="2112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0110</a:t>
                </a:r>
              </a:p>
            </p:txBody>
          </p:sp>
        </p:grpSp>
        <p:grpSp>
          <p:nvGrpSpPr>
            <p:cNvPr id="8200" name="Group 12"/>
            <p:cNvGrpSpPr>
              <a:grpSpLocks/>
            </p:cNvGrpSpPr>
            <p:nvPr/>
          </p:nvGrpSpPr>
          <p:grpSpPr bwMode="auto">
            <a:xfrm>
              <a:off x="1584" y="3744"/>
              <a:ext cx="1008" cy="432"/>
              <a:chOff x="1680" y="2064"/>
              <a:chExt cx="1008" cy="432"/>
            </a:xfrm>
          </p:grpSpPr>
          <p:sp>
            <p:nvSpPr>
              <p:cNvPr id="8202" name="Oval 13"/>
              <p:cNvSpPr>
                <a:spLocks noChangeArrowheads="1"/>
              </p:cNvSpPr>
              <p:nvPr/>
            </p:nvSpPr>
            <p:spPr bwMode="auto">
              <a:xfrm>
                <a:off x="1680" y="2064"/>
                <a:ext cx="1008" cy="432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8203" name="Text Box 14"/>
              <p:cNvSpPr txBox="1">
                <a:spLocks noChangeArrowheads="1"/>
              </p:cNvSpPr>
              <p:nvPr/>
            </p:nvSpPr>
            <p:spPr bwMode="auto">
              <a:xfrm>
                <a:off x="1920" y="2112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0010</a:t>
                </a:r>
              </a:p>
            </p:txBody>
          </p:sp>
        </p:grpSp>
        <p:sp>
          <p:nvSpPr>
            <p:cNvPr id="8201" name="Line 15"/>
            <p:cNvSpPr>
              <a:spLocks noChangeShapeType="1"/>
            </p:cNvSpPr>
            <p:nvPr/>
          </p:nvSpPr>
          <p:spPr bwMode="auto">
            <a:xfrm flipH="1">
              <a:off x="2208" y="3360"/>
              <a:ext cx="288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000019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0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0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0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0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75" grpId="0" build="p" autoUpdateAnimBg="0"/>
      <p:bldP spid="31027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609600" y="18288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2"/>
              </a:buClr>
            </a:pPr>
            <a:r>
              <a:rPr lang="en-US" altLang="en-US"/>
              <a:t>Now, insert a pair whose key is </a:t>
            </a:r>
            <a:r>
              <a:rPr lang="en-US" altLang="en-US">
                <a:solidFill>
                  <a:srgbClr val="FF3300"/>
                </a:solidFill>
              </a:rPr>
              <a:t>1001</a:t>
            </a:r>
            <a:r>
              <a:rPr lang="en-US" altLang="en-US"/>
              <a:t>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81000" y="2895600"/>
            <a:ext cx="2667000" cy="1905000"/>
            <a:chOff x="1584" y="2976"/>
            <a:chExt cx="1680" cy="1200"/>
          </a:xfrm>
        </p:grpSpPr>
        <p:grpSp>
          <p:nvGrpSpPr>
            <p:cNvPr id="9235" name="Group 5"/>
            <p:cNvGrpSpPr>
              <a:grpSpLocks/>
            </p:cNvGrpSpPr>
            <p:nvPr/>
          </p:nvGrpSpPr>
          <p:grpSpPr bwMode="auto">
            <a:xfrm>
              <a:off x="2256" y="2976"/>
              <a:ext cx="1008" cy="432"/>
              <a:chOff x="1680" y="2064"/>
              <a:chExt cx="1008" cy="432"/>
            </a:xfrm>
          </p:grpSpPr>
          <p:sp>
            <p:nvSpPr>
              <p:cNvPr id="9240" name="Oval 6"/>
              <p:cNvSpPr>
                <a:spLocks noChangeArrowheads="1"/>
              </p:cNvSpPr>
              <p:nvPr/>
            </p:nvSpPr>
            <p:spPr bwMode="auto">
              <a:xfrm>
                <a:off x="1680" y="2064"/>
                <a:ext cx="1008" cy="432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9241" name="Text Box 7"/>
              <p:cNvSpPr txBox="1">
                <a:spLocks noChangeArrowheads="1"/>
              </p:cNvSpPr>
              <p:nvPr/>
            </p:nvSpPr>
            <p:spPr bwMode="auto">
              <a:xfrm>
                <a:off x="1920" y="2112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0110</a:t>
                </a:r>
              </a:p>
            </p:txBody>
          </p:sp>
        </p:grpSp>
        <p:grpSp>
          <p:nvGrpSpPr>
            <p:cNvPr id="9236" name="Group 8"/>
            <p:cNvGrpSpPr>
              <a:grpSpLocks/>
            </p:cNvGrpSpPr>
            <p:nvPr/>
          </p:nvGrpSpPr>
          <p:grpSpPr bwMode="auto">
            <a:xfrm>
              <a:off x="1584" y="3744"/>
              <a:ext cx="1008" cy="432"/>
              <a:chOff x="1680" y="2064"/>
              <a:chExt cx="1008" cy="432"/>
            </a:xfrm>
          </p:grpSpPr>
          <p:sp>
            <p:nvSpPr>
              <p:cNvPr id="9238" name="Oval 9"/>
              <p:cNvSpPr>
                <a:spLocks noChangeArrowheads="1"/>
              </p:cNvSpPr>
              <p:nvPr/>
            </p:nvSpPr>
            <p:spPr bwMode="auto">
              <a:xfrm>
                <a:off x="1680" y="2064"/>
                <a:ext cx="1008" cy="432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9239" name="Text Box 10"/>
              <p:cNvSpPr txBox="1">
                <a:spLocks noChangeArrowheads="1"/>
              </p:cNvSpPr>
              <p:nvPr/>
            </p:nvSpPr>
            <p:spPr bwMode="auto">
              <a:xfrm>
                <a:off x="1920" y="2112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0010</a:t>
                </a:r>
              </a:p>
            </p:txBody>
          </p:sp>
        </p:grpSp>
        <p:sp>
          <p:nvSpPr>
            <p:cNvPr id="9237" name="Line 11"/>
            <p:cNvSpPr>
              <a:spLocks noChangeShapeType="1"/>
            </p:cNvSpPr>
            <p:nvPr/>
          </p:nvSpPr>
          <p:spPr bwMode="auto">
            <a:xfrm flipH="1">
              <a:off x="2208" y="3360"/>
              <a:ext cx="288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11308" name="Line 12"/>
          <p:cNvSpPr>
            <a:spLocks noChangeShapeType="1"/>
          </p:cNvSpPr>
          <p:nvPr/>
        </p:nvSpPr>
        <p:spPr bwMode="auto">
          <a:xfrm>
            <a:off x="3505200" y="3962400"/>
            <a:ext cx="914400" cy="0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4724400" y="3048000"/>
            <a:ext cx="3962400" cy="1981200"/>
            <a:chOff x="2688" y="1680"/>
            <a:chExt cx="2496" cy="1248"/>
          </a:xfrm>
        </p:grpSpPr>
        <p:grpSp>
          <p:nvGrpSpPr>
            <p:cNvPr id="9223" name="Group 14"/>
            <p:cNvGrpSpPr>
              <a:grpSpLocks/>
            </p:cNvGrpSpPr>
            <p:nvPr/>
          </p:nvGrpSpPr>
          <p:grpSpPr bwMode="auto">
            <a:xfrm>
              <a:off x="4176" y="2496"/>
              <a:ext cx="1008" cy="432"/>
              <a:chOff x="1680" y="2064"/>
              <a:chExt cx="1008" cy="432"/>
            </a:xfrm>
          </p:grpSpPr>
          <p:sp>
            <p:nvSpPr>
              <p:cNvPr id="9233" name="Oval 15"/>
              <p:cNvSpPr>
                <a:spLocks noChangeArrowheads="1"/>
              </p:cNvSpPr>
              <p:nvPr/>
            </p:nvSpPr>
            <p:spPr bwMode="auto">
              <a:xfrm>
                <a:off x="1680" y="2064"/>
                <a:ext cx="1008" cy="432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9234" name="Text Box 16"/>
              <p:cNvSpPr txBox="1">
                <a:spLocks noChangeArrowheads="1"/>
              </p:cNvSpPr>
              <p:nvPr/>
            </p:nvSpPr>
            <p:spPr bwMode="auto">
              <a:xfrm>
                <a:off x="1920" y="2112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1001</a:t>
                </a:r>
              </a:p>
            </p:txBody>
          </p:sp>
        </p:grpSp>
        <p:grpSp>
          <p:nvGrpSpPr>
            <p:cNvPr id="9224" name="Group 17"/>
            <p:cNvGrpSpPr>
              <a:grpSpLocks/>
            </p:cNvGrpSpPr>
            <p:nvPr/>
          </p:nvGrpSpPr>
          <p:grpSpPr bwMode="auto">
            <a:xfrm>
              <a:off x="2688" y="1680"/>
              <a:ext cx="1680" cy="1200"/>
              <a:chOff x="1584" y="2976"/>
              <a:chExt cx="1680" cy="1200"/>
            </a:xfrm>
          </p:grpSpPr>
          <p:grpSp>
            <p:nvGrpSpPr>
              <p:cNvPr id="9226" name="Group 18"/>
              <p:cNvGrpSpPr>
                <a:grpSpLocks/>
              </p:cNvGrpSpPr>
              <p:nvPr/>
            </p:nvGrpSpPr>
            <p:grpSpPr bwMode="auto">
              <a:xfrm>
                <a:off x="2256" y="2976"/>
                <a:ext cx="1008" cy="432"/>
                <a:chOff x="1680" y="2064"/>
                <a:chExt cx="1008" cy="432"/>
              </a:xfrm>
            </p:grpSpPr>
            <p:sp>
              <p:nvSpPr>
                <p:cNvPr id="9231" name="Oval 19"/>
                <p:cNvSpPr>
                  <a:spLocks noChangeArrowheads="1"/>
                </p:cNvSpPr>
                <p:nvPr/>
              </p:nvSpPr>
              <p:spPr bwMode="auto">
                <a:xfrm>
                  <a:off x="1680" y="2064"/>
                  <a:ext cx="1008" cy="432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9232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1920" y="2112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rgbClr val="FF3300"/>
                      </a:solidFill>
                    </a:rPr>
                    <a:t>0110</a:t>
                  </a:r>
                </a:p>
              </p:txBody>
            </p:sp>
          </p:grpSp>
          <p:grpSp>
            <p:nvGrpSpPr>
              <p:cNvPr id="9227" name="Group 21"/>
              <p:cNvGrpSpPr>
                <a:grpSpLocks/>
              </p:cNvGrpSpPr>
              <p:nvPr/>
            </p:nvGrpSpPr>
            <p:grpSpPr bwMode="auto">
              <a:xfrm>
                <a:off x="1584" y="3744"/>
                <a:ext cx="1008" cy="432"/>
                <a:chOff x="1680" y="2064"/>
                <a:chExt cx="1008" cy="432"/>
              </a:xfrm>
            </p:grpSpPr>
            <p:sp>
              <p:nvSpPr>
                <p:cNvPr id="9229" name="Oval 22"/>
                <p:cNvSpPr>
                  <a:spLocks noChangeArrowheads="1"/>
                </p:cNvSpPr>
                <p:nvPr/>
              </p:nvSpPr>
              <p:spPr bwMode="auto">
                <a:xfrm>
                  <a:off x="1680" y="2064"/>
                  <a:ext cx="1008" cy="432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9230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1920" y="2112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rgbClr val="FF3300"/>
                      </a:solidFill>
                    </a:rPr>
                    <a:t>0010</a:t>
                  </a:r>
                </a:p>
              </p:txBody>
            </p:sp>
          </p:grpSp>
          <p:sp>
            <p:nvSpPr>
              <p:cNvPr id="9228" name="Line 24"/>
              <p:cNvSpPr>
                <a:spLocks noChangeShapeType="1"/>
              </p:cNvSpPr>
              <p:nvPr/>
            </p:nvSpPr>
            <p:spPr bwMode="auto">
              <a:xfrm flipH="1">
                <a:off x="2208" y="3360"/>
                <a:ext cx="288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9225" name="Line 25"/>
            <p:cNvSpPr>
              <a:spLocks noChangeShapeType="1"/>
            </p:cNvSpPr>
            <p:nvPr/>
          </p:nvSpPr>
          <p:spPr bwMode="auto">
            <a:xfrm>
              <a:off x="4176" y="2064"/>
              <a:ext cx="336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733028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0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609600" y="18288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2"/>
              </a:buClr>
            </a:pPr>
            <a:r>
              <a:rPr lang="en-US" altLang="en-US"/>
              <a:t>Now, insert a pair whose key is </a:t>
            </a:r>
            <a:r>
              <a:rPr lang="en-US" altLang="en-US">
                <a:solidFill>
                  <a:srgbClr val="FF3300"/>
                </a:solidFill>
              </a:rPr>
              <a:t>1011</a:t>
            </a:r>
            <a:r>
              <a:rPr lang="en-US" altLang="en-US"/>
              <a:t>.</a:t>
            </a:r>
          </a:p>
        </p:txBody>
      </p:sp>
      <p:sp>
        <p:nvSpPr>
          <p:cNvPr id="312324" name="Line 4"/>
          <p:cNvSpPr>
            <a:spLocks noChangeShapeType="1"/>
          </p:cNvSpPr>
          <p:nvPr/>
        </p:nvSpPr>
        <p:spPr bwMode="auto">
          <a:xfrm>
            <a:off x="4114800" y="3733800"/>
            <a:ext cx="914400" cy="0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76200" y="2743200"/>
            <a:ext cx="3962400" cy="1981200"/>
            <a:chOff x="2688" y="1680"/>
            <a:chExt cx="2496" cy="1248"/>
          </a:xfrm>
        </p:grpSpPr>
        <p:grpSp>
          <p:nvGrpSpPr>
            <p:cNvPr id="10262" name="Group 6"/>
            <p:cNvGrpSpPr>
              <a:grpSpLocks/>
            </p:cNvGrpSpPr>
            <p:nvPr/>
          </p:nvGrpSpPr>
          <p:grpSpPr bwMode="auto">
            <a:xfrm>
              <a:off x="4176" y="2496"/>
              <a:ext cx="1008" cy="432"/>
              <a:chOff x="1680" y="2064"/>
              <a:chExt cx="1008" cy="432"/>
            </a:xfrm>
          </p:grpSpPr>
          <p:sp>
            <p:nvSpPr>
              <p:cNvPr id="10272" name="Oval 7"/>
              <p:cNvSpPr>
                <a:spLocks noChangeArrowheads="1"/>
              </p:cNvSpPr>
              <p:nvPr/>
            </p:nvSpPr>
            <p:spPr bwMode="auto">
              <a:xfrm>
                <a:off x="1680" y="2064"/>
                <a:ext cx="1008" cy="432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0273" name="Text Box 8"/>
              <p:cNvSpPr txBox="1">
                <a:spLocks noChangeArrowheads="1"/>
              </p:cNvSpPr>
              <p:nvPr/>
            </p:nvSpPr>
            <p:spPr bwMode="auto">
              <a:xfrm>
                <a:off x="1920" y="2112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1001</a:t>
                </a:r>
              </a:p>
            </p:txBody>
          </p:sp>
        </p:grpSp>
        <p:grpSp>
          <p:nvGrpSpPr>
            <p:cNvPr id="10263" name="Group 9"/>
            <p:cNvGrpSpPr>
              <a:grpSpLocks/>
            </p:cNvGrpSpPr>
            <p:nvPr/>
          </p:nvGrpSpPr>
          <p:grpSpPr bwMode="auto">
            <a:xfrm>
              <a:off x="2688" y="1680"/>
              <a:ext cx="1680" cy="1200"/>
              <a:chOff x="1584" y="2976"/>
              <a:chExt cx="1680" cy="1200"/>
            </a:xfrm>
          </p:grpSpPr>
          <p:grpSp>
            <p:nvGrpSpPr>
              <p:cNvPr id="10265" name="Group 10"/>
              <p:cNvGrpSpPr>
                <a:grpSpLocks/>
              </p:cNvGrpSpPr>
              <p:nvPr/>
            </p:nvGrpSpPr>
            <p:grpSpPr bwMode="auto">
              <a:xfrm>
                <a:off x="2256" y="2976"/>
                <a:ext cx="1008" cy="432"/>
                <a:chOff x="1680" y="2064"/>
                <a:chExt cx="1008" cy="432"/>
              </a:xfrm>
            </p:grpSpPr>
            <p:sp>
              <p:nvSpPr>
                <p:cNvPr id="10270" name="Oval 11"/>
                <p:cNvSpPr>
                  <a:spLocks noChangeArrowheads="1"/>
                </p:cNvSpPr>
                <p:nvPr/>
              </p:nvSpPr>
              <p:spPr bwMode="auto">
                <a:xfrm>
                  <a:off x="1680" y="2064"/>
                  <a:ext cx="1008" cy="432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10271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1920" y="2112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rgbClr val="FF3300"/>
                      </a:solidFill>
                    </a:rPr>
                    <a:t>0110</a:t>
                  </a:r>
                </a:p>
              </p:txBody>
            </p:sp>
          </p:grpSp>
          <p:grpSp>
            <p:nvGrpSpPr>
              <p:cNvPr id="10266" name="Group 13"/>
              <p:cNvGrpSpPr>
                <a:grpSpLocks/>
              </p:cNvGrpSpPr>
              <p:nvPr/>
            </p:nvGrpSpPr>
            <p:grpSpPr bwMode="auto">
              <a:xfrm>
                <a:off x="1584" y="3744"/>
                <a:ext cx="1008" cy="432"/>
                <a:chOff x="1680" y="2064"/>
                <a:chExt cx="1008" cy="432"/>
              </a:xfrm>
            </p:grpSpPr>
            <p:sp>
              <p:nvSpPr>
                <p:cNvPr id="10268" name="Oval 14"/>
                <p:cNvSpPr>
                  <a:spLocks noChangeArrowheads="1"/>
                </p:cNvSpPr>
                <p:nvPr/>
              </p:nvSpPr>
              <p:spPr bwMode="auto">
                <a:xfrm>
                  <a:off x="1680" y="2064"/>
                  <a:ext cx="1008" cy="432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10269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1920" y="2112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rgbClr val="FF3300"/>
                      </a:solidFill>
                    </a:rPr>
                    <a:t>0010</a:t>
                  </a:r>
                </a:p>
              </p:txBody>
            </p:sp>
          </p:grpSp>
          <p:sp>
            <p:nvSpPr>
              <p:cNvPr id="10267" name="Line 16"/>
              <p:cNvSpPr>
                <a:spLocks noChangeShapeType="1"/>
              </p:cNvSpPr>
              <p:nvPr/>
            </p:nvSpPr>
            <p:spPr bwMode="auto">
              <a:xfrm flipH="1">
                <a:off x="2208" y="3360"/>
                <a:ext cx="288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0264" name="Line 17"/>
            <p:cNvSpPr>
              <a:spLocks noChangeShapeType="1"/>
            </p:cNvSpPr>
            <p:nvPr/>
          </p:nvSpPr>
          <p:spPr bwMode="auto">
            <a:xfrm>
              <a:off x="4176" y="2064"/>
              <a:ext cx="336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18"/>
          <p:cNvGrpSpPr>
            <a:grpSpLocks/>
          </p:cNvGrpSpPr>
          <p:nvPr/>
        </p:nvGrpSpPr>
        <p:grpSpPr bwMode="auto">
          <a:xfrm>
            <a:off x="4876800" y="2667000"/>
            <a:ext cx="3962400" cy="3200400"/>
            <a:chOff x="3024" y="1728"/>
            <a:chExt cx="2496" cy="2016"/>
          </a:xfrm>
        </p:grpSpPr>
        <p:grpSp>
          <p:nvGrpSpPr>
            <p:cNvPr id="10247" name="Group 19"/>
            <p:cNvGrpSpPr>
              <a:grpSpLocks/>
            </p:cNvGrpSpPr>
            <p:nvPr/>
          </p:nvGrpSpPr>
          <p:grpSpPr bwMode="auto">
            <a:xfrm>
              <a:off x="4512" y="2544"/>
              <a:ext cx="1008" cy="432"/>
              <a:chOff x="1680" y="2064"/>
              <a:chExt cx="1008" cy="432"/>
            </a:xfrm>
          </p:grpSpPr>
          <p:sp>
            <p:nvSpPr>
              <p:cNvPr id="10260" name="Oval 20"/>
              <p:cNvSpPr>
                <a:spLocks noChangeArrowheads="1"/>
              </p:cNvSpPr>
              <p:nvPr/>
            </p:nvSpPr>
            <p:spPr bwMode="auto">
              <a:xfrm>
                <a:off x="1680" y="2064"/>
                <a:ext cx="1008" cy="432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0261" name="Text Box 21"/>
              <p:cNvSpPr txBox="1">
                <a:spLocks noChangeArrowheads="1"/>
              </p:cNvSpPr>
              <p:nvPr/>
            </p:nvSpPr>
            <p:spPr bwMode="auto">
              <a:xfrm>
                <a:off x="1920" y="2112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1001</a:t>
                </a:r>
              </a:p>
            </p:txBody>
          </p:sp>
        </p:grpSp>
        <p:grpSp>
          <p:nvGrpSpPr>
            <p:cNvPr id="10248" name="Group 22"/>
            <p:cNvGrpSpPr>
              <a:grpSpLocks/>
            </p:cNvGrpSpPr>
            <p:nvPr/>
          </p:nvGrpSpPr>
          <p:grpSpPr bwMode="auto">
            <a:xfrm>
              <a:off x="3696" y="1728"/>
              <a:ext cx="1008" cy="432"/>
              <a:chOff x="1680" y="2064"/>
              <a:chExt cx="1008" cy="432"/>
            </a:xfrm>
          </p:grpSpPr>
          <p:sp>
            <p:nvSpPr>
              <p:cNvPr id="10258" name="Oval 23"/>
              <p:cNvSpPr>
                <a:spLocks noChangeArrowheads="1"/>
              </p:cNvSpPr>
              <p:nvPr/>
            </p:nvSpPr>
            <p:spPr bwMode="auto">
              <a:xfrm>
                <a:off x="1680" y="2064"/>
                <a:ext cx="1008" cy="432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0259" name="Text Box 24"/>
              <p:cNvSpPr txBox="1">
                <a:spLocks noChangeArrowheads="1"/>
              </p:cNvSpPr>
              <p:nvPr/>
            </p:nvSpPr>
            <p:spPr bwMode="auto">
              <a:xfrm>
                <a:off x="1920" y="2112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0110</a:t>
                </a:r>
              </a:p>
            </p:txBody>
          </p:sp>
        </p:grpSp>
        <p:grpSp>
          <p:nvGrpSpPr>
            <p:cNvPr id="10249" name="Group 25"/>
            <p:cNvGrpSpPr>
              <a:grpSpLocks/>
            </p:cNvGrpSpPr>
            <p:nvPr/>
          </p:nvGrpSpPr>
          <p:grpSpPr bwMode="auto">
            <a:xfrm>
              <a:off x="3024" y="2496"/>
              <a:ext cx="1008" cy="432"/>
              <a:chOff x="1680" y="2064"/>
              <a:chExt cx="1008" cy="432"/>
            </a:xfrm>
          </p:grpSpPr>
          <p:sp>
            <p:nvSpPr>
              <p:cNvPr id="10256" name="Oval 26"/>
              <p:cNvSpPr>
                <a:spLocks noChangeArrowheads="1"/>
              </p:cNvSpPr>
              <p:nvPr/>
            </p:nvSpPr>
            <p:spPr bwMode="auto">
              <a:xfrm>
                <a:off x="1680" y="2064"/>
                <a:ext cx="1008" cy="432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0257" name="Text Box 27"/>
              <p:cNvSpPr txBox="1">
                <a:spLocks noChangeArrowheads="1"/>
              </p:cNvSpPr>
              <p:nvPr/>
            </p:nvSpPr>
            <p:spPr bwMode="auto">
              <a:xfrm>
                <a:off x="1920" y="2112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0010</a:t>
                </a:r>
              </a:p>
            </p:txBody>
          </p:sp>
        </p:grpSp>
        <p:sp>
          <p:nvSpPr>
            <p:cNvPr id="10250" name="Line 28"/>
            <p:cNvSpPr>
              <a:spLocks noChangeShapeType="1"/>
            </p:cNvSpPr>
            <p:nvPr/>
          </p:nvSpPr>
          <p:spPr bwMode="auto">
            <a:xfrm flipH="1">
              <a:off x="3648" y="2112"/>
              <a:ext cx="288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251" name="Line 29"/>
            <p:cNvSpPr>
              <a:spLocks noChangeShapeType="1"/>
            </p:cNvSpPr>
            <p:nvPr/>
          </p:nvSpPr>
          <p:spPr bwMode="auto">
            <a:xfrm>
              <a:off x="4512" y="2112"/>
              <a:ext cx="336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10252" name="Group 30"/>
            <p:cNvGrpSpPr>
              <a:grpSpLocks/>
            </p:cNvGrpSpPr>
            <p:nvPr/>
          </p:nvGrpSpPr>
          <p:grpSpPr bwMode="auto">
            <a:xfrm>
              <a:off x="3840" y="3312"/>
              <a:ext cx="1008" cy="432"/>
              <a:chOff x="1680" y="2064"/>
              <a:chExt cx="1008" cy="432"/>
            </a:xfrm>
          </p:grpSpPr>
          <p:sp>
            <p:nvSpPr>
              <p:cNvPr id="10254" name="Oval 31"/>
              <p:cNvSpPr>
                <a:spLocks noChangeArrowheads="1"/>
              </p:cNvSpPr>
              <p:nvPr/>
            </p:nvSpPr>
            <p:spPr bwMode="auto">
              <a:xfrm>
                <a:off x="1680" y="2064"/>
                <a:ext cx="1008" cy="432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0255" name="Text Box 32"/>
              <p:cNvSpPr txBox="1">
                <a:spLocks noChangeArrowheads="1"/>
              </p:cNvSpPr>
              <p:nvPr/>
            </p:nvSpPr>
            <p:spPr bwMode="auto">
              <a:xfrm>
                <a:off x="1920" y="2112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1011</a:t>
                </a:r>
              </a:p>
            </p:txBody>
          </p:sp>
        </p:grpSp>
        <p:sp>
          <p:nvSpPr>
            <p:cNvPr id="10253" name="Line 33"/>
            <p:cNvSpPr>
              <a:spLocks noChangeShapeType="1"/>
            </p:cNvSpPr>
            <p:nvPr/>
          </p:nvSpPr>
          <p:spPr bwMode="auto">
            <a:xfrm flipH="1">
              <a:off x="4464" y="2928"/>
              <a:ext cx="288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678177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609600" y="18288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2"/>
              </a:buClr>
            </a:pPr>
            <a:r>
              <a:rPr lang="en-US" altLang="en-US"/>
              <a:t>Now, insert a pair whose key is </a:t>
            </a:r>
            <a:r>
              <a:rPr lang="en-US" altLang="en-US">
                <a:solidFill>
                  <a:srgbClr val="FF3300"/>
                </a:solidFill>
              </a:rPr>
              <a:t>0000</a:t>
            </a:r>
            <a:r>
              <a:rPr lang="en-US" altLang="en-US"/>
              <a:t>.</a:t>
            </a:r>
          </a:p>
        </p:txBody>
      </p:sp>
      <p:sp>
        <p:nvSpPr>
          <p:cNvPr id="313348" name="Line 4"/>
          <p:cNvSpPr>
            <a:spLocks noChangeShapeType="1"/>
          </p:cNvSpPr>
          <p:nvPr/>
        </p:nvSpPr>
        <p:spPr bwMode="auto">
          <a:xfrm>
            <a:off x="4038600" y="3124200"/>
            <a:ext cx="914400" cy="0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28600" y="2743200"/>
            <a:ext cx="3962400" cy="3200400"/>
            <a:chOff x="3024" y="1728"/>
            <a:chExt cx="2496" cy="2016"/>
          </a:xfrm>
        </p:grpSpPr>
        <p:grpSp>
          <p:nvGrpSpPr>
            <p:cNvPr id="11290" name="Group 6"/>
            <p:cNvGrpSpPr>
              <a:grpSpLocks/>
            </p:cNvGrpSpPr>
            <p:nvPr/>
          </p:nvGrpSpPr>
          <p:grpSpPr bwMode="auto">
            <a:xfrm>
              <a:off x="4512" y="2544"/>
              <a:ext cx="1008" cy="432"/>
              <a:chOff x="1680" y="2064"/>
              <a:chExt cx="1008" cy="432"/>
            </a:xfrm>
          </p:grpSpPr>
          <p:sp>
            <p:nvSpPr>
              <p:cNvPr id="11303" name="Oval 7"/>
              <p:cNvSpPr>
                <a:spLocks noChangeArrowheads="1"/>
              </p:cNvSpPr>
              <p:nvPr/>
            </p:nvSpPr>
            <p:spPr bwMode="auto">
              <a:xfrm>
                <a:off x="1680" y="2064"/>
                <a:ext cx="1008" cy="432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1304" name="Text Box 8"/>
              <p:cNvSpPr txBox="1">
                <a:spLocks noChangeArrowheads="1"/>
              </p:cNvSpPr>
              <p:nvPr/>
            </p:nvSpPr>
            <p:spPr bwMode="auto">
              <a:xfrm>
                <a:off x="1920" y="2112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1001</a:t>
                </a:r>
              </a:p>
            </p:txBody>
          </p:sp>
        </p:grpSp>
        <p:grpSp>
          <p:nvGrpSpPr>
            <p:cNvPr id="11291" name="Group 9"/>
            <p:cNvGrpSpPr>
              <a:grpSpLocks/>
            </p:cNvGrpSpPr>
            <p:nvPr/>
          </p:nvGrpSpPr>
          <p:grpSpPr bwMode="auto">
            <a:xfrm>
              <a:off x="3696" y="1728"/>
              <a:ext cx="1008" cy="432"/>
              <a:chOff x="1680" y="2064"/>
              <a:chExt cx="1008" cy="432"/>
            </a:xfrm>
          </p:grpSpPr>
          <p:sp>
            <p:nvSpPr>
              <p:cNvPr id="11301" name="Oval 10"/>
              <p:cNvSpPr>
                <a:spLocks noChangeArrowheads="1"/>
              </p:cNvSpPr>
              <p:nvPr/>
            </p:nvSpPr>
            <p:spPr bwMode="auto">
              <a:xfrm>
                <a:off x="1680" y="2064"/>
                <a:ext cx="1008" cy="432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1302" name="Text Box 11"/>
              <p:cNvSpPr txBox="1">
                <a:spLocks noChangeArrowheads="1"/>
              </p:cNvSpPr>
              <p:nvPr/>
            </p:nvSpPr>
            <p:spPr bwMode="auto">
              <a:xfrm>
                <a:off x="1920" y="2112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0110</a:t>
                </a:r>
              </a:p>
            </p:txBody>
          </p:sp>
        </p:grpSp>
        <p:grpSp>
          <p:nvGrpSpPr>
            <p:cNvPr id="11292" name="Group 12"/>
            <p:cNvGrpSpPr>
              <a:grpSpLocks/>
            </p:cNvGrpSpPr>
            <p:nvPr/>
          </p:nvGrpSpPr>
          <p:grpSpPr bwMode="auto">
            <a:xfrm>
              <a:off x="3024" y="2496"/>
              <a:ext cx="1008" cy="432"/>
              <a:chOff x="1680" y="2064"/>
              <a:chExt cx="1008" cy="432"/>
            </a:xfrm>
          </p:grpSpPr>
          <p:sp>
            <p:nvSpPr>
              <p:cNvPr id="11299" name="Oval 13"/>
              <p:cNvSpPr>
                <a:spLocks noChangeArrowheads="1"/>
              </p:cNvSpPr>
              <p:nvPr/>
            </p:nvSpPr>
            <p:spPr bwMode="auto">
              <a:xfrm>
                <a:off x="1680" y="2064"/>
                <a:ext cx="1008" cy="432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1300" name="Text Box 14"/>
              <p:cNvSpPr txBox="1">
                <a:spLocks noChangeArrowheads="1"/>
              </p:cNvSpPr>
              <p:nvPr/>
            </p:nvSpPr>
            <p:spPr bwMode="auto">
              <a:xfrm>
                <a:off x="1920" y="2112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0010</a:t>
                </a:r>
              </a:p>
            </p:txBody>
          </p:sp>
        </p:grpSp>
        <p:sp>
          <p:nvSpPr>
            <p:cNvPr id="11293" name="Line 15"/>
            <p:cNvSpPr>
              <a:spLocks noChangeShapeType="1"/>
            </p:cNvSpPr>
            <p:nvPr/>
          </p:nvSpPr>
          <p:spPr bwMode="auto">
            <a:xfrm flipH="1">
              <a:off x="3648" y="2112"/>
              <a:ext cx="288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94" name="Line 16"/>
            <p:cNvSpPr>
              <a:spLocks noChangeShapeType="1"/>
            </p:cNvSpPr>
            <p:nvPr/>
          </p:nvSpPr>
          <p:spPr bwMode="auto">
            <a:xfrm>
              <a:off x="4512" y="2112"/>
              <a:ext cx="336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11295" name="Group 17"/>
            <p:cNvGrpSpPr>
              <a:grpSpLocks/>
            </p:cNvGrpSpPr>
            <p:nvPr/>
          </p:nvGrpSpPr>
          <p:grpSpPr bwMode="auto">
            <a:xfrm>
              <a:off x="3840" y="3312"/>
              <a:ext cx="1008" cy="432"/>
              <a:chOff x="1680" y="2064"/>
              <a:chExt cx="1008" cy="432"/>
            </a:xfrm>
          </p:grpSpPr>
          <p:sp>
            <p:nvSpPr>
              <p:cNvPr id="11297" name="Oval 18"/>
              <p:cNvSpPr>
                <a:spLocks noChangeArrowheads="1"/>
              </p:cNvSpPr>
              <p:nvPr/>
            </p:nvSpPr>
            <p:spPr bwMode="auto">
              <a:xfrm>
                <a:off x="1680" y="2064"/>
                <a:ext cx="1008" cy="432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1298" name="Text Box 19"/>
              <p:cNvSpPr txBox="1">
                <a:spLocks noChangeArrowheads="1"/>
              </p:cNvSpPr>
              <p:nvPr/>
            </p:nvSpPr>
            <p:spPr bwMode="auto">
              <a:xfrm>
                <a:off x="1920" y="2112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1011</a:t>
                </a:r>
              </a:p>
            </p:txBody>
          </p:sp>
        </p:grpSp>
        <p:sp>
          <p:nvSpPr>
            <p:cNvPr id="11296" name="Line 20"/>
            <p:cNvSpPr>
              <a:spLocks noChangeShapeType="1"/>
            </p:cNvSpPr>
            <p:nvPr/>
          </p:nvSpPr>
          <p:spPr bwMode="auto">
            <a:xfrm flipH="1">
              <a:off x="4464" y="2928"/>
              <a:ext cx="288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3886200" y="2667000"/>
            <a:ext cx="4953000" cy="3200400"/>
            <a:chOff x="2448" y="1680"/>
            <a:chExt cx="3120" cy="2016"/>
          </a:xfrm>
        </p:grpSpPr>
        <p:grpSp>
          <p:nvGrpSpPr>
            <p:cNvPr id="11271" name="Group 22"/>
            <p:cNvGrpSpPr>
              <a:grpSpLocks/>
            </p:cNvGrpSpPr>
            <p:nvPr/>
          </p:nvGrpSpPr>
          <p:grpSpPr bwMode="auto">
            <a:xfrm>
              <a:off x="4560" y="2496"/>
              <a:ext cx="1008" cy="432"/>
              <a:chOff x="1680" y="2064"/>
              <a:chExt cx="1008" cy="432"/>
            </a:xfrm>
          </p:grpSpPr>
          <p:sp>
            <p:nvSpPr>
              <p:cNvPr id="11288" name="Oval 23"/>
              <p:cNvSpPr>
                <a:spLocks noChangeArrowheads="1"/>
              </p:cNvSpPr>
              <p:nvPr/>
            </p:nvSpPr>
            <p:spPr bwMode="auto">
              <a:xfrm>
                <a:off x="1680" y="2064"/>
                <a:ext cx="1008" cy="432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1289" name="Text Box 24"/>
              <p:cNvSpPr txBox="1">
                <a:spLocks noChangeArrowheads="1"/>
              </p:cNvSpPr>
              <p:nvPr/>
            </p:nvSpPr>
            <p:spPr bwMode="auto">
              <a:xfrm>
                <a:off x="1920" y="2112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1001</a:t>
                </a:r>
              </a:p>
            </p:txBody>
          </p:sp>
        </p:grpSp>
        <p:grpSp>
          <p:nvGrpSpPr>
            <p:cNvPr id="11272" name="Group 25"/>
            <p:cNvGrpSpPr>
              <a:grpSpLocks/>
            </p:cNvGrpSpPr>
            <p:nvPr/>
          </p:nvGrpSpPr>
          <p:grpSpPr bwMode="auto">
            <a:xfrm>
              <a:off x="3744" y="1680"/>
              <a:ext cx="1008" cy="432"/>
              <a:chOff x="1680" y="2064"/>
              <a:chExt cx="1008" cy="432"/>
            </a:xfrm>
          </p:grpSpPr>
          <p:sp>
            <p:nvSpPr>
              <p:cNvPr id="11286" name="Oval 26"/>
              <p:cNvSpPr>
                <a:spLocks noChangeArrowheads="1"/>
              </p:cNvSpPr>
              <p:nvPr/>
            </p:nvSpPr>
            <p:spPr bwMode="auto">
              <a:xfrm>
                <a:off x="1680" y="2064"/>
                <a:ext cx="1008" cy="432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1287" name="Text Box 27"/>
              <p:cNvSpPr txBox="1">
                <a:spLocks noChangeArrowheads="1"/>
              </p:cNvSpPr>
              <p:nvPr/>
            </p:nvSpPr>
            <p:spPr bwMode="auto">
              <a:xfrm>
                <a:off x="1920" y="2112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0110</a:t>
                </a:r>
              </a:p>
            </p:txBody>
          </p:sp>
        </p:grpSp>
        <p:grpSp>
          <p:nvGrpSpPr>
            <p:cNvPr id="11273" name="Group 28"/>
            <p:cNvGrpSpPr>
              <a:grpSpLocks/>
            </p:cNvGrpSpPr>
            <p:nvPr/>
          </p:nvGrpSpPr>
          <p:grpSpPr bwMode="auto">
            <a:xfrm>
              <a:off x="3072" y="2448"/>
              <a:ext cx="1008" cy="432"/>
              <a:chOff x="1680" y="2064"/>
              <a:chExt cx="1008" cy="432"/>
            </a:xfrm>
          </p:grpSpPr>
          <p:sp>
            <p:nvSpPr>
              <p:cNvPr id="11284" name="Oval 29"/>
              <p:cNvSpPr>
                <a:spLocks noChangeArrowheads="1"/>
              </p:cNvSpPr>
              <p:nvPr/>
            </p:nvSpPr>
            <p:spPr bwMode="auto">
              <a:xfrm>
                <a:off x="1680" y="2064"/>
                <a:ext cx="1008" cy="432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1285" name="Text Box 30"/>
              <p:cNvSpPr txBox="1">
                <a:spLocks noChangeArrowheads="1"/>
              </p:cNvSpPr>
              <p:nvPr/>
            </p:nvSpPr>
            <p:spPr bwMode="auto">
              <a:xfrm>
                <a:off x="1920" y="2112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0010</a:t>
                </a:r>
              </a:p>
            </p:txBody>
          </p:sp>
        </p:grpSp>
        <p:sp>
          <p:nvSpPr>
            <p:cNvPr id="11274" name="Line 31"/>
            <p:cNvSpPr>
              <a:spLocks noChangeShapeType="1"/>
            </p:cNvSpPr>
            <p:nvPr/>
          </p:nvSpPr>
          <p:spPr bwMode="auto">
            <a:xfrm flipH="1">
              <a:off x="3696" y="2064"/>
              <a:ext cx="288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75" name="Line 32"/>
            <p:cNvSpPr>
              <a:spLocks noChangeShapeType="1"/>
            </p:cNvSpPr>
            <p:nvPr/>
          </p:nvSpPr>
          <p:spPr bwMode="auto">
            <a:xfrm>
              <a:off x="4560" y="2064"/>
              <a:ext cx="336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11276" name="Group 33"/>
            <p:cNvGrpSpPr>
              <a:grpSpLocks/>
            </p:cNvGrpSpPr>
            <p:nvPr/>
          </p:nvGrpSpPr>
          <p:grpSpPr bwMode="auto">
            <a:xfrm>
              <a:off x="3888" y="3264"/>
              <a:ext cx="1008" cy="432"/>
              <a:chOff x="1680" y="2064"/>
              <a:chExt cx="1008" cy="432"/>
            </a:xfrm>
          </p:grpSpPr>
          <p:sp>
            <p:nvSpPr>
              <p:cNvPr id="11282" name="Oval 34"/>
              <p:cNvSpPr>
                <a:spLocks noChangeArrowheads="1"/>
              </p:cNvSpPr>
              <p:nvPr/>
            </p:nvSpPr>
            <p:spPr bwMode="auto">
              <a:xfrm>
                <a:off x="1680" y="2064"/>
                <a:ext cx="1008" cy="432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1283" name="Text Box 35"/>
              <p:cNvSpPr txBox="1">
                <a:spLocks noChangeArrowheads="1"/>
              </p:cNvSpPr>
              <p:nvPr/>
            </p:nvSpPr>
            <p:spPr bwMode="auto">
              <a:xfrm>
                <a:off x="1920" y="2112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1011</a:t>
                </a:r>
              </a:p>
            </p:txBody>
          </p:sp>
        </p:grpSp>
        <p:sp>
          <p:nvSpPr>
            <p:cNvPr id="11277" name="Line 36"/>
            <p:cNvSpPr>
              <a:spLocks noChangeShapeType="1"/>
            </p:cNvSpPr>
            <p:nvPr/>
          </p:nvSpPr>
          <p:spPr bwMode="auto">
            <a:xfrm flipH="1">
              <a:off x="4512" y="2880"/>
              <a:ext cx="288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11278" name="Group 37"/>
            <p:cNvGrpSpPr>
              <a:grpSpLocks/>
            </p:cNvGrpSpPr>
            <p:nvPr/>
          </p:nvGrpSpPr>
          <p:grpSpPr bwMode="auto">
            <a:xfrm>
              <a:off x="2448" y="3264"/>
              <a:ext cx="1008" cy="432"/>
              <a:chOff x="1680" y="2064"/>
              <a:chExt cx="1008" cy="432"/>
            </a:xfrm>
          </p:grpSpPr>
          <p:sp>
            <p:nvSpPr>
              <p:cNvPr id="11280" name="Oval 38"/>
              <p:cNvSpPr>
                <a:spLocks noChangeArrowheads="1"/>
              </p:cNvSpPr>
              <p:nvPr/>
            </p:nvSpPr>
            <p:spPr bwMode="auto">
              <a:xfrm>
                <a:off x="1680" y="2064"/>
                <a:ext cx="1008" cy="432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1281" name="Text Box 39"/>
              <p:cNvSpPr txBox="1">
                <a:spLocks noChangeArrowheads="1"/>
              </p:cNvSpPr>
              <p:nvPr/>
            </p:nvSpPr>
            <p:spPr bwMode="auto">
              <a:xfrm>
                <a:off x="1920" y="2112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0000</a:t>
                </a:r>
              </a:p>
            </p:txBody>
          </p:sp>
        </p:grpSp>
        <p:sp>
          <p:nvSpPr>
            <p:cNvPr id="11279" name="Line 40"/>
            <p:cNvSpPr>
              <a:spLocks noChangeShapeType="1"/>
            </p:cNvSpPr>
            <p:nvPr/>
          </p:nvSpPr>
          <p:spPr bwMode="auto">
            <a:xfrm flipH="1">
              <a:off x="3072" y="2880"/>
              <a:ext cx="288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157746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Search/Insert/Delete</a:t>
            </a:r>
          </a:p>
        </p:txBody>
      </p:sp>
      <p:sp>
        <p:nvSpPr>
          <p:cNvPr id="314371" name="Rectangle 3"/>
          <p:cNvSpPr>
            <a:spLocks noChangeArrowheads="1"/>
          </p:cNvSpPr>
          <p:nvPr/>
        </p:nvSpPr>
        <p:spPr bwMode="auto">
          <a:xfrm>
            <a:off x="152400" y="4876800"/>
            <a:ext cx="8915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2"/>
              </a:buClr>
            </a:pPr>
            <a:r>
              <a:rPr lang="en-US" altLang="en-US"/>
              <a:t>Complexity of each operation is</a:t>
            </a:r>
            <a:r>
              <a:rPr lang="en-US" altLang="en-US">
                <a:solidFill>
                  <a:schemeClr val="hlink"/>
                </a:solidFill>
              </a:rPr>
              <a:t> </a:t>
            </a:r>
            <a:r>
              <a:rPr lang="en-US" altLang="en-US">
                <a:solidFill>
                  <a:srgbClr val="FF3300"/>
                </a:solidFill>
              </a:rPr>
              <a:t>O(</a:t>
            </a:r>
            <a:r>
              <a:rPr lang="en-US" altLang="en-US"/>
              <a:t>#bits in a key</a:t>
            </a:r>
            <a:r>
              <a:rPr lang="en-US" altLang="en-US">
                <a:solidFill>
                  <a:srgbClr val="FF3300"/>
                </a:solidFill>
              </a:rPr>
              <a:t>)</a:t>
            </a:r>
            <a:r>
              <a:rPr lang="en-US" altLang="en-US"/>
              <a:t>.</a:t>
            </a:r>
          </a:p>
          <a:p>
            <a:pPr>
              <a:buClr>
                <a:schemeClr val="tx2"/>
              </a:buClr>
            </a:pPr>
            <a:r>
              <a:rPr lang="en-US" altLang="en-US"/>
              <a:t>#key comparisons </a:t>
            </a:r>
            <a:r>
              <a:rPr lang="en-US" altLang="en-US">
                <a:solidFill>
                  <a:srgbClr val="FF3300"/>
                </a:solidFill>
              </a:rPr>
              <a:t>= O(height)</a:t>
            </a:r>
            <a:r>
              <a:rPr lang="en-US" altLang="en-US"/>
              <a:t>.</a:t>
            </a:r>
          </a:p>
          <a:p>
            <a:pPr>
              <a:buClr>
                <a:schemeClr val="tx2"/>
              </a:buClr>
            </a:pPr>
            <a:r>
              <a:rPr lang="en-US" altLang="en-US"/>
              <a:t>Expensive when keys are very long.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524000" y="1371600"/>
            <a:ext cx="4953000" cy="3200400"/>
            <a:chOff x="2448" y="1680"/>
            <a:chExt cx="3120" cy="2016"/>
          </a:xfrm>
        </p:grpSpPr>
        <p:grpSp>
          <p:nvGrpSpPr>
            <p:cNvPr id="12293" name="Group 5"/>
            <p:cNvGrpSpPr>
              <a:grpSpLocks/>
            </p:cNvGrpSpPr>
            <p:nvPr/>
          </p:nvGrpSpPr>
          <p:grpSpPr bwMode="auto">
            <a:xfrm>
              <a:off x="4560" y="2496"/>
              <a:ext cx="1008" cy="432"/>
              <a:chOff x="1680" y="2064"/>
              <a:chExt cx="1008" cy="432"/>
            </a:xfrm>
          </p:grpSpPr>
          <p:sp>
            <p:nvSpPr>
              <p:cNvPr id="12310" name="Oval 6"/>
              <p:cNvSpPr>
                <a:spLocks noChangeArrowheads="1"/>
              </p:cNvSpPr>
              <p:nvPr/>
            </p:nvSpPr>
            <p:spPr bwMode="auto">
              <a:xfrm>
                <a:off x="1680" y="2064"/>
                <a:ext cx="1008" cy="432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2311" name="Text Box 7"/>
              <p:cNvSpPr txBox="1">
                <a:spLocks noChangeArrowheads="1"/>
              </p:cNvSpPr>
              <p:nvPr/>
            </p:nvSpPr>
            <p:spPr bwMode="auto">
              <a:xfrm>
                <a:off x="1920" y="2112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1001</a:t>
                </a:r>
              </a:p>
            </p:txBody>
          </p:sp>
        </p:grpSp>
        <p:grpSp>
          <p:nvGrpSpPr>
            <p:cNvPr id="12294" name="Group 8"/>
            <p:cNvGrpSpPr>
              <a:grpSpLocks/>
            </p:cNvGrpSpPr>
            <p:nvPr/>
          </p:nvGrpSpPr>
          <p:grpSpPr bwMode="auto">
            <a:xfrm>
              <a:off x="3744" y="1680"/>
              <a:ext cx="1008" cy="432"/>
              <a:chOff x="1680" y="2064"/>
              <a:chExt cx="1008" cy="432"/>
            </a:xfrm>
          </p:grpSpPr>
          <p:sp>
            <p:nvSpPr>
              <p:cNvPr id="12308" name="Oval 9"/>
              <p:cNvSpPr>
                <a:spLocks noChangeArrowheads="1"/>
              </p:cNvSpPr>
              <p:nvPr/>
            </p:nvSpPr>
            <p:spPr bwMode="auto">
              <a:xfrm>
                <a:off x="1680" y="2064"/>
                <a:ext cx="1008" cy="432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2309" name="Text Box 10"/>
              <p:cNvSpPr txBox="1">
                <a:spLocks noChangeArrowheads="1"/>
              </p:cNvSpPr>
              <p:nvPr/>
            </p:nvSpPr>
            <p:spPr bwMode="auto">
              <a:xfrm>
                <a:off x="1920" y="2112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0110</a:t>
                </a:r>
              </a:p>
            </p:txBody>
          </p:sp>
        </p:grpSp>
        <p:grpSp>
          <p:nvGrpSpPr>
            <p:cNvPr id="12295" name="Group 11"/>
            <p:cNvGrpSpPr>
              <a:grpSpLocks/>
            </p:cNvGrpSpPr>
            <p:nvPr/>
          </p:nvGrpSpPr>
          <p:grpSpPr bwMode="auto">
            <a:xfrm>
              <a:off x="3072" y="2448"/>
              <a:ext cx="1008" cy="432"/>
              <a:chOff x="1680" y="2064"/>
              <a:chExt cx="1008" cy="432"/>
            </a:xfrm>
          </p:grpSpPr>
          <p:sp>
            <p:nvSpPr>
              <p:cNvPr id="12306" name="Oval 12"/>
              <p:cNvSpPr>
                <a:spLocks noChangeArrowheads="1"/>
              </p:cNvSpPr>
              <p:nvPr/>
            </p:nvSpPr>
            <p:spPr bwMode="auto">
              <a:xfrm>
                <a:off x="1680" y="2064"/>
                <a:ext cx="1008" cy="432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2307" name="Text Box 13"/>
              <p:cNvSpPr txBox="1">
                <a:spLocks noChangeArrowheads="1"/>
              </p:cNvSpPr>
              <p:nvPr/>
            </p:nvSpPr>
            <p:spPr bwMode="auto">
              <a:xfrm>
                <a:off x="1920" y="2112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0010</a:t>
                </a:r>
              </a:p>
            </p:txBody>
          </p:sp>
        </p:grpSp>
        <p:sp>
          <p:nvSpPr>
            <p:cNvPr id="12296" name="Line 14"/>
            <p:cNvSpPr>
              <a:spLocks noChangeShapeType="1"/>
            </p:cNvSpPr>
            <p:nvPr/>
          </p:nvSpPr>
          <p:spPr bwMode="auto">
            <a:xfrm flipH="1">
              <a:off x="3696" y="2064"/>
              <a:ext cx="288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297" name="Line 15"/>
            <p:cNvSpPr>
              <a:spLocks noChangeShapeType="1"/>
            </p:cNvSpPr>
            <p:nvPr/>
          </p:nvSpPr>
          <p:spPr bwMode="auto">
            <a:xfrm>
              <a:off x="4560" y="2064"/>
              <a:ext cx="336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12298" name="Group 16"/>
            <p:cNvGrpSpPr>
              <a:grpSpLocks/>
            </p:cNvGrpSpPr>
            <p:nvPr/>
          </p:nvGrpSpPr>
          <p:grpSpPr bwMode="auto">
            <a:xfrm>
              <a:off x="3888" y="3264"/>
              <a:ext cx="1008" cy="432"/>
              <a:chOff x="1680" y="2064"/>
              <a:chExt cx="1008" cy="432"/>
            </a:xfrm>
          </p:grpSpPr>
          <p:sp>
            <p:nvSpPr>
              <p:cNvPr id="12304" name="Oval 17"/>
              <p:cNvSpPr>
                <a:spLocks noChangeArrowheads="1"/>
              </p:cNvSpPr>
              <p:nvPr/>
            </p:nvSpPr>
            <p:spPr bwMode="auto">
              <a:xfrm>
                <a:off x="1680" y="2064"/>
                <a:ext cx="1008" cy="432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2305" name="Text Box 18"/>
              <p:cNvSpPr txBox="1">
                <a:spLocks noChangeArrowheads="1"/>
              </p:cNvSpPr>
              <p:nvPr/>
            </p:nvSpPr>
            <p:spPr bwMode="auto">
              <a:xfrm>
                <a:off x="1920" y="2112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1011</a:t>
                </a:r>
              </a:p>
            </p:txBody>
          </p:sp>
        </p:grpSp>
        <p:sp>
          <p:nvSpPr>
            <p:cNvPr id="12299" name="Line 19"/>
            <p:cNvSpPr>
              <a:spLocks noChangeShapeType="1"/>
            </p:cNvSpPr>
            <p:nvPr/>
          </p:nvSpPr>
          <p:spPr bwMode="auto">
            <a:xfrm flipH="1">
              <a:off x="4512" y="2880"/>
              <a:ext cx="288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12300" name="Group 20"/>
            <p:cNvGrpSpPr>
              <a:grpSpLocks/>
            </p:cNvGrpSpPr>
            <p:nvPr/>
          </p:nvGrpSpPr>
          <p:grpSpPr bwMode="auto">
            <a:xfrm>
              <a:off x="2448" y="3264"/>
              <a:ext cx="1008" cy="432"/>
              <a:chOff x="1680" y="2064"/>
              <a:chExt cx="1008" cy="432"/>
            </a:xfrm>
          </p:grpSpPr>
          <p:sp>
            <p:nvSpPr>
              <p:cNvPr id="12302" name="Oval 21"/>
              <p:cNvSpPr>
                <a:spLocks noChangeArrowheads="1"/>
              </p:cNvSpPr>
              <p:nvPr/>
            </p:nvSpPr>
            <p:spPr bwMode="auto">
              <a:xfrm>
                <a:off x="1680" y="2064"/>
                <a:ext cx="1008" cy="432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2303" name="Text Box 22"/>
              <p:cNvSpPr txBox="1">
                <a:spLocks noChangeArrowheads="1"/>
              </p:cNvSpPr>
              <p:nvPr/>
            </p:nvSpPr>
            <p:spPr bwMode="auto">
              <a:xfrm>
                <a:off x="1920" y="2112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0000</a:t>
                </a:r>
              </a:p>
            </p:txBody>
          </p:sp>
        </p:grpSp>
        <p:sp>
          <p:nvSpPr>
            <p:cNvPr id="12301" name="Line 23"/>
            <p:cNvSpPr>
              <a:spLocks noChangeShapeType="1"/>
            </p:cNvSpPr>
            <p:nvPr/>
          </p:nvSpPr>
          <p:spPr bwMode="auto">
            <a:xfrm flipH="1">
              <a:off x="3072" y="2880"/>
              <a:ext cx="288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440055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4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4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4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4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4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4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1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Binary Trie</a:t>
            </a:r>
          </a:p>
        </p:txBody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Information Re</a:t>
            </a:r>
            <a:r>
              <a:rPr lang="en-US" altLang="en-US">
                <a:solidFill>
                  <a:schemeClr val="accent2"/>
                </a:solidFill>
              </a:rPr>
              <a:t>trie</a:t>
            </a:r>
            <a:r>
              <a:rPr lang="en-US" altLang="en-US"/>
              <a:t>val.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At most one key comparison per operation.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Fixed length keys.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Branch nodes.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/>
              <a:t>Left and right child pointers.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/>
              <a:t>No data field(s).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Element nodes.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/>
              <a:t>No child pointers.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/>
              <a:t>Data field to hold dictionary pair.</a:t>
            </a:r>
          </a:p>
        </p:txBody>
      </p:sp>
    </p:spTree>
    <p:extLst>
      <p:ext uri="{BB962C8B-B14F-4D97-AF65-F5344CB8AC3E}">
        <p14:creationId xmlns:p14="http://schemas.microsoft.com/office/powerpoint/2010/main" val="434391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6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6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6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6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6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6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16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16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16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16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9" grpId="0" build="p" bldLvl="3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317443" name="Text Box 3"/>
          <p:cNvSpPr txBox="1">
            <a:spLocks noChangeArrowheads="1"/>
          </p:cNvSpPr>
          <p:nvPr/>
        </p:nvSpPr>
        <p:spPr bwMode="auto">
          <a:xfrm>
            <a:off x="914400" y="6019800"/>
            <a:ext cx="7010400" cy="5794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/>
              <a:t>At most one key comparison for a search</a:t>
            </a:r>
            <a:r>
              <a:rPr lang="en-US" altLang="en-US" sz="2000"/>
              <a:t>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33400" y="1447800"/>
            <a:ext cx="8001000" cy="4419600"/>
            <a:chOff x="336" y="912"/>
            <a:chExt cx="5040" cy="2784"/>
          </a:xfrm>
        </p:grpSpPr>
        <p:grpSp>
          <p:nvGrpSpPr>
            <p:cNvPr id="16389" name="Group 5"/>
            <p:cNvGrpSpPr>
              <a:grpSpLocks/>
            </p:cNvGrpSpPr>
            <p:nvPr/>
          </p:nvGrpSpPr>
          <p:grpSpPr bwMode="auto">
            <a:xfrm>
              <a:off x="336" y="912"/>
              <a:ext cx="5040" cy="2784"/>
              <a:chOff x="336" y="912"/>
              <a:chExt cx="5040" cy="2784"/>
            </a:xfrm>
          </p:grpSpPr>
          <p:sp>
            <p:nvSpPr>
              <p:cNvPr id="16400" name="Oval 6"/>
              <p:cNvSpPr>
                <a:spLocks noChangeArrowheads="1"/>
              </p:cNvSpPr>
              <p:nvPr/>
            </p:nvSpPr>
            <p:spPr bwMode="auto">
              <a:xfrm>
                <a:off x="3024" y="912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6401" name="Oval 7"/>
              <p:cNvSpPr>
                <a:spLocks noChangeArrowheads="1"/>
              </p:cNvSpPr>
              <p:nvPr/>
            </p:nvSpPr>
            <p:spPr bwMode="auto">
              <a:xfrm>
                <a:off x="1680" y="1536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6402" name="Oval 8"/>
              <p:cNvSpPr>
                <a:spLocks noChangeArrowheads="1"/>
              </p:cNvSpPr>
              <p:nvPr/>
            </p:nvSpPr>
            <p:spPr bwMode="auto">
              <a:xfrm>
                <a:off x="4416" y="1536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6403" name="Oval 9"/>
              <p:cNvSpPr>
                <a:spLocks noChangeArrowheads="1"/>
              </p:cNvSpPr>
              <p:nvPr/>
            </p:nvSpPr>
            <p:spPr bwMode="auto">
              <a:xfrm>
                <a:off x="1056" y="2064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6404" name="Oval 10"/>
              <p:cNvSpPr>
                <a:spLocks noChangeArrowheads="1"/>
              </p:cNvSpPr>
              <p:nvPr/>
            </p:nvSpPr>
            <p:spPr bwMode="auto">
              <a:xfrm>
                <a:off x="3648" y="2064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6405" name="Line 11"/>
              <p:cNvSpPr>
                <a:spLocks noChangeShapeType="1"/>
              </p:cNvSpPr>
              <p:nvPr/>
            </p:nvSpPr>
            <p:spPr bwMode="auto">
              <a:xfrm flipH="1">
                <a:off x="1964" y="1100"/>
                <a:ext cx="1056" cy="5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6" name="Line 12"/>
              <p:cNvSpPr>
                <a:spLocks noChangeShapeType="1"/>
              </p:cNvSpPr>
              <p:nvPr/>
            </p:nvSpPr>
            <p:spPr bwMode="auto">
              <a:xfrm>
                <a:off x="3308" y="1100"/>
                <a:ext cx="1152" cy="5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7" name="Line 13"/>
              <p:cNvSpPr>
                <a:spLocks noChangeShapeType="1"/>
              </p:cNvSpPr>
              <p:nvPr/>
            </p:nvSpPr>
            <p:spPr bwMode="auto">
              <a:xfrm flipH="1">
                <a:off x="1244" y="1772"/>
                <a:ext cx="48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8" name="Line 14"/>
              <p:cNvSpPr>
                <a:spLocks noChangeShapeType="1"/>
              </p:cNvSpPr>
              <p:nvPr/>
            </p:nvSpPr>
            <p:spPr bwMode="auto">
              <a:xfrm flipH="1">
                <a:off x="3884" y="1776"/>
                <a:ext cx="580" cy="2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9" name="Line 15"/>
              <p:cNvSpPr>
                <a:spLocks noChangeShapeType="1"/>
              </p:cNvSpPr>
              <p:nvPr/>
            </p:nvSpPr>
            <p:spPr bwMode="auto">
              <a:xfrm flipH="1">
                <a:off x="860" y="2300"/>
                <a:ext cx="24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10" name="Line 16"/>
              <p:cNvSpPr>
                <a:spLocks noChangeShapeType="1"/>
              </p:cNvSpPr>
              <p:nvPr/>
            </p:nvSpPr>
            <p:spPr bwMode="auto">
              <a:xfrm>
                <a:off x="1292" y="2300"/>
                <a:ext cx="192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11" name="Oval 17"/>
              <p:cNvSpPr>
                <a:spLocks noChangeArrowheads="1"/>
              </p:cNvSpPr>
              <p:nvPr/>
            </p:nvSpPr>
            <p:spPr bwMode="auto">
              <a:xfrm>
                <a:off x="3312" y="2688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6412" name="Line 18"/>
              <p:cNvSpPr>
                <a:spLocks noChangeShapeType="1"/>
              </p:cNvSpPr>
              <p:nvPr/>
            </p:nvSpPr>
            <p:spPr bwMode="auto">
              <a:xfrm flipH="1">
                <a:off x="3500" y="2348"/>
                <a:ext cx="24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16413" name="Group 19"/>
              <p:cNvGrpSpPr>
                <a:grpSpLocks/>
              </p:cNvGrpSpPr>
              <p:nvPr/>
            </p:nvGrpSpPr>
            <p:grpSpPr bwMode="auto">
              <a:xfrm>
                <a:off x="336" y="2688"/>
                <a:ext cx="816" cy="336"/>
                <a:chOff x="528" y="3216"/>
                <a:chExt cx="816" cy="336"/>
              </a:xfrm>
            </p:grpSpPr>
            <p:sp>
              <p:nvSpPr>
                <p:cNvPr id="16429" name="Oval 20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16430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rgbClr val="FF3300"/>
                      </a:solidFill>
                    </a:rPr>
                    <a:t>0001</a:t>
                  </a:r>
                </a:p>
              </p:txBody>
            </p:sp>
          </p:grpSp>
          <p:grpSp>
            <p:nvGrpSpPr>
              <p:cNvPr id="16414" name="Group 22"/>
              <p:cNvGrpSpPr>
                <a:grpSpLocks/>
              </p:cNvGrpSpPr>
              <p:nvPr/>
            </p:nvGrpSpPr>
            <p:grpSpPr bwMode="auto">
              <a:xfrm>
                <a:off x="1152" y="2736"/>
                <a:ext cx="816" cy="336"/>
                <a:chOff x="528" y="3216"/>
                <a:chExt cx="816" cy="336"/>
              </a:xfrm>
            </p:grpSpPr>
            <p:sp>
              <p:nvSpPr>
                <p:cNvPr id="16427" name="Oval 23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16428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rgbClr val="FF3300"/>
                      </a:solidFill>
                    </a:rPr>
                    <a:t>0011</a:t>
                  </a:r>
                </a:p>
              </p:txBody>
            </p:sp>
          </p:grpSp>
          <p:grpSp>
            <p:nvGrpSpPr>
              <p:cNvPr id="16415" name="Group 25"/>
              <p:cNvGrpSpPr>
                <a:grpSpLocks/>
              </p:cNvGrpSpPr>
              <p:nvPr/>
            </p:nvGrpSpPr>
            <p:grpSpPr bwMode="auto">
              <a:xfrm>
                <a:off x="4560" y="2064"/>
                <a:ext cx="816" cy="336"/>
                <a:chOff x="528" y="3216"/>
                <a:chExt cx="816" cy="336"/>
              </a:xfrm>
            </p:grpSpPr>
            <p:sp>
              <p:nvSpPr>
                <p:cNvPr id="16425" name="Oval 26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16426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rgbClr val="FF3300"/>
                      </a:solidFill>
                    </a:rPr>
                    <a:t>1100</a:t>
                  </a:r>
                </a:p>
              </p:txBody>
            </p:sp>
          </p:grpSp>
          <p:sp>
            <p:nvSpPr>
              <p:cNvPr id="16416" name="Line 28"/>
              <p:cNvSpPr>
                <a:spLocks noChangeShapeType="1"/>
              </p:cNvSpPr>
              <p:nvPr/>
            </p:nvSpPr>
            <p:spPr bwMode="auto">
              <a:xfrm>
                <a:off x="4608" y="1776"/>
                <a:ext cx="384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17" name="Line 29"/>
              <p:cNvSpPr>
                <a:spLocks noChangeShapeType="1"/>
              </p:cNvSpPr>
              <p:nvPr/>
            </p:nvSpPr>
            <p:spPr bwMode="auto">
              <a:xfrm flipH="1">
                <a:off x="3116" y="2924"/>
                <a:ext cx="24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18" name="Line 30"/>
              <p:cNvSpPr>
                <a:spLocks noChangeShapeType="1"/>
              </p:cNvSpPr>
              <p:nvPr/>
            </p:nvSpPr>
            <p:spPr bwMode="auto">
              <a:xfrm>
                <a:off x="3548" y="2924"/>
                <a:ext cx="192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16419" name="Group 31"/>
              <p:cNvGrpSpPr>
                <a:grpSpLocks/>
              </p:cNvGrpSpPr>
              <p:nvPr/>
            </p:nvGrpSpPr>
            <p:grpSpPr bwMode="auto">
              <a:xfrm>
                <a:off x="2592" y="3312"/>
                <a:ext cx="816" cy="336"/>
                <a:chOff x="528" y="3216"/>
                <a:chExt cx="816" cy="336"/>
              </a:xfrm>
            </p:grpSpPr>
            <p:sp>
              <p:nvSpPr>
                <p:cNvPr id="16423" name="Oval 32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16424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rgbClr val="FF3300"/>
                      </a:solidFill>
                    </a:rPr>
                    <a:t>1000</a:t>
                  </a:r>
                </a:p>
              </p:txBody>
            </p:sp>
          </p:grpSp>
          <p:grpSp>
            <p:nvGrpSpPr>
              <p:cNvPr id="16420" name="Group 34"/>
              <p:cNvGrpSpPr>
                <a:grpSpLocks/>
              </p:cNvGrpSpPr>
              <p:nvPr/>
            </p:nvGrpSpPr>
            <p:grpSpPr bwMode="auto">
              <a:xfrm>
                <a:off x="3408" y="3360"/>
                <a:ext cx="816" cy="336"/>
                <a:chOff x="528" y="3216"/>
                <a:chExt cx="816" cy="336"/>
              </a:xfrm>
            </p:grpSpPr>
            <p:sp>
              <p:nvSpPr>
                <p:cNvPr id="16421" name="Oval 35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16422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rgbClr val="FF3300"/>
                      </a:solidFill>
                    </a:rPr>
                    <a:t>1001</a:t>
                  </a:r>
                </a:p>
              </p:txBody>
            </p:sp>
          </p:grpSp>
        </p:grpSp>
        <p:sp>
          <p:nvSpPr>
            <p:cNvPr id="16390" name="Text Box 37"/>
            <p:cNvSpPr txBox="1">
              <a:spLocks noChangeArrowheads="1"/>
            </p:cNvSpPr>
            <p:nvPr/>
          </p:nvSpPr>
          <p:spPr bwMode="auto">
            <a:xfrm>
              <a:off x="2448" y="1008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16391" name="Text Box 38"/>
            <p:cNvSpPr txBox="1">
              <a:spLocks noChangeArrowheads="1"/>
            </p:cNvSpPr>
            <p:nvPr/>
          </p:nvSpPr>
          <p:spPr bwMode="auto">
            <a:xfrm>
              <a:off x="1296" y="1680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16392" name="Text Box 39"/>
            <p:cNvSpPr txBox="1">
              <a:spLocks noChangeArrowheads="1"/>
            </p:cNvSpPr>
            <p:nvPr/>
          </p:nvSpPr>
          <p:spPr bwMode="auto">
            <a:xfrm>
              <a:off x="720" y="230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16393" name="Text Box 40"/>
            <p:cNvSpPr txBox="1">
              <a:spLocks noChangeArrowheads="1"/>
            </p:cNvSpPr>
            <p:nvPr/>
          </p:nvSpPr>
          <p:spPr bwMode="auto">
            <a:xfrm>
              <a:off x="3024" y="297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16394" name="Text Box 41"/>
            <p:cNvSpPr txBox="1">
              <a:spLocks noChangeArrowheads="1"/>
            </p:cNvSpPr>
            <p:nvPr/>
          </p:nvSpPr>
          <p:spPr bwMode="auto">
            <a:xfrm>
              <a:off x="3408" y="230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16395" name="Text Box 42"/>
            <p:cNvSpPr txBox="1">
              <a:spLocks noChangeArrowheads="1"/>
            </p:cNvSpPr>
            <p:nvPr/>
          </p:nvSpPr>
          <p:spPr bwMode="auto">
            <a:xfrm>
              <a:off x="4080" y="163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16396" name="Text Box 43"/>
            <p:cNvSpPr txBox="1">
              <a:spLocks noChangeArrowheads="1"/>
            </p:cNvSpPr>
            <p:nvPr/>
          </p:nvSpPr>
          <p:spPr bwMode="auto">
            <a:xfrm>
              <a:off x="3792" y="105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6397" name="Text Box 44"/>
            <p:cNvSpPr txBox="1">
              <a:spLocks noChangeArrowheads="1"/>
            </p:cNvSpPr>
            <p:nvPr/>
          </p:nvSpPr>
          <p:spPr bwMode="auto">
            <a:xfrm>
              <a:off x="4752" y="1680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6398" name="Text Box 45"/>
            <p:cNvSpPr txBox="1">
              <a:spLocks noChangeArrowheads="1"/>
            </p:cNvSpPr>
            <p:nvPr/>
          </p:nvSpPr>
          <p:spPr bwMode="auto">
            <a:xfrm>
              <a:off x="3648" y="297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6399" name="Text Box 46"/>
            <p:cNvSpPr txBox="1">
              <a:spLocks noChangeArrowheads="1"/>
            </p:cNvSpPr>
            <p:nvPr/>
          </p:nvSpPr>
          <p:spPr bwMode="auto">
            <a:xfrm>
              <a:off x="1392" y="230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4989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7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3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Fixed Length Insert</a:t>
            </a:r>
          </a:p>
        </p:txBody>
      </p:sp>
      <p:sp>
        <p:nvSpPr>
          <p:cNvPr id="322563" name="Text Box 3"/>
          <p:cNvSpPr txBox="1">
            <a:spLocks noChangeArrowheads="1"/>
          </p:cNvSpPr>
          <p:nvPr/>
        </p:nvSpPr>
        <p:spPr bwMode="auto">
          <a:xfrm>
            <a:off x="914400" y="6019800"/>
            <a:ext cx="2971800" cy="579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/>
              <a:t>Insert </a:t>
            </a:r>
            <a:r>
              <a:rPr lang="en-US" altLang="en-US">
                <a:solidFill>
                  <a:srgbClr val="FF3300"/>
                </a:solidFill>
              </a:rPr>
              <a:t>0111</a:t>
            </a:r>
            <a:r>
              <a:rPr lang="en-US" altLang="en-US"/>
              <a:t>.</a:t>
            </a:r>
            <a:endParaRPr lang="en-US" altLang="en-US" sz="200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33400" y="1447800"/>
            <a:ext cx="8001000" cy="4419600"/>
            <a:chOff x="336" y="912"/>
            <a:chExt cx="5040" cy="2784"/>
          </a:xfrm>
        </p:grpSpPr>
        <p:grpSp>
          <p:nvGrpSpPr>
            <p:cNvPr id="21516" name="Group 5"/>
            <p:cNvGrpSpPr>
              <a:grpSpLocks/>
            </p:cNvGrpSpPr>
            <p:nvPr/>
          </p:nvGrpSpPr>
          <p:grpSpPr bwMode="auto">
            <a:xfrm>
              <a:off x="336" y="912"/>
              <a:ext cx="5040" cy="2784"/>
              <a:chOff x="336" y="912"/>
              <a:chExt cx="5040" cy="2784"/>
            </a:xfrm>
          </p:grpSpPr>
          <p:sp>
            <p:nvSpPr>
              <p:cNvPr id="21527" name="Oval 6"/>
              <p:cNvSpPr>
                <a:spLocks noChangeArrowheads="1"/>
              </p:cNvSpPr>
              <p:nvPr/>
            </p:nvSpPr>
            <p:spPr bwMode="auto">
              <a:xfrm>
                <a:off x="3024" y="912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1528" name="Oval 7"/>
              <p:cNvSpPr>
                <a:spLocks noChangeArrowheads="1"/>
              </p:cNvSpPr>
              <p:nvPr/>
            </p:nvSpPr>
            <p:spPr bwMode="auto">
              <a:xfrm>
                <a:off x="1680" y="1536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1529" name="Oval 8"/>
              <p:cNvSpPr>
                <a:spLocks noChangeArrowheads="1"/>
              </p:cNvSpPr>
              <p:nvPr/>
            </p:nvSpPr>
            <p:spPr bwMode="auto">
              <a:xfrm>
                <a:off x="4416" y="1536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1530" name="Oval 9"/>
              <p:cNvSpPr>
                <a:spLocks noChangeArrowheads="1"/>
              </p:cNvSpPr>
              <p:nvPr/>
            </p:nvSpPr>
            <p:spPr bwMode="auto">
              <a:xfrm>
                <a:off x="1056" y="2064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1531" name="Oval 10"/>
              <p:cNvSpPr>
                <a:spLocks noChangeArrowheads="1"/>
              </p:cNvSpPr>
              <p:nvPr/>
            </p:nvSpPr>
            <p:spPr bwMode="auto">
              <a:xfrm>
                <a:off x="3648" y="2064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1532" name="Line 11"/>
              <p:cNvSpPr>
                <a:spLocks noChangeShapeType="1"/>
              </p:cNvSpPr>
              <p:nvPr/>
            </p:nvSpPr>
            <p:spPr bwMode="auto">
              <a:xfrm flipH="1">
                <a:off x="1964" y="1100"/>
                <a:ext cx="1056" cy="5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533" name="Line 12"/>
              <p:cNvSpPr>
                <a:spLocks noChangeShapeType="1"/>
              </p:cNvSpPr>
              <p:nvPr/>
            </p:nvSpPr>
            <p:spPr bwMode="auto">
              <a:xfrm>
                <a:off x="3308" y="1100"/>
                <a:ext cx="1152" cy="5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534" name="Line 13"/>
              <p:cNvSpPr>
                <a:spLocks noChangeShapeType="1"/>
              </p:cNvSpPr>
              <p:nvPr/>
            </p:nvSpPr>
            <p:spPr bwMode="auto">
              <a:xfrm flipH="1">
                <a:off x="1244" y="1772"/>
                <a:ext cx="48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535" name="Line 14"/>
              <p:cNvSpPr>
                <a:spLocks noChangeShapeType="1"/>
              </p:cNvSpPr>
              <p:nvPr/>
            </p:nvSpPr>
            <p:spPr bwMode="auto">
              <a:xfrm flipH="1">
                <a:off x="3884" y="1776"/>
                <a:ext cx="580" cy="2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536" name="Line 15"/>
              <p:cNvSpPr>
                <a:spLocks noChangeShapeType="1"/>
              </p:cNvSpPr>
              <p:nvPr/>
            </p:nvSpPr>
            <p:spPr bwMode="auto">
              <a:xfrm flipH="1">
                <a:off x="860" y="2300"/>
                <a:ext cx="24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537" name="Line 16"/>
              <p:cNvSpPr>
                <a:spLocks noChangeShapeType="1"/>
              </p:cNvSpPr>
              <p:nvPr/>
            </p:nvSpPr>
            <p:spPr bwMode="auto">
              <a:xfrm>
                <a:off x="1292" y="2300"/>
                <a:ext cx="192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538" name="Oval 17"/>
              <p:cNvSpPr>
                <a:spLocks noChangeArrowheads="1"/>
              </p:cNvSpPr>
              <p:nvPr/>
            </p:nvSpPr>
            <p:spPr bwMode="auto">
              <a:xfrm>
                <a:off x="3312" y="2688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1539" name="Line 18"/>
              <p:cNvSpPr>
                <a:spLocks noChangeShapeType="1"/>
              </p:cNvSpPr>
              <p:nvPr/>
            </p:nvSpPr>
            <p:spPr bwMode="auto">
              <a:xfrm flipH="1">
                <a:off x="3500" y="2348"/>
                <a:ext cx="24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21540" name="Group 19"/>
              <p:cNvGrpSpPr>
                <a:grpSpLocks/>
              </p:cNvGrpSpPr>
              <p:nvPr/>
            </p:nvGrpSpPr>
            <p:grpSpPr bwMode="auto">
              <a:xfrm>
                <a:off x="336" y="2688"/>
                <a:ext cx="816" cy="336"/>
                <a:chOff x="528" y="3216"/>
                <a:chExt cx="816" cy="336"/>
              </a:xfrm>
            </p:grpSpPr>
            <p:sp>
              <p:nvSpPr>
                <p:cNvPr id="21556" name="Oval 20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1557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rgbClr val="FF3300"/>
                      </a:solidFill>
                    </a:rPr>
                    <a:t>0001</a:t>
                  </a:r>
                </a:p>
              </p:txBody>
            </p:sp>
          </p:grpSp>
          <p:grpSp>
            <p:nvGrpSpPr>
              <p:cNvPr id="21541" name="Group 22"/>
              <p:cNvGrpSpPr>
                <a:grpSpLocks/>
              </p:cNvGrpSpPr>
              <p:nvPr/>
            </p:nvGrpSpPr>
            <p:grpSpPr bwMode="auto">
              <a:xfrm>
                <a:off x="1152" y="2736"/>
                <a:ext cx="816" cy="336"/>
                <a:chOff x="528" y="3216"/>
                <a:chExt cx="816" cy="336"/>
              </a:xfrm>
            </p:grpSpPr>
            <p:sp>
              <p:nvSpPr>
                <p:cNvPr id="21554" name="Oval 23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1555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rgbClr val="FF3300"/>
                      </a:solidFill>
                    </a:rPr>
                    <a:t>0011</a:t>
                  </a:r>
                </a:p>
              </p:txBody>
            </p:sp>
          </p:grpSp>
          <p:grpSp>
            <p:nvGrpSpPr>
              <p:cNvPr id="21542" name="Group 25"/>
              <p:cNvGrpSpPr>
                <a:grpSpLocks/>
              </p:cNvGrpSpPr>
              <p:nvPr/>
            </p:nvGrpSpPr>
            <p:grpSpPr bwMode="auto">
              <a:xfrm>
                <a:off x="4560" y="2064"/>
                <a:ext cx="816" cy="336"/>
                <a:chOff x="528" y="3216"/>
                <a:chExt cx="816" cy="336"/>
              </a:xfrm>
            </p:grpSpPr>
            <p:sp>
              <p:nvSpPr>
                <p:cNvPr id="21552" name="Oval 26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1553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rgbClr val="FF3300"/>
                      </a:solidFill>
                    </a:rPr>
                    <a:t>1100</a:t>
                  </a:r>
                </a:p>
              </p:txBody>
            </p:sp>
          </p:grpSp>
          <p:sp>
            <p:nvSpPr>
              <p:cNvPr id="21543" name="Line 28"/>
              <p:cNvSpPr>
                <a:spLocks noChangeShapeType="1"/>
              </p:cNvSpPr>
              <p:nvPr/>
            </p:nvSpPr>
            <p:spPr bwMode="auto">
              <a:xfrm>
                <a:off x="4608" y="1776"/>
                <a:ext cx="384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544" name="Line 29"/>
              <p:cNvSpPr>
                <a:spLocks noChangeShapeType="1"/>
              </p:cNvSpPr>
              <p:nvPr/>
            </p:nvSpPr>
            <p:spPr bwMode="auto">
              <a:xfrm flipH="1">
                <a:off x="3116" y="2924"/>
                <a:ext cx="24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545" name="Line 30"/>
              <p:cNvSpPr>
                <a:spLocks noChangeShapeType="1"/>
              </p:cNvSpPr>
              <p:nvPr/>
            </p:nvSpPr>
            <p:spPr bwMode="auto">
              <a:xfrm>
                <a:off x="3548" y="2924"/>
                <a:ext cx="192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21546" name="Group 31"/>
              <p:cNvGrpSpPr>
                <a:grpSpLocks/>
              </p:cNvGrpSpPr>
              <p:nvPr/>
            </p:nvGrpSpPr>
            <p:grpSpPr bwMode="auto">
              <a:xfrm>
                <a:off x="2592" y="3312"/>
                <a:ext cx="816" cy="336"/>
                <a:chOff x="528" y="3216"/>
                <a:chExt cx="816" cy="336"/>
              </a:xfrm>
            </p:grpSpPr>
            <p:sp>
              <p:nvSpPr>
                <p:cNvPr id="21550" name="Oval 32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1551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rgbClr val="FF3300"/>
                      </a:solidFill>
                    </a:rPr>
                    <a:t>1000</a:t>
                  </a:r>
                </a:p>
              </p:txBody>
            </p:sp>
          </p:grpSp>
          <p:grpSp>
            <p:nvGrpSpPr>
              <p:cNvPr id="21547" name="Group 34"/>
              <p:cNvGrpSpPr>
                <a:grpSpLocks/>
              </p:cNvGrpSpPr>
              <p:nvPr/>
            </p:nvGrpSpPr>
            <p:grpSpPr bwMode="auto">
              <a:xfrm>
                <a:off x="3408" y="3360"/>
                <a:ext cx="816" cy="336"/>
                <a:chOff x="528" y="3216"/>
                <a:chExt cx="816" cy="336"/>
              </a:xfrm>
            </p:grpSpPr>
            <p:sp>
              <p:nvSpPr>
                <p:cNvPr id="21548" name="Oval 35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1549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rgbClr val="FF3300"/>
                      </a:solidFill>
                    </a:rPr>
                    <a:t>1001</a:t>
                  </a:r>
                </a:p>
              </p:txBody>
            </p:sp>
          </p:grpSp>
        </p:grpSp>
        <p:sp>
          <p:nvSpPr>
            <p:cNvPr id="21517" name="Text Box 37"/>
            <p:cNvSpPr txBox="1">
              <a:spLocks noChangeArrowheads="1"/>
            </p:cNvSpPr>
            <p:nvPr/>
          </p:nvSpPr>
          <p:spPr bwMode="auto">
            <a:xfrm>
              <a:off x="2448" y="1008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1518" name="Text Box 38"/>
            <p:cNvSpPr txBox="1">
              <a:spLocks noChangeArrowheads="1"/>
            </p:cNvSpPr>
            <p:nvPr/>
          </p:nvSpPr>
          <p:spPr bwMode="auto">
            <a:xfrm>
              <a:off x="1296" y="1680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1519" name="Text Box 39"/>
            <p:cNvSpPr txBox="1">
              <a:spLocks noChangeArrowheads="1"/>
            </p:cNvSpPr>
            <p:nvPr/>
          </p:nvSpPr>
          <p:spPr bwMode="auto">
            <a:xfrm>
              <a:off x="720" y="230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1520" name="Text Box 40"/>
            <p:cNvSpPr txBox="1">
              <a:spLocks noChangeArrowheads="1"/>
            </p:cNvSpPr>
            <p:nvPr/>
          </p:nvSpPr>
          <p:spPr bwMode="auto">
            <a:xfrm>
              <a:off x="3024" y="297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1521" name="Text Box 41"/>
            <p:cNvSpPr txBox="1">
              <a:spLocks noChangeArrowheads="1"/>
            </p:cNvSpPr>
            <p:nvPr/>
          </p:nvSpPr>
          <p:spPr bwMode="auto">
            <a:xfrm>
              <a:off x="3408" y="230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1522" name="Text Box 42"/>
            <p:cNvSpPr txBox="1">
              <a:spLocks noChangeArrowheads="1"/>
            </p:cNvSpPr>
            <p:nvPr/>
          </p:nvSpPr>
          <p:spPr bwMode="auto">
            <a:xfrm>
              <a:off x="4080" y="163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1523" name="Text Box 43"/>
            <p:cNvSpPr txBox="1">
              <a:spLocks noChangeArrowheads="1"/>
            </p:cNvSpPr>
            <p:nvPr/>
          </p:nvSpPr>
          <p:spPr bwMode="auto">
            <a:xfrm>
              <a:off x="3792" y="105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21524" name="Text Box 44"/>
            <p:cNvSpPr txBox="1">
              <a:spLocks noChangeArrowheads="1"/>
            </p:cNvSpPr>
            <p:nvPr/>
          </p:nvSpPr>
          <p:spPr bwMode="auto">
            <a:xfrm>
              <a:off x="4752" y="1680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21525" name="Text Box 45"/>
            <p:cNvSpPr txBox="1">
              <a:spLocks noChangeArrowheads="1"/>
            </p:cNvSpPr>
            <p:nvPr/>
          </p:nvSpPr>
          <p:spPr bwMode="auto">
            <a:xfrm>
              <a:off x="3648" y="297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21526" name="Text Box 46"/>
            <p:cNvSpPr txBox="1">
              <a:spLocks noChangeArrowheads="1"/>
            </p:cNvSpPr>
            <p:nvPr/>
          </p:nvSpPr>
          <p:spPr bwMode="auto">
            <a:xfrm>
              <a:off x="1392" y="230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</p:grpSp>
      <p:grpSp>
        <p:nvGrpSpPr>
          <p:cNvPr id="9" name="Group 47"/>
          <p:cNvGrpSpPr>
            <a:grpSpLocks/>
          </p:cNvGrpSpPr>
          <p:nvPr/>
        </p:nvGrpSpPr>
        <p:grpSpPr bwMode="auto">
          <a:xfrm>
            <a:off x="2819400" y="2819400"/>
            <a:ext cx="1295400" cy="1225550"/>
            <a:chOff x="0" y="188"/>
            <a:chExt cx="816" cy="772"/>
          </a:xfrm>
        </p:grpSpPr>
        <p:sp>
          <p:nvSpPr>
            <p:cNvPr id="21511" name="Line 48"/>
            <p:cNvSpPr>
              <a:spLocks noChangeShapeType="1"/>
            </p:cNvSpPr>
            <p:nvPr/>
          </p:nvSpPr>
          <p:spPr bwMode="auto">
            <a:xfrm>
              <a:off x="140" y="188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1512" name="Group 49"/>
            <p:cNvGrpSpPr>
              <a:grpSpLocks/>
            </p:cNvGrpSpPr>
            <p:nvPr/>
          </p:nvGrpSpPr>
          <p:grpSpPr bwMode="auto">
            <a:xfrm>
              <a:off x="0" y="624"/>
              <a:ext cx="816" cy="336"/>
              <a:chOff x="528" y="3216"/>
              <a:chExt cx="816" cy="336"/>
            </a:xfrm>
          </p:grpSpPr>
          <p:sp>
            <p:nvSpPr>
              <p:cNvPr id="21514" name="Oval 50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1515" name="Text Box 51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0111</a:t>
                </a:r>
              </a:p>
            </p:txBody>
          </p:sp>
        </p:grpSp>
        <p:sp>
          <p:nvSpPr>
            <p:cNvPr id="21513" name="Text Box 52"/>
            <p:cNvSpPr txBox="1">
              <a:spLocks noChangeArrowheads="1"/>
            </p:cNvSpPr>
            <p:nvPr/>
          </p:nvSpPr>
          <p:spPr bwMode="auto">
            <a:xfrm>
              <a:off x="240" y="19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</p:grpSp>
      <p:sp>
        <p:nvSpPr>
          <p:cNvPr id="322613" name="Text Box 53"/>
          <p:cNvSpPr txBox="1">
            <a:spLocks noChangeArrowheads="1"/>
          </p:cNvSpPr>
          <p:nvPr/>
        </p:nvSpPr>
        <p:spPr bwMode="auto">
          <a:xfrm>
            <a:off x="5029200" y="6019800"/>
            <a:ext cx="2971800" cy="579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/>
              <a:t>Zero</a:t>
            </a:r>
            <a:r>
              <a:rPr lang="en-US" altLang="en-US">
                <a:solidFill>
                  <a:schemeClr val="bg2"/>
                </a:solidFill>
              </a:rPr>
              <a:t> </a:t>
            </a:r>
            <a:r>
              <a:rPr lang="en-US" altLang="en-US"/>
              <a:t>compares</a:t>
            </a:r>
            <a:r>
              <a:rPr lang="en-US" altLang="en-US">
                <a:solidFill>
                  <a:schemeClr val="bg2"/>
                </a:solidFill>
              </a:rPr>
              <a:t>.</a:t>
            </a:r>
            <a:endParaRPr lang="en-US" altLang="en-US" sz="20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370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2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2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2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2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3" grpId="0" animBg="1" autoUpdateAnimBg="0"/>
      <p:bldP spid="322613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Fixed Length Insert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914400" y="6019800"/>
            <a:ext cx="2971800" cy="579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/>
              <a:t>Insert</a:t>
            </a:r>
            <a:r>
              <a:rPr lang="en-US" altLang="en-US">
                <a:solidFill>
                  <a:schemeClr val="bg2"/>
                </a:solidFill>
              </a:rPr>
              <a:t> </a:t>
            </a:r>
            <a:r>
              <a:rPr lang="en-US" altLang="en-US">
                <a:solidFill>
                  <a:srgbClr val="FF3300"/>
                </a:solidFill>
              </a:rPr>
              <a:t>1101</a:t>
            </a:r>
            <a:r>
              <a:rPr lang="en-US" altLang="en-US"/>
              <a:t>.</a:t>
            </a:r>
            <a:endParaRPr lang="en-US" altLang="en-US" sz="2000"/>
          </a:p>
        </p:txBody>
      </p:sp>
      <p:grpSp>
        <p:nvGrpSpPr>
          <p:cNvPr id="22532" name="Group 4"/>
          <p:cNvGrpSpPr>
            <a:grpSpLocks/>
          </p:cNvGrpSpPr>
          <p:nvPr/>
        </p:nvGrpSpPr>
        <p:grpSpPr bwMode="auto">
          <a:xfrm>
            <a:off x="533400" y="1447800"/>
            <a:ext cx="8001000" cy="4419600"/>
            <a:chOff x="336" y="912"/>
            <a:chExt cx="5040" cy="2784"/>
          </a:xfrm>
        </p:grpSpPr>
        <p:grpSp>
          <p:nvGrpSpPr>
            <p:cNvPr id="22539" name="Group 5"/>
            <p:cNvGrpSpPr>
              <a:grpSpLocks/>
            </p:cNvGrpSpPr>
            <p:nvPr/>
          </p:nvGrpSpPr>
          <p:grpSpPr bwMode="auto">
            <a:xfrm>
              <a:off x="336" y="912"/>
              <a:ext cx="5040" cy="2784"/>
              <a:chOff x="336" y="912"/>
              <a:chExt cx="5040" cy="2784"/>
            </a:xfrm>
          </p:grpSpPr>
          <p:sp>
            <p:nvSpPr>
              <p:cNvPr id="22550" name="Oval 6"/>
              <p:cNvSpPr>
                <a:spLocks noChangeArrowheads="1"/>
              </p:cNvSpPr>
              <p:nvPr/>
            </p:nvSpPr>
            <p:spPr bwMode="auto">
              <a:xfrm>
                <a:off x="3024" y="912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2551" name="Oval 7"/>
              <p:cNvSpPr>
                <a:spLocks noChangeArrowheads="1"/>
              </p:cNvSpPr>
              <p:nvPr/>
            </p:nvSpPr>
            <p:spPr bwMode="auto">
              <a:xfrm>
                <a:off x="1680" y="1536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2552" name="Oval 8"/>
              <p:cNvSpPr>
                <a:spLocks noChangeArrowheads="1"/>
              </p:cNvSpPr>
              <p:nvPr/>
            </p:nvSpPr>
            <p:spPr bwMode="auto">
              <a:xfrm>
                <a:off x="4416" y="1536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2553" name="Oval 9"/>
              <p:cNvSpPr>
                <a:spLocks noChangeArrowheads="1"/>
              </p:cNvSpPr>
              <p:nvPr/>
            </p:nvSpPr>
            <p:spPr bwMode="auto">
              <a:xfrm>
                <a:off x="1056" y="2064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2554" name="Oval 10"/>
              <p:cNvSpPr>
                <a:spLocks noChangeArrowheads="1"/>
              </p:cNvSpPr>
              <p:nvPr/>
            </p:nvSpPr>
            <p:spPr bwMode="auto">
              <a:xfrm>
                <a:off x="3648" y="2064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2555" name="Line 11"/>
              <p:cNvSpPr>
                <a:spLocks noChangeShapeType="1"/>
              </p:cNvSpPr>
              <p:nvPr/>
            </p:nvSpPr>
            <p:spPr bwMode="auto">
              <a:xfrm flipH="1">
                <a:off x="1964" y="1100"/>
                <a:ext cx="1056" cy="5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56" name="Line 12"/>
              <p:cNvSpPr>
                <a:spLocks noChangeShapeType="1"/>
              </p:cNvSpPr>
              <p:nvPr/>
            </p:nvSpPr>
            <p:spPr bwMode="auto">
              <a:xfrm>
                <a:off x="3308" y="1100"/>
                <a:ext cx="1152" cy="5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57" name="Line 13"/>
              <p:cNvSpPr>
                <a:spLocks noChangeShapeType="1"/>
              </p:cNvSpPr>
              <p:nvPr/>
            </p:nvSpPr>
            <p:spPr bwMode="auto">
              <a:xfrm flipH="1">
                <a:off x="1244" y="1772"/>
                <a:ext cx="48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58" name="Line 14"/>
              <p:cNvSpPr>
                <a:spLocks noChangeShapeType="1"/>
              </p:cNvSpPr>
              <p:nvPr/>
            </p:nvSpPr>
            <p:spPr bwMode="auto">
              <a:xfrm flipH="1">
                <a:off x="3884" y="1776"/>
                <a:ext cx="580" cy="2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59" name="Line 15"/>
              <p:cNvSpPr>
                <a:spLocks noChangeShapeType="1"/>
              </p:cNvSpPr>
              <p:nvPr/>
            </p:nvSpPr>
            <p:spPr bwMode="auto">
              <a:xfrm flipH="1">
                <a:off x="860" y="2300"/>
                <a:ext cx="24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60" name="Line 16"/>
              <p:cNvSpPr>
                <a:spLocks noChangeShapeType="1"/>
              </p:cNvSpPr>
              <p:nvPr/>
            </p:nvSpPr>
            <p:spPr bwMode="auto">
              <a:xfrm>
                <a:off x="1292" y="2300"/>
                <a:ext cx="192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61" name="Oval 17"/>
              <p:cNvSpPr>
                <a:spLocks noChangeArrowheads="1"/>
              </p:cNvSpPr>
              <p:nvPr/>
            </p:nvSpPr>
            <p:spPr bwMode="auto">
              <a:xfrm>
                <a:off x="3312" y="2688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2562" name="Line 18"/>
              <p:cNvSpPr>
                <a:spLocks noChangeShapeType="1"/>
              </p:cNvSpPr>
              <p:nvPr/>
            </p:nvSpPr>
            <p:spPr bwMode="auto">
              <a:xfrm flipH="1">
                <a:off x="3500" y="2348"/>
                <a:ext cx="24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22563" name="Group 19"/>
              <p:cNvGrpSpPr>
                <a:grpSpLocks/>
              </p:cNvGrpSpPr>
              <p:nvPr/>
            </p:nvGrpSpPr>
            <p:grpSpPr bwMode="auto">
              <a:xfrm>
                <a:off x="336" y="2688"/>
                <a:ext cx="816" cy="336"/>
                <a:chOff x="528" y="3216"/>
                <a:chExt cx="816" cy="336"/>
              </a:xfrm>
            </p:grpSpPr>
            <p:sp>
              <p:nvSpPr>
                <p:cNvPr id="22579" name="Oval 20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2580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rgbClr val="FF3300"/>
                      </a:solidFill>
                    </a:rPr>
                    <a:t>0001</a:t>
                  </a:r>
                </a:p>
              </p:txBody>
            </p:sp>
          </p:grpSp>
          <p:grpSp>
            <p:nvGrpSpPr>
              <p:cNvPr id="22564" name="Group 22"/>
              <p:cNvGrpSpPr>
                <a:grpSpLocks/>
              </p:cNvGrpSpPr>
              <p:nvPr/>
            </p:nvGrpSpPr>
            <p:grpSpPr bwMode="auto">
              <a:xfrm>
                <a:off x="1152" y="2736"/>
                <a:ext cx="816" cy="336"/>
                <a:chOff x="528" y="3216"/>
                <a:chExt cx="816" cy="336"/>
              </a:xfrm>
            </p:grpSpPr>
            <p:sp>
              <p:nvSpPr>
                <p:cNvPr id="22577" name="Oval 23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2578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rgbClr val="FF3300"/>
                      </a:solidFill>
                    </a:rPr>
                    <a:t>0011</a:t>
                  </a:r>
                </a:p>
              </p:txBody>
            </p:sp>
          </p:grpSp>
          <p:grpSp>
            <p:nvGrpSpPr>
              <p:cNvPr id="22565" name="Group 25"/>
              <p:cNvGrpSpPr>
                <a:grpSpLocks/>
              </p:cNvGrpSpPr>
              <p:nvPr/>
            </p:nvGrpSpPr>
            <p:grpSpPr bwMode="auto">
              <a:xfrm>
                <a:off x="4560" y="2064"/>
                <a:ext cx="816" cy="336"/>
                <a:chOff x="528" y="3216"/>
                <a:chExt cx="816" cy="336"/>
              </a:xfrm>
            </p:grpSpPr>
            <p:sp>
              <p:nvSpPr>
                <p:cNvPr id="22575" name="Oval 26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2576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rgbClr val="FF3300"/>
                      </a:solidFill>
                    </a:rPr>
                    <a:t>1100</a:t>
                  </a:r>
                </a:p>
              </p:txBody>
            </p:sp>
          </p:grpSp>
          <p:sp>
            <p:nvSpPr>
              <p:cNvPr id="22566" name="Line 28"/>
              <p:cNvSpPr>
                <a:spLocks noChangeShapeType="1"/>
              </p:cNvSpPr>
              <p:nvPr/>
            </p:nvSpPr>
            <p:spPr bwMode="auto">
              <a:xfrm>
                <a:off x="4608" y="1776"/>
                <a:ext cx="384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67" name="Line 29"/>
              <p:cNvSpPr>
                <a:spLocks noChangeShapeType="1"/>
              </p:cNvSpPr>
              <p:nvPr/>
            </p:nvSpPr>
            <p:spPr bwMode="auto">
              <a:xfrm flipH="1">
                <a:off x="3116" y="2924"/>
                <a:ext cx="24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68" name="Line 30"/>
              <p:cNvSpPr>
                <a:spLocks noChangeShapeType="1"/>
              </p:cNvSpPr>
              <p:nvPr/>
            </p:nvSpPr>
            <p:spPr bwMode="auto">
              <a:xfrm>
                <a:off x="3548" y="2924"/>
                <a:ext cx="192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22569" name="Group 31"/>
              <p:cNvGrpSpPr>
                <a:grpSpLocks/>
              </p:cNvGrpSpPr>
              <p:nvPr/>
            </p:nvGrpSpPr>
            <p:grpSpPr bwMode="auto">
              <a:xfrm>
                <a:off x="2592" y="3312"/>
                <a:ext cx="816" cy="336"/>
                <a:chOff x="528" y="3216"/>
                <a:chExt cx="816" cy="336"/>
              </a:xfrm>
            </p:grpSpPr>
            <p:sp>
              <p:nvSpPr>
                <p:cNvPr id="22573" name="Oval 32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2574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rgbClr val="FF3300"/>
                      </a:solidFill>
                    </a:rPr>
                    <a:t>1000</a:t>
                  </a:r>
                </a:p>
              </p:txBody>
            </p:sp>
          </p:grpSp>
          <p:grpSp>
            <p:nvGrpSpPr>
              <p:cNvPr id="22570" name="Group 34"/>
              <p:cNvGrpSpPr>
                <a:grpSpLocks/>
              </p:cNvGrpSpPr>
              <p:nvPr/>
            </p:nvGrpSpPr>
            <p:grpSpPr bwMode="auto">
              <a:xfrm>
                <a:off x="3408" y="3360"/>
                <a:ext cx="816" cy="336"/>
                <a:chOff x="528" y="3216"/>
                <a:chExt cx="816" cy="336"/>
              </a:xfrm>
            </p:grpSpPr>
            <p:sp>
              <p:nvSpPr>
                <p:cNvPr id="22571" name="Oval 35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2572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rgbClr val="FF3300"/>
                      </a:solidFill>
                    </a:rPr>
                    <a:t>1001</a:t>
                  </a:r>
                </a:p>
              </p:txBody>
            </p:sp>
          </p:grpSp>
        </p:grpSp>
        <p:sp>
          <p:nvSpPr>
            <p:cNvPr id="22540" name="Text Box 37"/>
            <p:cNvSpPr txBox="1">
              <a:spLocks noChangeArrowheads="1"/>
            </p:cNvSpPr>
            <p:nvPr/>
          </p:nvSpPr>
          <p:spPr bwMode="auto">
            <a:xfrm>
              <a:off x="2448" y="1008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2541" name="Text Box 38"/>
            <p:cNvSpPr txBox="1">
              <a:spLocks noChangeArrowheads="1"/>
            </p:cNvSpPr>
            <p:nvPr/>
          </p:nvSpPr>
          <p:spPr bwMode="auto">
            <a:xfrm>
              <a:off x="1296" y="1680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2542" name="Text Box 39"/>
            <p:cNvSpPr txBox="1">
              <a:spLocks noChangeArrowheads="1"/>
            </p:cNvSpPr>
            <p:nvPr/>
          </p:nvSpPr>
          <p:spPr bwMode="auto">
            <a:xfrm>
              <a:off x="720" y="230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2543" name="Text Box 40"/>
            <p:cNvSpPr txBox="1">
              <a:spLocks noChangeArrowheads="1"/>
            </p:cNvSpPr>
            <p:nvPr/>
          </p:nvSpPr>
          <p:spPr bwMode="auto">
            <a:xfrm>
              <a:off x="3024" y="297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2544" name="Text Box 41"/>
            <p:cNvSpPr txBox="1">
              <a:spLocks noChangeArrowheads="1"/>
            </p:cNvSpPr>
            <p:nvPr/>
          </p:nvSpPr>
          <p:spPr bwMode="auto">
            <a:xfrm>
              <a:off x="3408" y="230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2545" name="Text Box 42"/>
            <p:cNvSpPr txBox="1">
              <a:spLocks noChangeArrowheads="1"/>
            </p:cNvSpPr>
            <p:nvPr/>
          </p:nvSpPr>
          <p:spPr bwMode="auto">
            <a:xfrm>
              <a:off x="4080" y="163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2546" name="Text Box 43"/>
            <p:cNvSpPr txBox="1">
              <a:spLocks noChangeArrowheads="1"/>
            </p:cNvSpPr>
            <p:nvPr/>
          </p:nvSpPr>
          <p:spPr bwMode="auto">
            <a:xfrm>
              <a:off x="3792" y="105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22547" name="Text Box 44"/>
            <p:cNvSpPr txBox="1">
              <a:spLocks noChangeArrowheads="1"/>
            </p:cNvSpPr>
            <p:nvPr/>
          </p:nvSpPr>
          <p:spPr bwMode="auto">
            <a:xfrm>
              <a:off x="4752" y="1680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22548" name="Text Box 45"/>
            <p:cNvSpPr txBox="1">
              <a:spLocks noChangeArrowheads="1"/>
            </p:cNvSpPr>
            <p:nvPr/>
          </p:nvSpPr>
          <p:spPr bwMode="auto">
            <a:xfrm>
              <a:off x="3648" y="297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22549" name="Text Box 46"/>
            <p:cNvSpPr txBox="1">
              <a:spLocks noChangeArrowheads="1"/>
            </p:cNvSpPr>
            <p:nvPr/>
          </p:nvSpPr>
          <p:spPr bwMode="auto">
            <a:xfrm>
              <a:off x="1392" y="230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</p:grpSp>
      <p:grpSp>
        <p:nvGrpSpPr>
          <p:cNvPr id="22533" name="Group 47"/>
          <p:cNvGrpSpPr>
            <a:grpSpLocks/>
          </p:cNvGrpSpPr>
          <p:nvPr/>
        </p:nvGrpSpPr>
        <p:grpSpPr bwMode="auto">
          <a:xfrm>
            <a:off x="2819400" y="2819400"/>
            <a:ext cx="1295400" cy="1225550"/>
            <a:chOff x="0" y="188"/>
            <a:chExt cx="816" cy="772"/>
          </a:xfrm>
        </p:grpSpPr>
        <p:sp>
          <p:nvSpPr>
            <p:cNvPr id="22534" name="Line 48"/>
            <p:cNvSpPr>
              <a:spLocks noChangeShapeType="1"/>
            </p:cNvSpPr>
            <p:nvPr/>
          </p:nvSpPr>
          <p:spPr bwMode="auto">
            <a:xfrm>
              <a:off x="140" y="188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2535" name="Group 49"/>
            <p:cNvGrpSpPr>
              <a:grpSpLocks/>
            </p:cNvGrpSpPr>
            <p:nvPr/>
          </p:nvGrpSpPr>
          <p:grpSpPr bwMode="auto">
            <a:xfrm>
              <a:off x="0" y="624"/>
              <a:ext cx="816" cy="336"/>
              <a:chOff x="528" y="3216"/>
              <a:chExt cx="816" cy="336"/>
            </a:xfrm>
          </p:grpSpPr>
          <p:sp>
            <p:nvSpPr>
              <p:cNvPr id="22537" name="Oval 50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2538" name="Text Box 51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0111</a:t>
                </a:r>
              </a:p>
            </p:txBody>
          </p:sp>
        </p:grpSp>
        <p:sp>
          <p:nvSpPr>
            <p:cNvPr id="22536" name="Text Box 52"/>
            <p:cNvSpPr txBox="1">
              <a:spLocks noChangeArrowheads="1"/>
            </p:cNvSpPr>
            <p:nvPr/>
          </p:nvSpPr>
          <p:spPr bwMode="auto">
            <a:xfrm>
              <a:off x="240" y="19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6122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Fixed Length Insert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914400" y="6019800"/>
            <a:ext cx="2971800" cy="579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/>
              <a:t>Insert </a:t>
            </a:r>
            <a:r>
              <a:rPr lang="en-US" altLang="en-US">
                <a:solidFill>
                  <a:srgbClr val="FF3300"/>
                </a:solidFill>
              </a:rPr>
              <a:t>1101</a:t>
            </a:r>
            <a:r>
              <a:rPr lang="en-US" altLang="en-US"/>
              <a:t>.</a:t>
            </a:r>
            <a:endParaRPr lang="en-US" altLang="en-US" sz="2000"/>
          </a:p>
        </p:txBody>
      </p:sp>
      <p:sp>
        <p:nvSpPr>
          <p:cNvPr id="23556" name="Oval 4"/>
          <p:cNvSpPr>
            <a:spLocks noChangeArrowheads="1"/>
          </p:cNvSpPr>
          <p:nvPr/>
        </p:nvSpPr>
        <p:spPr bwMode="auto">
          <a:xfrm>
            <a:off x="7010400" y="24384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23557" name="Line 5"/>
          <p:cNvSpPr>
            <a:spLocks noChangeShapeType="1"/>
          </p:cNvSpPr>
          <p:nvPr/>
        </p:nvSpPr>
        <p:spPr bwMode="auto">
          <a:xfrm>
            <a:off x="5251450" y="174625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 flipH="1">
            <a:off x="5943600" y="2819400"/>
            <a:ext cx="11430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23559" name="Group 7"/>
          <p:cNvGrpSpPr>
            <a:grpSpLocks/>
          </p:cNvGrpSpPr>
          <p:nvPr/>
        </p:nvGrpSpPr>
        <p:grpSpPr bwMode="auto">
          <a:xfrm>
            <a:off x="7391400" y="1066800"/>
            <a:ext cx="1295400" cy="533400"/>
            <a:chOff x="528" y="3216"/>
            <a:chExt cx="816" cy="336"/>
          </a:xfrm>
        </p:grpSpPr>
        <p:sp>
          <p:nvSpPr>
            <p:cNvPr id="23610" name="Oval 8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3611" name="Text Box 9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1100</a:t>
              </a:r>
            </a:p>
          </p:txBody>
        </p:sp>
      </p:grpSp>
      <p:sp>
        <p:nvSpPr>
          <p:cNvPr id="23560" name="Line 10"/>
          <p:cNvSpPr>
            <a:spLocks noChangeShapeType="1"/>
          </p:cNvSpPr>
          <p:nvPr/>
        </p:nvSpPr>
        <p:spPr bwMode="auto">
          <a:xfrm>
            <a:off x="7315200" y="2819400"/>
            <a:ext cx="9144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561" name="Text Box 11"/>
          <p:cNvSpPr txBox="1">
            <a:spLocks noChangeArrowheads="1"/>
          </p:cNvSpPr>
          <p:nvPr/>
        </p:nvSpPr>
        <p:spPr bwMode="auto">
          <a:xfrm>
            <a:off x="6477000" y="25908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23562" name="Text Box 12"/>
          <p:cNvSpPr txBox="1">
            <a:spLocks noChangeArrowheads="1"/>
          </p:cNvSpPr>
          <p:nvPr/>
        </p:nvSpPr>
        <p:spPr bwMode="auto">
          <a:xfrm>
            <a:off x="7543800" y="26670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1</a:t>
            </a:r>
          </a:p>
        </p:txBody>
      </p:sp>
      <p:grpSp>
        <p:nvGrpSpPr>
          <p:cNvPr id="23563" name="Group 13"/>
          <p:cNvGrpSpPr>
            <a:grpSpLocks/>
          </p:cNvGrpSpPr>
          <p:nvPr/>
        </p:nvGrpSpPr>
        <p:grpSpPr bwMode="auto">
          <a:xfrm>
            <a:off x="533400" y="1447800"/>
            <a:ext cx="5943600" cy="4419600"/>
            <a:chOff x="336" y="912"/>
            <a:chExt cx="3744" cy="2784"/>
          </a:xfrm>
        </p:grpSpPr>
        <p:sp>
          <p:nvSpPr>
            <p:cNvPr id="23572" name="Oval 14"/>
            <p:cNvSpPr>
              <a:spLocks noChangeArrowheads="1"/>
            </p:cNvSpPr>
            <p:nvPr/>
          </p:nvSpPr>
          <p:spPr bwMode="auto">
            <a:xfrm>
              <a:off x="3024" y="91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3573" name="Oval 15"/>
            <p:cNvSpPr>
              <a:spLocks noChangeArrowheads="1"/>
            </p:cNvSpPr>
            <p:nvPr/>
          </p:nvSpPr>
          <p:spPr bwMode="auto">
            <a:xfrm>
              <a:off x="1680" y="153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3574" name="Oval 16"/>
            <p:cNvSpPr>
              <a:spLocks noChangeArrowheads="1"/>
            </p:cNvSpPr>
            <p:nvPr/>
          </p:nvSpPr>
          <p:spPr bwMode="auto">
            <a:xfrm>
              <a:off x="1056" y="206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3575" name="Oval 17"/>
            <p:cNvSpPr>
              <a:spLocks noChangeArrowheads="1"/>
            </p:cNvSpPr>
            <p:nvPr/>
          </p:nvSpPr>
          <p:spPr bwMode="auto">
            <a:xfrm>
              <a:off x="3456" y="206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3576" name="Line 18"/>
            <p:cNvSpPr>
              <a:spLocks noChangeShapeType="1"/>
            </p:cNvSpPr>
            <p:nvPr/>
          </p:nvSpPr>
          <p:spPr bwMode="auto">
            <a:xfrm flipH="1">
              <a:off x="1964" y="1100"/>
              <a:ext cx="1056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577" name="Line 19"/>
            <p:cNvSpPr>
              <a:spLocks noChangeShapeType="1"/>
            </p:cNvSpPr>
            <p:nvPr/>
          </p:nvSpPr>
          <p:spPr bwMode="auto">
            <a:xfrm flipH="1">
              <a:off x="1244" y="1772"/>
              <a:ext cx="48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578" name="Line 20"/>
            <p:cNvSpPr>
              <a:spLocks noChangeShapeType="1"/>
            </p:cNvSpPr>
            <p:nvPr/>
          </p:nvSpPr>
          <p:spPr bwMode="auto">
            <a:xfrm flipH="1">
              <a:off x="860" y="2300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579" name="Line 21"/>
            <p:cNvSpPr>
              <a:spLocks noChangeShapeType="1"/>
            </p:cNvSpPr>
            <p:nvPr/>
          </p:nvSpPr>
          <p:spPr bwMode="auto">
            <a:xfrm>
              <a:off x="1292" y="2300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580" name="Oval 22"/>
            <p:cNvSpPr>
              <a:spLocks noChangeArrowheads="1"/>
            </p:cNvSpPr>
            <p:nvPr/>
          </p:nvSpPr>
          <p:spPr bwMode="auto">
            <a:xfrm>
              <a:off x="3120" y="268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3581" name="Line 23"/>
            <p:cNvSpPr>
              <a:spLocks noChangeShapeType="1"/>
            </p:cNvSpPr>
            <p:nvPr/>
          </p:nvSpPr>
          <p:spPr bwMode="auto">
            <a:xfrm flipH="1">
              <a:off x="3308" y="2348"/>
              <a:ext cx="24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3582" name="Group 24"/>
            <p:cNvGrpSpPr>
              <a:grpSpLocks/>
            </p:cNvGrpSpPr>
            <p:nvPr/>
          </p:nvGrpSpPr>
          <p:grpSpPr bwMode="auto">
            <a:xfrm>
              <a:off x="336" y="2688"/>
              <a:ext cx="816" cy="336"/>
              <a:chOff x="528" y="3216"/>
              <a:chExt cx="816" cy="336"/>
            </a:xfrm>
          </p:grpSpPr>
          <p:sp>
            <p:nvSpPr>
              <p:cNvPr id="23608" name="Oval 25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3609" name="Text Box 26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0001</a:t>
                </a:r>
              </a:p>
            </p:txBody>
          </p:sp>
        </p:grpSp>
        <p:grpSp>
          <p:nvGrpSpPr>
            <p:cNvPr id="23583" name="Group 27"/>
            <p:cNvGrpSpPr>
              <a:grpSpLocks/>
            </p:cNvGrpSpPr>
            <p:nvPr/>
          </p:nvGrpSpPr>
          <p:grpSpPr bwMode="auto">
            <a:xfrm>
              <a:off x="1152" y="2736"/>
              <a:ext cx="816" cy="336"/>
              <a:chOff x="528" y="3216"/>
              <a:chExt cx="816" cy="336"/>
            </a:xfrm>
          </p:grpSpPr>
          <p:sp>
            <p:nvSpPr>
              <p:cNvPr id="23606" name="Oval 28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3607" name="Text Box 29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0011</a:t>
                </a:r>
              </a:p>
            </p:txBody>
          </p:sp>
        </p:grpSp>
        <p:sp>
          <p:nvSpPr>
            <p:cNvPr id="23584" name="Line 30"/>
            <p:cNvSpPr>
              <a:spLocks noChangeShapeType="1"/>
            </p:cNvSpPr>
            <p:nvPr/>
          </p:nvSpPr>
          <p:spPr bwMode="auto">
            <a:xfrm flipH="1">
              <a:off x="2924" y="2924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585" name="Line 31"/>
            <p:cNvSpPr>
              <a:spLocks noChangeShapeType="1"/>
            </p:cNvSpPr>
            <p:nvPr/>
          </p:nvSpPr>
          <p:spPr bwMode="auto">
            <a:xfrm>
              <a:off x="3356" y="2924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3586" name="Group 32"/>
            <p:cNvGrpSpPr>
              <a:grpSpLocks/>
            </p:cNvGrpSpPr>
            <p:nvPr/>
          </p:nvGrpSpPr>
          <p:grpSpPr bwMode="auto">
            <a:xfrm>
              <a:off x="2400" y="3312"/>
              <a:ext cx="816" cy="336"/>
              <a:chOff x="528" y="3216"/>
              <a:chExt cx="816" cy="336"/>
            </a:xfrm>
          </p:grpSpPr>
          <p:sp>
            <p:nvSpPr>
              <p:cNvPr id="23604" name="Oval 33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3605" name="Text Box 34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1000</a:t>
                </a:r>
              </a:p>
            </p:txBody>
          </p:sp>
        </p:grpSp>
        <p:grpSp>
          <p:nvGrpSpPr>
            <p:cNvPr id="23587" name="Group 35"/>
            <p:cNvGrpSpPr>
              <a:grpSpLocks/>
            </p:cNvGrpSpPr>
            <p:nvPr/>
          </p:nvGrpSpPr>
          <p:grpSpPr bwMode="auto">
            <a:xfrm>
              <a:off x="3216" y="3360"/>
              <a:ext cx="816" cy="336"/>
              <a:chOff x="528" y="3216"/>
              <a:chExt cx="816" cy="336"/>
            </a:xfrm>
          </p:grpSpPr>
          <p:sp>
            <p:nvSpPr>
              <p:cNvPr id="23602" name="Oval 36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3603" name="Text Box 37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1001</a:t>
                </a:r>
              </a:p>
            </p:txBody>
          </p:sp>
        </p:grpSp>
        <p:sp>
          <p:nvSpPr>
            <p:cNvPr id="23588" name="Text Box 38"/>
            <p:cNvSpPr txBox="1">
              <a:spLocks noChangeArrowheads="1"/>
            </p:cNvSpPr>
            <p:nvPr/>
          </p:nvSpPr>
          <p:spPr bwMode="auto">
            <a:xfrm>
              <a:off x="2448" y="1008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3589" name="Text Box 39"/>
            <p:cNvSpPr txBox="1">
              <a:spLocks noChangeArrowheads="1"/>
            </p:cNvSpPr>
            <p:nvPr/>
          </p:nvSpPr>
          <p:spPr bwMode="auto">
            <a:xfrm>
              <a:off x="1296" y="1680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3590" name="Text Box 40"/>
            <p:cNvSpPr txBox="1">
              <a:spLocks noChangeArrowheads="1"/>
            </p:cNvSpPr>
            <p:nvPr/>
          </p:nvSpPr>
          <p:spPr bwMode="auto">
            <a:xfrm>
              <a:off x="720" y="230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3591" name="Text Box 41"/>
            <p:cNvSpPr txBox="1">
              <a:spLocks noChangeArrowheads="1"/>
            </p:cNvSpPr>
            <p:nvPr/>
          </p:nvSpPr>
          <p:spPr bwMode="auto">
            <a:xfrm>
              <a:off x="2832" y="297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3592" name="Text Box 42"/>
            <p:cNvSpPr txBox="1">
              <a:spLocks noChangeArrowheads="1"/>
            </p:cNvSpPr>
            <p:nvPr/>
          </p:nvSpPr>
          <p:spPr bwMode="auto">
            <a:xfrm>
              <a:off x="3216" y="230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3593" name="Text Box 43"/>
            <p:cNvSpPr txBox="1">
              <a:spLocks noChangeArrowheads="1"/>
            </p:cNvSpPr>
            <p:nvPr/>
          </p:nvSpPr>
          <p:spPr bwMode="auto">
            <a:xfrm>
              <a:off x="3792" y="105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23594" name="Text Box 44"/>
            <p:cNvSpPr txBox="1">
              <a:spLocks noChangeArrowheads="1"/>
            </p:cNvSpPr>
            <p:nvPr/>
          </p:nvSpPr>
          <p:spPr bwMode="auto">
            <a:xfrm>
              <a:off x="3456" y="297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23595" name="Text Box 45"/>
            <p:cNvSpPr txBox="1">
              <a:spLocks noChangeArrowheads="1"/>
            </p:cNvSpPr>
            <p:nvPr/>
          </p:nvSpPr>
          <p:spPr bwMode="auto">
            <a:xfrm>
              <a:off x="1392" y="230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  <p:grpSp>
          <p:nvGrpSpPr>
            <p:cNvPr id="23596" name="Group 46"/>
            <p:cNvGrpSpPr>
              <a:grpSpLocks/>
            </p:cNvGrpSpPr>
            <p:nvPr/>
          </p:nvGrpSpPr>
          <p:grpSpPr bwMode="auto">
            <a:xfrm>
              <a:off x="1776" y="1776"/>
              <a:ext cx="816" cy="772"/>
              <a:chOff x="0" y="188"/>
              <a:chExt cx="816" cy="772"/>
            </a:xfrm>
          </p:grpSpPr>
          <p:sp>
            <p:nvSpPr>
              <p:cNvPr id="23597" name="Line 47"/>
              <p:cNvSpPr>
                <a:spLocks noChangeShapeType="1"/>
              </p:cNvSpPr>
              <p:nvPr/>
            </p:nvSpPr>
            <p:spPr bwMode="auto">
              <a:xfrm>
                <a:off x="140" y="188"/>
                <a:ext cx="192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23598" name="Group 48"/>
              <p:cNvGrpSpPr>
                <a:grpSpLocks/>
              </p:cNvGrpSpPr>
              <p:nvPr/>
            </p:nvGrpSpPr>
            <p:grpSpPr bwMode="auto">
              <a:xfrm>
                <a:off x="0" y="624"/>
                <a:ext cx="816" cy="336"/>
                <a:chOff x="528" y="3216"/>
                <a:chExt cx="816" cy="336"/>
              </a:xfrm>
            </p:grpSpPr>
            <p:sp>
              <p:nvSpPr>
                <p:cNvPr id="23600" name="Oval 49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3601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rgbClr val="FF3300"/>
                      </a:solidFill>
                    </a:rPr>
                    <a:t>0111</a:t>
                  </a:r>
                </a:p>
              </p:txBody>
            </p:sp>
          </p:grpSp>
          <p:sp>
            <p:nvSpPr>
              <p:cNvPr id="23599" name="Text Box 51"/>
              <p:cNvSpPr txBox="1">
                <a:spLocks noChangeArrowheads="1"/>
              </p:cNvSpPr>
              <p:nvPr/>
            </p:nvSpPr>
            <p:spPr bwMode="auto">
              <a:xfrm>
                <a:off x="240" y="192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</a:t>
                </a:r>
              </a:p>
            </p:txBody>
          </p:sp>
        </p:grpSp>
      </p:grpSp>
      <p:sp>
        <p:nvSpPr>
          <p:cNvPr id="23564" name="Oval 52"/>
          <p:cNvSpPr>
            <a:spLocks noChangeArrowheads="1"/>
          </p:cNvSpPr>
          <p:nvPr/>
        </p:nvSpPr>
        <p:spPr bwMode="auto">
          <a:xfrm>
            <a:off x="8229600" y="33591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324661" name="Oval 53"/>
          <p:cNvSpPr>
            <a:spLocks noChangeArrowheads="1"/>
          </p:cNvSpPr>
          <p:nvPr/>
        </p:nvSpPr>
        <p:spPr bwMode="auto">
          <a:xfrm>
            <a:off x="769620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grpSp>
        <p:nvGrpSpPr>
          <p:cNvPr id="10" name="Group 54"/>
          <p:cNvGrpSpPr>
            <a:grpSpLocks/>
          </p:cNvGrpSpPr>
          <p:nvPr/>
        </p:nvGrpSpPr>
        <p:grpSpPr bwMode="auto">
          <a:xfrm>
            <a:off x="7239000" y="4724400"/>
            <a:ext cx="527050" cy="685800"/>
            <a:chOff x="4560" y="2976"/>
            <a:chExt cx="332" cy="432"/>
          </a:xfrm>
        </p:grpSpPr>
        <p:sp>
          <p:nvSpPr>
            <p:cNvPr id="23570" name="Line 55"/>
            <p:cNvSpPr>
              <a:spLocks noChangeShapeType="1"/>
            </p:cNvSpPr>
            <p:nvPr/>
          </p:nvSpPr>
          <p:spPr bwMode="auto">
            <a:xfrm flipH="1">
              <a:off x="4652" y="2976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571" name="Text Box 56"/>
            <p:cNvSpPr txBox="1">
              <a:spLocks noChangeArrowheads="1"/>
            </p:cNvSpPr>
            <p:nvPr/>
          </p:nvSpPr>
          <p:spPr bwMode="auto">
            <a:xfrm>
              <a:off x="4560" y="3028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</p:grpSp>
      <p:grpSp>
        <p:nvGrpSpPr>
          <p:cNvPr id="11" name="Group 57"/>
          <p:cNvGrpSpPr>
            <a:grpSpLocks/>
          </p:cNvGrpSpPr>
          <p:nvPr/>
        </p:nvGrpSpPr>
        <p:grpSpPr bwMode="auto">
          <a:xfrm>
            <a:off x="7848600" y="3740150"/>
            <a:ext cx="527050" cy="603250"/>
            <a:chOff x="4944" y="2356"/>
            <a:chExt cx="332" cy="380"/>
          </a:xfrm>
        </p:grpSpPr>
        <p:sp>
          <p:nvSpPr>
            <p:cNvPr id="23568" name="Line 58"/>
            <p:cNvSpPr>
              <a:spLocks noChangeShapeType="1"/>
            </p:cNvSpPr>
            <p:nvPr/>
          </p:nvSpPr>
          <p:spPr bwMode="auto">
            <a:xfrm flipH="1">
              <a:off x="5036" y="2400"/>
              <a:ext cx="24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569" name="Text Box 59"/>
            <p:cNvSpPr txBox="1">
              <a:spLocks noChangeArrowheads="1"/>
            </p:cNvSpPr>
            <p:nvPr/>
          </p:nvSpPr>
          <p:spPr bwMode="auto">
            <a:xfrm>
              <a:off x="4944" y="235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812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6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Fixed Length Insert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914400" y="6019800"/>
            <a:ext cx="2971800" cy="579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/>
              <a:t>Insert</a:t>
            </a:r>
            <a:r>
              <a:rPr lang="en-US" altLang="en-US">
                <a:solidFill>
                  <a:srgbClr val="FF3300"/>
                </a:solidFill>
              </a:rPr>
              <a:t> 1101</a:t>
            </a:r>
            <a:r>
              <a:rPr lang="en-US" altLang="en-US"/>
              <a:t>.</a:t>
            </a:r>
            <a:endParaRPr lang="en-US" altLang="en-US" sz="2000"/>
          </a:p>
        </p:txBody>
      </p:sp>
      <p:sp>
        <p:nvSpPr>
          <p:cNvPr id="24580" name="Oval 4"/>
          <p:cNvSpPr>
            <a:spLocks noChangeArrowheads="1"/>
          </p:cNvSpPr>
          <p:nvPr/>
        </p:nvSpPr>
        <p:spPr bwMode="auto">
          <a:xfrm>
            <a:off x="7010400" y="24384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24581" name="Line 5"/>
          <p:cNvSpPr>
            <a:spLocks noChangeShapeType="1"/>
          </p:cNvSpPr>
          <p:nvPr/>
        </p:nvSpPr>
        <p:spPr bwMode="auto">
          <a:xfrm>
            <a:off x="5251450" y="174625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582" name="Line 6"/>
          <p:cNvSpPr>
            <a:spLocks noChangeShapeType="1"/>
          </p:cNvSpPr>
          <p:nvPr/>
        </p:nvSpPr>
        <p:spPr bwMode="auto">
          <a:xfrm flipH="1">
            <a:off x="5943600" y="2819400"/>
            <a:ext cx="11430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583" name="Line 7"/>
          <p:cNvSpPr>
            <a:spLocks noChangeShapeType="1"/>
          </p:cNvSpPr>
          <p:nvPr/>
        </p:nvSpPr>
        <p:spPr bwMode="auto">
          <a:xfrm>
            <a:off x="7315200" y="2819400"/>
            <a:ext cx="9144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584" name="Text Box 8"/>
          <p:cNvSpPr txBox="1">
            <a:spLocks noChangeArrowheads="1"/>
          </p:cNvSpPr>
          <p:nvPr/>
        </p:nvSpPr>
        <p:spPr bwMode="auto">
          <a:xfrm>
            <a:off x="6477000" y="25908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24585" name="Text Box 9"/>
          <p:cNvSpPr txBox="1">
            <a:spLocks noChangeArrowheads="1"/>
          </p:cNvSpPr>
          <p:nvPr/>
        </p:nvSpPr>
        <p:spPr bwMode="auto">
          <a:xfrm>
            <a:off x="7543800" y="26670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1</a:t>
            </a:r>
          </a:p>
        </p:txBody>
      </p:sp>
      <p:grpSp>
        <p:nvGrpSpPr>
          <p:cNvPr id="24586" name="Group 10"/>
          <p:cNvGrpSpPr>
            <a:grpSpLocks/>
          </p:cNvGrpSpPr>
          <p:nvPr/>
        </p:nvGrpSpPr>
        <p:grpSpPr bwMode="auto">
          <a:xfrm>
            <a:off x="533400" y="1447800"/>
            <a:ext cx="5943600" cy="4419600"/>
            <a:chOff x="336" y="912"/>
            <a:chExt cx="3744" cy="2784"/>
          </a:xfrm>
        </p:grpSpPr>
        <p:sp>
          <p:nvSpPr>
            <p:cNvPr id="24605" name="Oval 11"/>
            <p:cNvSpPr>
              <a:spLocks noChangeArrowheads="1"/>
            </p:cNvSpPr>
            <p:nvPr/>
          </p:nvSpPr>
          <p:spPr bwMode="auto">
            <a:xfrm>
              <a:off x="3024" y="91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4606" name="Oval 12"/>
            <p:cNvSpPr>
              <a:spLocks noChangeArrowheads="1"/>
            </p:cNvSpPr>
            <p:nvPr/>
          </p:nvSpPr>
          <p:spPr bwMode="auto">
            <a:xfrm>
              <a:off x="1680" y="153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4607" name="Oval 13"/>
            <p:cNvSpPr>
              <a:spLocks noChangeArrowheads="1"/>
            </p:cNvSpPr>
            <p:nvPr/>
          </p:nvSpPr>
          <p:spPr bwMode="auto">
            <a:xfrm>
              <a:off x="1056" y="206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4608" name="Oval 14"/>
            <p:cNvSpPr>
              <a:spLocks noChangeArrowheads="1"/>
            </p:cNvSpPr>
            <p:nvPr/>
          </p:nvSpPr>
          <p:spPr bwMode="auto">
            <a:xfrm>
              <a:off x="3456" y="206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4609" name="Line 15"/>
            <p:cNvSpPr>
              <a:spLocks noChangeShapeType="1"/>
            </p:cNvSpPr>
            <p:nvPr/>
          </p:nvSpPr>
          <p:spPr bwMode="auto">
            <a:xfrm flipH="1">
              <a:off x="1964" y="1100"/>
              <a:ext cx="1056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10" name="Line 16"/>
            <p:cNvSpPr>
              <a:spLocks noChangeShapeType="1"/>
            </p:cNvSpPr>
            <p:nvPr/>
          </p:nvSpPr>
          <p:spPr bwMode="auto">
            <a:xfrm flipH="1">
              <a:off x="1244" y="1772"/>
              <a:ext cx="48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11" name="Line 17"/>
            <p:cNvSpPr>
              <a:spLocks noChangeShapeType="1"/>
            </p:cNvSpPr>
            <p:nvPr/>
          </p:nvSpPr>
          <p:spPr bwMode="auto">
            <a:xfrm flipH="1">
              <a:off x="860" y="2300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12" name="Line 18"/>
            <p:cNvSpPr>
              <a:spLocks noChangeShapeType="1"/>
            </p:cNvSpPr>
            <p:nvPr/>
          </p:nvSpPr>
          <p:spPr bwMode="auto">
            <a:xfrm>
              <a:off x="1292" y="2300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13" name="Oval 19"/>
            <p:cNvSpPr>
              <a:spLocks noChangeArrowheads="1"/>
            </p:cNvSpPr>
            <p:nvPr/>
          </p:nvSpPr>
          <p:spPr bwMode="auto">
            <a:xfrm>
              <a:off x="3120" y="268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4614" name="Line 20"/>
            <p:cNvSpPr>
              <a:spLocks noChangeShapeType="1"/>
            </p:cNvSpPr>
            <p:nvPr/>
          </p:nvSpPr>
          <p:spPr bwMode="auto">
            <a:xfrm flipH="1">
              <a:off x="3308" y="2348"/>
              <a:ext cx="24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4615" name="Group 21"/>
            <p:cNvGrpSpPr>
              <a:grpSpLocks/>
            </p:cNvGrpSpPr>
            <p:nvPr/>
          </p:nvGrpSpPr>
          <p:grpSpPr bwMode="auto">
            <a:xfrm>
              <a:off x="336" y="2688"/>
              <a:ext cx="816" cy="336"/>
              <a:chOff x="528" y="3216"/>
              <a:chExt cx="816" cy="336"/>
            </a:xfrm>
          </p:grpSpPr>
          <p:sp>
            <p:nvSpPr>
              <p:cNvPr id="24641" name="Oval 22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4642" name="Text Box 23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0001</a:t>
                </a:r>
              </a:p>
            </p:txBody>
          </p:sp>
        </p:grpSp>
        <p:grpSp>
          <p:nvGrpSpPr>
            <p:cNvPr id="24616" name="Group 24"/>
            <p:cNvGrpSpPr>
              <a:grpSpLocks/>
            </p:cNvGrpSpPr>
            <p:nvPr/>
          </p:nvGrpSpPr>
          <p:grpSpPr bwMode="auto">
            <a:xfrm>
              <a:off x="1152" y="2736"/>
              <a:ext cx="816" cy="336"/>
              <a:chOff x="528" y="3216"/>
              <a:chExt cx="816" cy="336"/>
            </a:xfrm>
          </p:grpSpPr>
          <p:sp>
            <p:nvSpPr>
              <p:cNvPr id="24639" name="Oval 25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4640" name="Text Box 26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0011</a:t>
                </a:r>
              </a:p>
            </p:txBody>
          </p:sp>
        </p:grpSp>
        <p:sp>
          <p:nvSpPr>
            <p:cNvPr id="24617" name="Line 27"/>
            <p:cNvSpPr>
              <a:spLocks noChangeShapeType="1"/>
            </p:cNvSpPr>
            <p:nvPr/>
          </p:nvSpPr>
          <p:spPr bwMode="auto">
            <a:xfrm flipH="1">
              <a:off x="2924" y="2924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18" name="Line 28"/>
            <p:cNvSpPr>
              <a:spLocks noChangeShapeType="1"/>
            </p:cNvSpPr>
            <p:nvPr/>
          </p:nvSpPr>
          <p:spPr bwMode="auto">
            <a:xfrm>
              <a:off x="3356" y="2924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4619" name="Group 29"/>
            <p:cNvGrpSpPr>
              <a:grpSpLocks/>
            </p:cNvGrpSpPr>
            <p:nvPr/>
          </p:nvGrpSpPr>
          <p:grpSpPr bwMode="auto">
            <a:xfrm>
              <a:off x="2400" y="3312"/>
              <a:ext cx="816" cy="336"/>
              <a:chOff x="528" y="3216"/>
              <a:chExt cx="816" cy="336"/>
            </a:xfrm>
          </p:grpSpPr>
          <p:sp>
            <p:nvSpPr>
              <p:cNvPr id="24637" name="Oval 30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4638" name="Text Box 31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1000</a:t>
                </a:r>
              </a:p>
            </p:txBody>
          </p:sp>
        </p:grpSp>
        <p:grpSp>
          <p:nvGrpSpPr>
            <p:cNvPr id="24620" name="Group 32"/>
            <p:cNvGrpSpPr>
              <a:grpSpLocks/>
            </p:cNvGrpSpPr>
            <p:nvPr/>
          </p:nvGrpSpPr>
          <p:grpSpPr bwMode="auto">
            <a:xfrm>
              <a:off x="3216" y="3360"/>
              <a:ext cx="816" cy="336"/>
              <a:chOff x="528" y="3216"/>
              <a:chExt cx="816" cy="336"/>
            </a:xfrm>
          </p:grpSpPr>
          <p:sp>
            <p:nvSpPr>
              <p:cNvPr id="24635" name="Oval 33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4636" name="Text Box 34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1001</a:t>
                </a:r>
              </a:p>
            </p:txBody>
          </p:sp>
        </p:grpSp>
        <p:sp>
          <p:nvSpPr>
            <p:cNvPr id="24621" name="Text Box 35"/>
            <p:cNvSpPr txBox="1">
              <a:spLocks noChangeArrowheads="1"/>
            </p:cNvSpPr>
            <p:nvPr/>
          </p:nvSpPr>
          <p:spPr bwMode="auto">
            <a:xfrm>
              <a:off x="2448" y="1008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4622" name="Text Box 36"/>
            <p:cNvSpPr txBox="1">
              <a:spLocks noChangeArrowheads="1"/>
            </p:cNvSpPr>
            <p:nvPr/>
          </p:nvSpPr>
          <p:spPr bwMode="auto">
            <a:xfrm>
              <a:off x="1296" y="1680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4623" name="Text Box 37"/>
            <p:cNvSpPr txBox="1">
              <a:spLocks noChangeArrowheads="1"/>
            </p:cNvSpPr>
            <p:nvPr/>
          </p:nvSpPr>
          <p:spPr bwMode="auto">
            <a:xfrm>
              <a:off x="720" y="230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4624" name="Text Box 38"/>
            <p:cNvSpPr txBox="1">
              <a:spLocks noChangeArrowheads="1"/>
            </p:cNvSpPr>
            <p:nvPr/>
          </p:nvSpPr>
          <p:spPr bwMode="auto">
            <a:xfrm>
              <a:off x="2832" y="297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4625" name="Text Box 39"/>
            <p:cNvSpPr txBox="1">
              <a:spLocks noChangeArrowheads="1"/>
            </p:cNvSpPr>
            <p:nvPr/>
          </p:nvSpPr>
          <p:spPr bwMode="auto">
            <a:xfrm>
              <a:off x="3216" y="230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4626" name="Text Box 40"/>
            <p:cNvSpPr txBox="1">
              <a:spLocks noChangeArrowheads="1"/>
            </p:cNvSpPr>
            <p:nvPr/>
          </p:nvSpPr>
          <p:spPr bwMode="auto">
            <a:xfrm>
              <a:off x="3792" y="105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24627" name="Text Box 41"/>
            <p:cNvSpPr txBox="1">
              <a:spLocks noChangeArrowheads="1"/>
            </p:cNvSpPr>
            <p:nvPr/>
          </p:nvSpPr>
          <p:spPr bwMode="auto">
            <a:xfrm>
              <a:off x="3456" y="297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24628" name="Text Box 42"/>
            <p:cNvSpPr txBox="1">
              <a:spLocks noChangeArrowheads="1"/>
            </p:cNvSpPr>
            <p:nvPr/>
          </p:nvSpPr>
          <p:spPr bwMode="auto">
            <a:xfrm>
              <a:off x="1392" y="230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  <p:grpSp>
          <p:nvGrpSpPr>
            <p:cNvPr id="24629" name="Group 43"/>
            <p:cNvGrpSpPr>
              <a:grpSpLocks/>
            </p:cNvGrpSpPr>
            <p:nvPr/>
          </p:nvGrpSpPr>
          <p:grpSpPr bwMode="auto">
            <a:xfrm>
              <a:off x="1776" y="1776"/>
              <a:ext cx="816" cy="772"/>
              <a:chOff x="0" y="188"/>
              <a:chExt cx="816" cy="772"/>
            </a:xfrm>
          </p:grpSpPr>
          <p:sp>
            <p:nvSpPr>
              <p:cNvPr id="24630" name="Line 44"/>
              <p:cNvSpPr>
                <a:spLocks noChangeShapeType="1"/>
              </p:cNvSpPr>
              <p:nvPr/>
            </p:nvSpPr>
            <p:spPr bwMode="auto">
              <a:xfrm>
                <a:off x="140" y="188"/>
                <a:ext cx="192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24631" name="Group 45"/>
              <p:cNvGrpSpPr>
                <a:grpSpLocks/>
              </p:cNvGrpSpPr>
              <p:nvPr/>
            </p:nvGrpSpPr>
            <p:grpSpPr bwMode="auto">
              <a:xfrm>
                <a:off x="0" y="624"/>
                <a:ext cx="816" cy="336"/>
                <a:chOff x="528" y="3216"/>
                <a:chExt cx="816" cy="336"/>
              </a:xfrm>
            </p:grpSpPr>
            <p:sp>
              <p:nvSpPr>
                <p:cNvPr id="24633" name="Oval 46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4634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rgbClr val="FF3300"/>
                      </a:solidFill>
                    </a:rPr>
                    <a:t>0111</a:t>
                  </a:r>
                </a:p>
              </p:txBody>
            </p:sp>
          </p:grpSp>
          <p:sp>
            <p:nvSpPr>
              <p:cNvPr id="24632" name="Text Box 48"/>
              <p:cNvSpPr txBox="1">
                <a:spLocks noChangeArrowheads="1"/>
              </p:cNvSpPr>
              <p:nvPr/>
            </p:nvSpPr>
            <p:spPr bwMode="auto">
              <a:xfrm>
                <a:off x="240" y="192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</a:t>
                </a:r>
              </a:p>
            </p:txBody>
          </p:sp>
        </p:grpSp>
      </p:grpSp>
      <p:sp>
        <p:nvSpPr>
          <p:cNvPr id="325681" name="Text Box 49"/>
          <p:cNvSpPr txBox="1">
            <a:spLocks noChangeArrowheads="1"/>
          </p:cNvSpPr>
          <p:nvPr/>
        </p:nvSpPr>
        <p:spPr bwMode="auto">
          <a:xfrm>
            <a:off x="5029200" y="6019800"/>
            <a:ext cx="2971800" cy="579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/>
              <a:t>One compare.</a:t>
            </a:r>
            <a:endParaRPr lang="en-US" altLang="en-US" sz="2000"/>
          </a:p>
        </p:txBody>
      </p:sp>
      <p:sp>
        <p:nvSpPr>
          <p:cNvPr id="24588" name="Oval 50"/>
          <p:cNvSpPr>
            <a:spLocks noChangeArrowheads="1"/>
          </p:cNvSpPr>
          <p:nvPr/>
        </p:nvSpPr>
        <p:spPr bwMode="auto">
          <a:xfrm>
            <a:off x="8229600" y="33591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24589" name="Oval 51"/>
          <p:cNvSpPr>
            <a:spLocks noChangeArrowheads="1"/>
          </p:cNvSpPr>
          <p:nvPr/>
        </p:nvSpPr>
        <p:spPr bwMode="auto">
          <a:xfrm>
            <a:off x="769620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grpSp>
        <p:nvGrpSpPr>
          <p:cNvPr id="24590" name="Group 52"/>
          <p:cNvGrpSpPr>
            <a:grpSpLocks/>
          </p:cNvGrpSpPr>
          <p:nvPr/>
        </p:nvGrpSpPr>
        <p:grpSpPr bwMode="auto">
          <a:xfrm>
            <a:off x="6553200" y="5340350"/>
            <a:ext cx="1295400" cy="533400"/>
            <a:chOff x="528" y="3216"/>
            <a:chExt cx="816" cy="336"/>
          </a:xfrm>
        </p:grpSpPr>
        <p:sp>
          <p:nvSpPr>
            <p:cNvPr id="24603" name="Oval 53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4604" name="Text Box 54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1100</a:t>
              </a:r>
            </a:p>
          </p:txBody>
        </p:sp>
      </p:grpSp>
      <p:grpSp>
        <p:nvGrpSpPr>
          <p:cNvPr id="10" name="Group 55"/>
          <p:cNvGrpSpPr>
            <a:grpSpLocks/>
          </p:cNvGrpSpPr>
          <p:nvPr/>
        </p:nvGrpSpPr>
        <p:grpSpPr bwMode="auto">
          <a:xfrm>
            <a:off x="7848600" y="5416550"/>
            <a:ext cx="1295400" cy="533400"/>
            <a:chOff x="528" y="3216"/>
            <a:chExt cx="816" cy="336"/>
          </a:xfrm>
        </p:grpSpPr>
        <p:sp>
          <p:nvSpPr>
            <p:cNvPr id="24601" name="Oval 56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4602" name="Text Box 57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1101</a:t>
              </a:r>
            </a:p>
          </p:txBody>
        </p:sp>
      </p:grpSp>
      <p:grpSp>
        <p:nvGrpSpPr>
          <p:cNvPr id="24592" name="Group 58"/>
          <p:cNvGrpSpPr>
            <a:grpSpLocks/>
          </p:cNvGrpSpPr>
          <p:nvPr/>
        </p:nvGrpSpPr>
        <p:grpSpPr bwMode="auto">
          <a:xfrm>
            <a:off x="7239000" y="4724400"/>
            <a:ext cx="527050" cy="685800"/>
            <a:chOff x="4560" y="2976"/>
            <a:chExt cx="332" cy="432"/>
          </a:xfrm>
        </p:grpSpPr>
        <p:sp>
          <p:nvSpPr>
            <p:cNvPr id="24599" name="Line 59"/>
            <p:cNvSpPr>
              <a:spLocks noChangeShapeType="1"/>
            </p:cNvSpPr>
            <p:nvPr/>
          </p:nvSpPr>
          <p:spPr bwMode="auto">
            <a:xfrm flipH="1">
              <a:off x="4652" y="2976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00" name="Text Box 60"/>
            <p:cNvSpPr txBox="1">
              <a:spLocks noChangeArrowheads="1"/>
            </p:cNvSpPr>
            <p:nvPr/>
          </p:nvSpPr>
          <p:spPr bwMode="auto">
            <a:xfrm>
              <a:off x="4560" y="3028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</p:grpSp>
      <p:grpSp>
        <p:nvGrpSpPr>
          <p:cNvPr id="24593" name="Group 61"/>
          <p:cNvGrpSpPr>
            <a:grpSpLocks/>
          </p:cNvGrpSpPr>
          <p:nvPr/>
        </p:nvGrpSpPr>
        <p:grpSpPr bwMode="auto">
          <a:xfrm>
            <a:off x="7848600" y="3740150"/>
            <a:ext cx="527050" cy="603250"/>
            <a:chOff x="4944" y="2356"/>
            <a:chExt cx="332" cy="380"/>
          </a:xfrm>
        </p:grpSpPr>
        <p:sp>
          <p:nvSpPr>
            <p:cNvPr id="24597" name="Line 62"/>
            <p:cNvSpPr>
              <a:spLocks noChangeShapeType="1"/>
            </p:cNvSpPr>
            <p:nvPr/>
          </p:nvSpPr>
          <p:spPr bwMode="auto">
            <a:xfrm flipH="1">
              <a:off x="5036" y="2400"/>
              <a:ext cx="24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598" name="Text Box 63"/>
            <p:cNvSpPr txBox="1">
              <a:spLocks noChangeArrowheads="1"/>
            </p:cNvSpPr>
            <p:nvPr/>
          </p:nvSpPr>
          <p:spPr bwMode="auto">
            <a:xfrm>
              <a:off x="4944" y="235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</p:grpSp>
      <p:grpSp>
        <p:nvGrpSpPr>
          <p:cNvPr id="13" name="Group 64"/>
          <p:cNvGrpSpPr>
            <a:grpSpLocks/>
          </p:cNvGrpSpPr>
          <p:nvPr/>
        </p:nvGrpSpPr>
        <p:grpSpPr bwMode="auto">
          <a:xfrm>
            <a:off x="8070850" y="4724400"/>
            <a:ext cx="615950" cy="762000"/>
            <a:chOff x="5084" y="2976"/>
            <a:chExt cx="388" cy="480"/>
          </a:xfrm>
        </p:grpSpPr>
        <p:sp>
          <p:nvSpPr>
            <p:cNvPr id="24595" name="Line 65"/>
            <p:cNvSpPr>
              <a:spLocks noChangeShapeType="1"/>
            </p:cNvSpPr>
            <p:nvPr/>
          </p:nvSpPr>
          <p:spPr bwMode="auto">
            <a:xfrm>
              <a:off x="5084" y="2976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596" name="Text Box 66"/>
            <p:cNvSpPr txBox="1">
              <a:spLocks noChangeArrowheads="1"/>
            </p:cNvSpPr>
            <p:nvPr/>
          </p:nvSpPr>
          <p:spPr bwMode="auto">
            <a:xfrm>
              <a:off x="5184" y="3028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3955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5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5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81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Fixed Length Delete</a:t>
            </a:r>
          </a:p>
        </p:txBody>
      </p:sp>
      <p:sp>
        <p:nvSpPr>
          <p:cNvPr id="326659" name="Text Box 3"/>
          <p:cNvSpPr txBox="1">
            <a:spLocks noChangeArrowheads="1"/>
          </p:cNvSpPr>
          <p:nvPr/>
        </p:nvSpPr>
        <p:spPr bwMode="auto">
          <a:xfrm>
            <a:off x="914400" y="6019800"/>
            <a:ext cx="2971800" cy="579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/>
              <a:t>Delete</a:t>
            </a:r>
            <a:r>
              <a:rPr lang="en-US" altLang="en-US">
                <a:solidFill>
                  <a:srgbClr val="FF3300"/>
                </a:solidFill>
              </a:rPr>
              <a:t> 0111</a:t>
            </a:r>
            <a:r>
              <a:rPr lang="en-US" altLang="en-US"/>
              <a:t>.</a:t>
            </a:r>
            <a:endParaRPr lang="en-US" altLang="en-US" sz="200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33400" y="1447800"/>
            <a:ext cx="8610600" cy="4502150"/>
            <a:chOff x="336" y="912"/>
            <a:chExt cx="5424" cy="2836"/>
          </a:xfrm>
        </p:grpSpPr>
        <p:sp>
          <p:nvSpPr>
            <p:cNvPr id="25605" name="Oval 5"/>
            <p:cNvSpPr>
              <a:spLocks noChangeArrowheads="1"/>
            </p:cNvSpPr>
            <p:nvPr/>
          </p:nvSpPr>
          <p:spPr bwMode="auto">
            <a:xfrm>
              <a:off x="4416" y="153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5606" name="Line 6"/>
            <p:cNvSpPr>
              <a:spLocks noChangeShapeType="1"/>
            </p:cNvSpPr>
            <p:nvPr/>
          </p:nvSpPr>
          <p:spPr bwMode="auto">
            <a:xfrm>
              <a:off x="3308" y="1100"/>
              <a:ext cx="1152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07" name="Line 7"/>
            <p:cNvSpPr>
              <a:spLocks noChangeShapeType="1"/>
            </p:cNvSpPr>
            <p:nvPr/>
          </p:nvSpPr>
          <p:spPr bwMode="auto">
            <a:xfrm flipH="1">
              <a:off x="3744" y="1776"/>
              <a:ext cx="72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08" name="Line 8"/>
            <p:cNvSpPr>
              <a:spLocks noChangeShapeType="1"/>
            </p:cNvSpPr>
            <p:nvPr/>
          </p:nvSpPr>
          <p:spPr bwMode="auto">
            <a:xfrm>
              <a:off x="4608" y="1776"/>
              <a:ext cx="576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09" name="Text Box 9"/>
            <p:cNvSpPr txBox="1">
              <a:spLocks noChangeArrowheads="1"/>
            </p:cNvSpPr>
            <p:nvPr/>
          </p:nvSpPr>
          <p:spPr bwMode="auto">
            <a:xfrm>
              <a:off x="4080" y="163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5610" name="Text Box 10"/>
            <p:cNvSpPr txBox="1">
              <a:spLocks noChangeArrowheads="1"/>
            </p:cNvSpPr>
            <p:nvPr/>
          </p:nvSpPr>
          <p:spPr bwMode="auto">
            <a:xfrm>
              <a:off x="4752" y="1680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  <p:grpSp>
          <p:nvGrpSpPr>
            <p:cNvPr id="25611" name="Group 11"/>
            <p:cNvGrpSpPr>
              <a:grpSpLocks/>
            </p:cNvGrpSpPr>
            <p:nvPr/>
          </p:nvGrpSpPr>
          <p:grpSpPr bwMode="auto">
            <a:xfrm>
              <a:off x="336" y="912"/>
              <a:ext cx="3744" cy="2784"/>
              <a:chOff x="336" y="912"/>
              <a:chExt cx="3744" cy="2784"/>
            </a:xfrm>
          </p:grpSpPr>
          <p:sp>
            <p:nvSpPr>
              <p:cNvPr id="25629" name="Oval 12"/>
              <p:cNvSpPr>
                <a:spLocks noChangeArrowheads="1"/>
              </p:cNvSpPr>
              <p:nvPr/>
            </p:nvSpPr>
            <p:spPr bwMode="auto">
              <a:xfrm>
                <a:off x="3024" y="912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5630" name="Oval 13"/>
              <p:cNvSpPr>
                <a:spLocks noChangeArrowheads="1"/>
              </p:cNvSpPr>
              <p:nvPr/>
            </p:nvSpPr>
            <p:spPr bwMode="auto">
              <a:xfrm>
                <a:off x="1680" y="1536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5631" name="Oval 14"/>
              <p:cNvSpPr>
                <a:spLocks noChangeArrowheads="1"/>
              </p:cNvSpPr>
              <p:nvPr/>
            </p:nvSpPr>
            <p:spPr bwMode="auto">
              <a:xfrm>
                <a:off x="1056" y="2064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5632" name="Oval 15"/>
              <p:cNvSpPr>
                <a:spLocks noChangeArrowheads="1"/>
              </p:cNvSpPr>
              <p:nvPr/>
            </p:nvSpPr>
            <p:spPr bwMode="auto">
              <a:xfrm>
                <a:off x="3456" y="2064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5633" name="Line 16"/>
              <p:cNvSpPr>
                <a:spLocks noChangeShapeType="1"/>
              </p:cNvSpPr>
              <p:nvPr/>
            </p:nvSpPr>
            <p:spPr bwMode="auto">
              <a:xfrm flipH="1">
                <a:off x="1964" y="1100"/>
                <a:ext cx="1056" cy="5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634" name="Line 17"/>
              <p:cNvSpPr>
                <a:spLocks noChangeShapeType="1"/>
              </p:cNvSpPr>
              <p:nvPr/>
            </p:nvSpPr>
            <p:spPr bwMode="auto">
              <a:xfrm flipH="1">
                <a:off x="1244" y="1772"/>
                <a:ext cx="48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635" name="Line 18"/>
              <p:cNvSpPr>
                <a:spLocks noChangeShapeType="1"/>
              </p:cNvSpPr>
              <p:nvPr/>
            </p:nvSpPr>
            <p:spPr bwMode="auto">
              <a:xfrm flipH="1">
                <a:off x="860" y="2300"/>
                <a:ext cx="24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636" name="Line 19"/>
              <p:cNvSpPr>
                <a:spLocks noChangeShapeType="1"/>
              </p:cNvSpPr>
              <p:nvPr/>
            </p:nvSpPr>
            <p:spPr bwMode="auto">
              <a:xfrm>
                <a:off x="1292" y="2300"/>
                <a:ext cx="192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637" name="Oval 20"/>
              <p:cNvSpPr>
                <a:spLocks noChangeArrowheads="1"/>
              </p:cNvSpPr>
              <p:nvPr/>
            </p:nvSpPr>
            <p:spPr bwMode="auto">
              <a:xfrm>
                <a:off x="3120" y="2688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5638" name="Line 21"/>
              <p:cNvSpPr>
                <a:spLocks noChangeShapeType="1"/>
              </p:cNvSpPr>
              <p:nvPr/>
            </p:nvSpPr>
            <p:spPr bwMode="auto">
              <a:xfrm flipH="1">
                <a:off x="3308" y="2348"/>
                <a:ext cx="24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25639" name="Group 22"/>
              <p:cNvGrpSpPr>
                <a:grpSpLocks/>
              </p:cNvGrpSpPr>
              <p:nvPr/>
            </p:nvGrpSpPr>
            <p:grpSpPr bwMode="auto">
              <a:xfrm>
                <a:off x="336" y="2688"/>
                <a:ext cx="816" cy="336"/>
                <a:chOff x="528" y="3216"/>
                <a:chExt cx="816" cy="336"/>
              </a:xfrm>
            </p:grpSpPr>
            <p:sp>
              <p:nvSpPr>
                <p:cNvPr id="25665" name="Oval 23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5666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rgbClr val="FF3300"/>
                      </a:solidFill>
                    </a:rPr>
                    <a:t>0001</a:t>
                  </a:r>
                </a:p>
              </p:txBody>
            </p:sp>
          </p:grpSp>
          <p:grpSp>
            <p:nvGrpSpPr>
              <p:cNvPr id="25640" name="Group 25"/>
              <p:cNvGrpSpPr>
                <a:grpSpLocks/>
              </p:cNvGrpSpPr>
              <p:nvPr/>
            </p:nvGrpSpPr>
            <p:grpSpPr bwMode="auto">
              <a:xfrm>
                <a:off x="1152" y="2736"/>
                <a:ext cx="816" cy="336"/>
                <a:chOff x="528" y="3216"/>
                <a:chExt cx="816" cy="336"/>
              </a:xfrm>
            </p:grpSpPr>
            <p:sp>
              <p:nvSpPr>
                <p:cNvPr id="25663" name="Oval 26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5664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rgbClr val="FF3300"/>
                      </a:solidFill>
                    </a:rPr>
                    <a:t>0011</a:t>
                  </a:r>
                </a:p>
              </p:txBody>
            </p:sp>
          </p:grpSp>
          <p:sp>
            <p:nvSpPr>
              <p:cNvPr id="25641" name="Line 28"/>
              <p:cNvSpPr>
                <a:spLocks noChangeShapeType="1"/>
              </p:cNvSpPr>
              <p:nvPr/>
            </p:nvSpPr>
            <p:spPr bwMode="auto">
              <a:xfrm flipH="1">
                <a:off x="2924" y="2924"/>
                <a:ext cx="24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642" name="Line 29"/>
              <p:cNvSpPr>
                <a:spLocks noChangeShapeType="1"/>
              </p:cNvSpPr>
              <p:nvPr/>
            </p:nvSpPr>
            <p:spPr bwMode="auto">
              <a:xfrm>
                <a:off x="3356" y="2924"/>
                <a:ext cx="192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25643" name="Group 30"/>
              <p:cNvGrpSpPr>
                <a:grpSpLocks/>
              </p:cNvGrpSpPr>
              <p:nvPr/>
            </p:nvGrpSpPr>
            <p:grpSpPr bwMode="auto">
              <a:xfrm>
                <a:off x="2400" y="3312"/>
                <a:ext cx="816" cy="336"/>
                <a:chOff x="528" y="3216"/>
                <a:chExt cx="816" cy="336"/>
              </a:xfrm>
            </p:grpSpPr>
            <p:sp>
              <p:nvSpPr>
                <p:cNvPr id="25661" name="Oval 31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5662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rgbClr val="FF3300"/>
                      </a:solidFill>
                    </a:rPr>
                    <a:t>1000</a:t>
                  </a:r>
                </a:p>
              </p:txBody>
            </p:sp>
          </p:grpSp>
          <p:grpSp>
            <p:nvGrpSpPr>
              <p:cNvPr id="25644" name="Group 33"/>
              <p:cNvGrpSpPr>
                <a:grpSpLocks/>
              </p:cNvGrpSpPr>
              <p:nvPr/>
            </p:nvGrpSpPr>
            <p:grpSpPr bwMode="auto">
              <a:xfrm>
                <a:off x="3216" y="3360"/>
                <a:ext cx="816" cy="336"/>
                <a:chOff x="528" y="3216"/>
                <a:chExt cx="816" cy="336"/>
              </a:xfrm>
            </p:grpSpPr>
            <p:sp>
              <p:nvSpPr>
                <p:cNvPr id="25659" name="Oval 34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2400"/>
                </a:p>
              </p:txBody>
            </p:sp>
            <p:sp>
              <p:nvSpPr>
                <p:cNvPr id="25660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rgbClr val="FF3300"/>
                      </a:solidFill>
                    </a:rPr>
                    <a:t>1001</a:t>
                  </a:r>
                </a:p>
              </p:txBody>
            </p:sp>
          </p:grpSp>
          <p:sp>
            <p:nvSpPr>
              <p:cNvPr id="25645" name="Text Box 36"/>
              <p:cNvSpPr txBox="1">
                <a:spLocks noChangeArrowheads="1"/>
              </p:cNvSpPr>
              <p:nvPr/>
            </p:nvSpPr>
            <p:spPr bwMode="auto">
              <a:xfrm>
                <a:off x="2448" y="1008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</a:t>
                </a:r>
              </a:p>
            </p:txBody>
          </p:sp>
          <p:sp>
            <p:nvSpPr>
              <p:cNvPr id="25646" name="Text Box 37"/>
              <p:cNvSpPr txBox="1">
                <a:spLocks noChangeArrowheads="1"/>
              </p:cNvSpPr>
              <p:nvPr/>
            </p:nvSpPr>
            <p:spPr bwMode="auto">
              <a:xfrm>
                <a:off x="1296" y="1680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</a:t>
                </a:r>
              </a:p>
            </p:txBody>
          </p:sp>
          <p:sp>
            <p:nvSpPr>
              <p:cNvPr id="25647" name="Text Box 38"/>
              <p:cNvSpPr txBox="1">
                <a:spLocks noChangeArrowheads="1"/>
              </p:cNvSpPr>
              <p:nvPr/>
            </p:nvSpPr>
            <p:spPr bwMode="auto">
              <a:xfrm>
                <a:off x="720" y="2304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</a:t>
                </a:r>
              </a:p>
            </p:txBody>
          </p:sp>
          <p:sp>
            <p:nvSpPr>
              <p:cNvPr id="25648" name="Text Box 39"/>
              <p:cNvSpPr txBox="1">
                <a:spLocks noChangeArrowheads="1"/>
              </p:cNvSpPr>
              <p:nvPr/>
            </p:nvSpPr>
            <p:spPr bwMode="auto">
              <a:xfrm>
                <a:off x="2832" y="2976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</a:t>
                </a:r>
              </a:p>
            </p:txBody>
          </p:sp>
          <p:sp>
            <p:nvSpPr>
              <p:cNvPr id="25649" name="Text Box 40"/>
              <p:cNvSpPr txBox="1">
                <a:spLocks noChangeArrowheads="1"/>
              </p:cNvSpPr>
              <p:nvPr/>
            </p:nvSpPr>
            <p:spPr bwMode="auto">
              <a:xfrm>
                <a:off x="3216" y="2304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</a:t>
                </a:r>
              </a:p>
            </p:txBody>
          </p:sp>
          <p:sp>
            <p:nvSpPr>
              <p:cNvPr id="25650" name="Text Box 41"/>
              <p:cNvSpPr txBox="1">
                <a:spLocks noChangeArrowheads="1"/>
              </p:cNvSpPr>
              <p:nvPr/>
            </p:nvSpPr>
            <p:spPr bwMode="auto">
              <a:xfrm>
                <a:off x="3792" y="1056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</a:t>
                </a:r>
              </a:p>
            </p:txBody>
          </p:sp>
          <p:sp>
            <p:nvSpPr>
              <p:cNvPr id="25651" name="Text Box 42"/>
              <p:cNvSpPr txBox="1">
                <a:spLocks noChangeArrowheads="1"/>
              </p:cNvSpPr>
              <p:nvPr/>
            </p:nvSpPr>
            <p:spPr bwMode="auto">
              <a:xfrm>
                <a:off x="3456" y="2976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</a:t>
                </a:r>
              </a:p>
            </p:txBody>
          </p:sp>
          <p:sp>
            <p:nvSpPr>
              <p:cNvPr id="25652" name="Text Box 43"/>
              <p:cNvSpPr txBox="1">
                <a:spLocks noChangeArrowheads="1"/>
              </p:cNvSpPr>
              <p:nvPr/>
            </p:nvSpPr>
            <p:spPr bwMode="auto">
              <a:xfrm>
                <a:off x="1392" y="2304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</a:t>
                </a:r>
              </a:p>
            </p:txBody>
          </p:sp>
          <p:grpSp>
            <p:nvGrpSpPr>
              <p:cNvPr id="25653" name="Group 44"/>
              <p:cNvGrpSpPr>
                <a:grpSpLocks/>
              </p:cNvGrpSpPr>
              <p:nvPr/>
            </p:nvGrpSpPr>
            <p:grpSpPr bwMode="auto">
              <a:xfrm>
                <a:off x="1776" y="1776"/>
                <a:ext cx="816" cy="772"/>
                <a:chOff x="0" y="188"/>
                <a:chExt cx="816" cy="772"/>
              </a:xfrm>
            </p:grpSpPr>
            <p:sp>
              <p:nvSpPr>
                <p:cNvPr id="25654" name="Line 45"/>
                <p:cNvSpPr>
                  <a:spLocks noChangeShapeType="1"/>
                </p:cNvSpPr>
                <p:nvPr/>
              </p:nvSpPr>
              <p:spPr bwMode="auto">
                <a:xfrm>
                  <a:off x="140" y="188"/>
                  <a:ext cx="192" cy="48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grpSp>
              <p:nvGrpSpPr>
                <p:cNvPr id="25655" name="Group 46"/>
                <p:cNvGrpSpPr>
                  <a:grpSpLocks/>
                </p:cNvGrpSpPr>
                <p:nvPr/>
              </p:nvGrpSpPr>
              <p:grpSpPr bwMode="auto">
                <a:xfrm>
                  <a:off x="0" y="624"/>
                  <a:ext cx="816" cy="336"/>
                  <a:chOff x="528" y="3216"/>
                  <a:chExt cx="816" cy="336"/>
                </a:xfrm>
              </p:grpSpPr>
              <p:sp>
                <p:nvSpPr>
                  <p:cNvPr id="25657" name="Oval 47"/>
                  <p:cNvSpPr>
                    <a:spLocks noChangeArrowheads="1"/>
                  </p:cNvSpPr>
                  <p:nvPr/>
                </p:nvSpPr>
                <p:spPr bwMode="auto">
                  <a:xfrm>
                    <a:off x="528" y="3264"/>
                    <a:ext cx="768" cy="288"/>
                  </a:xfrm>
                  <a:prstGeom prst="ellipse">
                    <a:avLst/>
                  </a:prstGeom>
                  <a:solidFill>
                    <a:srgbClr val="FFFF00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3300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en-US" sz="2400"/>
                  </a:p>
                </p:txBody>
              </p:sp>
              <p:sp>
                <p:nvSpPr>
                  <p:cNvPr id="25658" name="Text Box 4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2" y="3216"/>
                    <a:ext cx="672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3300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en-US" sz="2800">
                        <a:solidFill>
                          <a:srgbClr val="FF3300"/>
                        </a:solidFill>
                      </a:rPr>
                      <a:t>0111</a:t>
                    </a:r>
                  </a:p>
                </p:txBody>
              </p:sp>
            </p:grpSp>
            <p:sp>
              <p:nvSpPr>
                <p:cNvPr id="25656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240" y="192"/>
                  <a:ext cx="288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rgbClr val="FF3300"/>
                      </a:solidFill>
                    </a:rPr>
                    <a:t>1</a:t>
                  </a:r>
                </a:p>
              </p:txBody>
            </p:sp>
          </p:grpSp>
        </p:grpSp>
        <p:sp>
          <p:nvSpPr>
            <p:cNvPr id="25612" name="Oval 50"/>
            <p:cNvSpPr>
              <a:spLocks noChangeArrowheads="1"/>
            </p:cNvSpPr>
            <p:nvPr/>
          </p:nvSpPr>
          <p:spPr bwMode="auto">
            <a:xfrm>
              <a:off x="5184" y="211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5613" name="Oval 51"/>
            <p:cNvSpPr>
              <a:spLocks noChangeArrowheads="1"/>
            </p:cNvSpPr>
            <p:nvPr/>
          </p:nvSpPr>
          <p:spPr bwMode="auto">
            <a:xfrm>
              <a:off x="4848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grpSp>
          <p:nvGrpSpPr>
            <p:cNvPr id="25614" name="Group 52"/>
            <p:cNvGrpSpPr>
              <a:grpSpLocks/>
            </p:cNvGrpSpPr>
            <p:nvPr/>
          </p:nvGrpSpPr>
          <p:grpSpPr bwMode="auto">
            <a:xfrm>
              <a:off x="4128" y="3364"/>
              <a:ext cx="816" cy="336"/>
              <a:chOff x="528" y="3216"/>
              <a:chExt cx="816" cy="336"/>
            </a:xfrm>
          </p:grpSpPr>
          <p:sp>
            <p:nvSpPr>
              <p:cNvPr id="25627" name="Oval 53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5628" name="Text Box 54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1100</a:t>
                </a:r>
              </a:p>
            </p:txBody>
          </p:sp>
        </p:grpSp>
        <p:grpSp>
          <p:nvGrpSpPr>
            <p:cNvPr id="25615" name="Group 55"/>
            <p:cNvGrpSpPr>
              <a:grpSpLocks/>
            </p:cNvGrpSpPr>
            <p:nvPr/>
          </p:nvGrpSpPr>
          <p:grpSpPr bwMode="auto">
            <a:xfrm>
              <a:off x="4944" y="3412"/>
              <a:ext cx="816" cy="336"/>
              <a:chOff x="528" y="3216"/>
              <a:chExt cx="816" cy="336"/>
            </a:xfrm>
          </p:grpSpPr>
          <p:sp>
            <p:nvSpPr>
              <p:cNvPr id="25625" name="Oval 56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5626" name="Text Box 57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1101</a:t>
                </a:r>
              </a:p>
            </p:txBody>
          </p:sp>
        </p:grpSp>
        <p:grpSp>
          <p:nvGrpSpPr>
            <p:cNvPr id="25616" name="Group 58"/>
            <p:cNvGrpSpPr>
              <a:grpSpLocks/>
            </p:cNvGrpSpPr>
            <p:nvPr/>
          </p:nvGrpSpPr>
          <p:grpSpPr bwMode="auto">
            <a:xfrm>
              <a:off x="4560" y="2976"/>
              <a:ext cx="332" cy="432"/>
              <a:chOff x="4560" y="2976"/>
              <a:chExt cx="332" cy="432"/>
            </a:xfrm>
          </p:grpSpPr>
          <p:sp>
            <p:nvSpPr>
              <p:cNvPr id="25623" name="Line 59"/>
              <p:cNvSpPr>
                <a:spLocks noChangeShapeType="1"/>
              </p:cNvSpPr>
              <p:nvPr/>
            </p:nvSpPr>
            <p:spPr bwMode="auto">
              <a:xfrm flipH="1">
                <a:off x="4652" y="2976"/>
                <a:ext cx="24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624" name="Text Box 60"/>
              <p:cNvSpPr txBox="1">
                <a:spLocks noChangeArrowheads="1"/>
              </p:cNvSpPr>
              <p:nvPr/>
            </p:nvSpPr>
            <p:spPr bwMode="auto">
              <a:xfrm>
                <a:off x="4560" y="3028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</a:t>
                </a:r>
              </a:p>
            </p:txBody>
          </p:sp>
        </p:grpSp>
        <p:grpSp>
          <p:nvGrpSpPr>
            <p:cNvPr id="25617" name="Group 61"/>
            <p:cNvGrpSpPr>
              <a:grpSpLocks/>
            </p:cNvGrpSpPr>
            <p:nvPr/>
          </p:nvGrpSpPr>
          <p:grpSpPr bwMode="auto">
            <a:xfrm>
              <a:off x="4944" y="2356"/>
              <a:ext cx="332" cy="380"/>
              <a:chOff x="4944" y="2356"/>
              <a:chExt cx="332" cy="380"/>
            </a:xfrm>
          </p:grpSpPr>
          <p:sp>
            <p:nvSpPr>
              <p:cNvPr id="25621" name="Line 62"/>
              <p:cNvSpPr>
                <a:spLocks noChangeShapeType="1"/>
              </p:cNvSpPr>
              <p:nvPr/>
            </p:nvSpPr>
            <p:spPr bwMode="auto">
              <a:xfrm flipH="1">
                <a:off x="5036" y="2400"/>
                <a:ext cx="24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622" name="Text Box 63"/>
              <p:cNvSpPr txBox="1">
                <a:spLocks noChangeArrowheads="1"/>
              </p:cNvSpPr>
              <p:nvPr/>
            </p:nvSpPr>
            <p:spPr bwMode="auto">
              <a:xfrm>
                <a:off x="4944" y="2356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</a:t>
                </a:r>
              </a:p>
            </p:txBody>
          </p:sp>
        </p:grpSp>
        <p:grpSp>
          <p:nvGrpSpPr>
            <p:cNvPr id="25618" name="Group 64"/>
            <p:cNvGrpSpPr>
              <a:grpSpLocks/>
            </p:cNvGrpSpPr>
            <p:nvPr/>
          </p:nvGrpSpPr>
          <p:grpSpPr bwMode="auto">
            <a:xfrm>
              <a:off x="5084" y="2976"/>
              <a:ext cx="388" cy="480"/>
              <a:chOff x="5084" y="2976"/>
              <a:chExt cx="388" cy="480"/>
            </a:xfrm>
          </p:grpSpPr>
          <p:sp>
            <p:nvSpPr>
              <p:cNvPr id="25619" name="Line 65"/>
              <p:cNvSpPr>
                <a:spLocks noChangeShapeType="1"/>
              </p:cNvSpPr>
              <p:nvPr/>
            </p:nvSpPr>
            <p:spPr bwMode="auto">
              <a:xfrm>
                <a:off x="5084" y="2976"/>
                <a:ext cx="192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620" name="Text Box 66"/>
              <p:cNvSpPr txBox="1">
                <a:spLocks noChangeArrowheads="1"/>
              </p:cNvSpPr>
              <p:nvPr/>
            </p:nvSpPr>
            <p:spPr bwMode="auto">
              <a:xfrm>
                <a:off x="5184" y="3028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6643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6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6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59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Fixed Length Delete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914400" y="6019800"/>
            <a:ext cx="2971800" cy="579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/>
              <a:t>Delete</a:t>
            </a:r>
            <a:r>
              <a:rPr lang="en-US" altLang="en-US">
                <a:solidFill>
                  <a:srgbClr val="FF3300"/>
                </a:solidFill>
              </a:rPr>
              <a:t> 0111</a:t>
            </a:r>
            <a:r>
              <a:rPr lang="en-US" altLang="en-US"/>
              <a:t>.</a:t>
            </a:r>
            <a:endParaRPr lang="en-US" altLang="en-US" sz="2000"/>
          </a:p>
        </p:txBody>
      </p:sp>
      <p:sp>
        <p:nvSpPr>
          <p:cNvPr id="328708" name="Text Box 4"/>
          <p:cNvSpPr txBox="1">
            <a:spLocks noChangeArrowheads="1"/>
          </p:cNvSpPr>
          <p:nvPr/>
        </p:nvSpPr>
        <p:spPr bwMode="auto">
          <a:xfrm>
            <a:off x="5029200" y="6019800"/>
            <a:ext cx="2971800" cy="579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/>
              <a:t>One compare.</a:t>
            </a:r>
            <a:endParaRPr lang="en-US" altLang="en-US" sz="2000"/>
          </a:p>
        </p:txBody>
      </p:sp>
      <p:grpSp>
        <p:nvGrpSpPr>
          <p:cNvPr id="27653" name="Group 5"/>
          <p:cNvGrpSpPr>
            <a:grpSpLocks/>
          </p:cNvGrpSpPr>
          <p:nvPr/>
        </p:nvGrpSpPr>
        <p:grpSpPr bwMode="auto">
          <a:xfrm>
            <a:off x="533400" y="1447800"/>
            <a:ext cx="8610600" cy="4502150"/>
            <a:chOff x="336" y="912"/>
            <a:chExt cx="5424" cy="2836"/>
          </a:xfrm>
        </p:grpSpPr>
        <p:sp>
          <p:nvSpPr>
            <p:cNvPr id="27654" name="Oval 6"/>
            <p:cNvSpPr>
              <a:spLocks noChangeArrowheads="1"/>
            </p:cNvSpPr>
            <p:nvPr/>
          </p:nvSpPr>
          <p:spPr bwMode="auto">
            <a:xfrm>
              <a:off x="4416" y="153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7655" name="Line 7"/>
            <p:cNvSpPr>
              <a:spLocks noChangeShapeType="1"/>
            </p:cNvSpPr>
            <p:nvPr/>
          </p:nvSpPr>
          <p:spPr bwMode="auto">
            <a:xfrm>
              <a:off x="3308" y="1100"/>
              <a:ext cx="1152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656" name="Line 8"/>
            <p:cNvSpPr>
              <a:spLocks noChangeShapeType="1"/>
            </p:cNvSpPr>
            <p:nvPr/>
          </p:nvSpPr>
          <p:spPr bwMode="auto">
            <a:xfrm flipH="1">
              <a:off x="3744" y="1776"/>
              <a:ext cx="72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657" name="Line 9"/>
            <p:cNvSpPr>
              <a:spLocks noChangeShapeType="1"/>
            </p:cNvSpPr>
            <p:nvPr/>
          </p:nvSpPr>
          <p:spPr bwMode="auto">
            <a:xfrm>
              <a:off x="4608" y="1776"/>
              <a:ext cx="576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658" name="Text Box 10"/>
            <p:cNvSpPr txBox="1">
              <a:spLocks noChangeArrowheads="1"/>
            </p:cNvSpPr>
            <p:nvPr/>
          </p:nvSpPr>
          <p:spPr bwMode="auto">
            <a:xfrm>
              <a:off x="4080" y="163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7659" name="Text Box 11"/>
            <p:cNvSpPr txBox="1">
              <a:spLocks noChangeArrowheads="1"/>
            </p:cNvSpPr>
            <p:nvPr/>
          </p:nvSpPr>
          <p:spPr bwMode="auto">
            <a:xfrm>
              <a:off x="4752" y="1680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27660" name="Oval 12"/>
            <p:cNvSpPr>
              <a:spLocks noChangeArrowheads="1"/>
            </p:cNvSpPr>
            <p:nvPr/>
          </p:nvSpPr>
          <p:spPr bwMode="auto">
            <a:xfrm>
              <a:off x="3024" y="91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7661" name="Oval 13"/>
            <p:cNvSpPr>
              <a:spLocks noChangeArrowheads="1"/>
            </p:cNvSpPr>
            <p:nvPr/>
          </p:nvSpPr>
          <p:spPr bwMode="auto">
            <a:xfrm>
              <a:off x="1680" y="153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7662" name="Oval 14"/>
            <p:cNvSpPr>
              <a:spLocks noChangeArrowheads="1"/>
            </p:cNvSpPr>
            <p:nvPr/>
          </p:nvSpPr>
          <p:spPr bwMode="auto">
            <a:xfrm>
              <a:off x="1056" y="206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7663" name="Oval 15"/>
            <p:cNvSpPr>
              <a:spLocks noChangeArrowheads="1"/>
            </p:cNvSpPr>
            <p:nvPr/>
          </p:nvSpPr>
          <p:spPr bwMode="auto">
            <a:xfrm>
              <a:off x="3456" y="206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7664" name="Line 16"/>
            <p:cNvSpPr>
              <a:spLocks noChangeShapeType="1"/>
            </p:cNvSpPr>
            <p:nvPr/>
          </p:nvSpPr>
          <p:spPr bwMode="auto">
            <a:xfrm flipH="1">
              <a:off x="1964" y="1100"/>
              <a:ext cx="1056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665" name="Line 17"/>
            <p:cNvSpPr>
              <a:spLocks noChangeShapeType="1"/>
            </p:cNvSpPr>
            <p:nvPr/>
          </p:nvSpPr>
          <p:spPr bwMode="auto">
            <a:xfrm flipH="1">
              <a:off x="1244" y="1772"/>
              <a:ext cx="48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666" name="Line 18"/>
            <p:cNvSpPr>
              <a:spLocks noChangeShapeType="1"/>
            </p:cNvSpPr>
            <p:nvPr/>
          </p:nvSpPr>
          <p:spPr bwMode="auto">
            <a:xfrm flipH="1">
              <a:off x="860" y="2300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667" name="Line 19"/>
            <p:cNvSpPr>
              <a:spLocks noChangeShapeType="1"/>
            </p:cNvSpPr>
            <p:nvPr/>
          </p:nvSpPr>
          <p:spPr bwMode="auto">
            <a:xfrm>
              <a:off x="1292" y="2300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668" name="Oval 20"/>
            <p:cNvSpPr>
              <a:spLocks noChangeArrowheads="1"/>
            </p:cNvSpPr>
            <p:nvPr/>
          </p:nvSpPr>
          <p:spPr bwMode="auto">
            <a:xfrm>
              <a:off x="3120" y="268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7669" name="Line 21"/>
            <p:cNvSpPr>
              <a:spLocks noChangeShapeType="1"/>
            </p:cNvSpPr>
            <p:nvPr/>
          </p:nvSpPr>
          <p:spPr bwMode="auto">
            <a:xfrm flipH="1">
              <a:off x="3308" y="2348"/>
              <a:ext cx="24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7670" name="Group 22"/>
            <p:cNvGrpSpPr>
              <a:grpSpLocks/>
            </p:cNvGrpSpPr>
            <p:nvPr/>
          </p:nvGrpSpPr>
          <p:grpSpPr bwMode="auto">
            <a:xfrm>
              <a:off x="336" y="2688"/>
              <a:ext cx="816" cy="336"/>
              <a:chOff x="528" y="3216"/>
              <a:chExt cx="816" cy="336"/>
            </a:xfrm>
          </p:grpSpPr>
          <p:sp>
            <p:nvSpPr>
              <p:cNvPr id="27707" name="Oval 23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7708" name="Text Box 24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0001</a:t>
                </a:r>
              </a:p>
            </p:txBody>
          </p:sp>
        </p:grpSp>
        <p:grpSp>
          <p:nvGrpSpPr>
            <p:cNvPr id="27671" name="Group 25"/>
            <p:cNvGrpSpPr>
              <a:grpSpLocks/>
            </p:cNvGrpSpPr>
            <p:nvPr/>
          </p:nvGrpSpPr>
          <p:grpSpPr bwMode="auto">
            <a:xfrm>
              <a:off x="1152" y="2736"/>
              <a:ext cx="816" cy="336"/>
              <a:chOff x="528" y="3216"/>
              <a:chExt cx="816" cy="336"/>
            </a:xfrm>
          </p:grpSpPr>
          <p:sp>
            <p:nvSpPr>
              <p:cNvPr id="27705" name="Oval 26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7706" name="Text Box 27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0011</a:t>
                </a:r>
              </a:p>
            </p:txBody>
          </p:sp>
        </p:grpSp>
        <p:sp>
          <p:nvSpPr>
            <p:cNvPr id="27672" name="Line 28"/>
            <p:cNvSpPr>
              <a:spLocks noChangeShapeType="1"/>
            </p:cNvSpPr>
            <p:nvPr/>
          </p:nvSpPr>
          <p:spPr bwMode="auto">
            <a:xfrm flipH="1">
              <a:off x="2924" y="2924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673" name="Line 29"/>
            <p:cNvSpPr>
              <a:spLocks noChangeShapeType="1"/>
            </p:cNvSpPr>
            <p:nvPr/>
          </p:nvSpPr>
          <p:spPr bwMode="auto">
            <a:xfrm>
              <a:off x="3356" y="2924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7674" name="Group 30"/>
            <p:cNvGrpSpPr>
              <a:grpSpLocks/>
            </p:cNvGrpSpPr>
            <p:nvPr/>
          </p:nvGrpSpPr>
          <p:grpSpPr bwMode="auto">
            <a:xfrm>
              <a:off x="2400" y="3312"/>
              <a:ext cx="816" cy="336"/>
              <a:chOff x="528" y="3216"/>
              <a:chExt cx="816" cy="336"/>
            </a:xfrm>
          </p:grpSpPr>
          <p:sp>
            <p:nvSpPr>
              <p:cNvPr id="27703" name="Oval 31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7704" name="Text Box 32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1000</a:t>
                </a:r>
              </a:p>
            </p:txBody>
          </p:sp>
        </p:grpSp>
        <p:grpSp>
          <p:nvGrpSpPr>
            <p:cNvPr id="27675" name="Group 33"/>
            <p:cNvGrpSpPr>
              <a:grpSpLocks/>
            </p:cNvGrpSpPr>
            <p:nvPr/>
          </p:nvGrpSpPr>
          <p:grpSpPr bwMode="auto">
            <a:xfrm>
              <a:off x="3216" y="3360"/>
              <a:ext cx="816" cy="336"/>
              <a:chOff x="528" y="3216"/>
              <a:chExt cx="816" cy="336"/>
            </a:xfrm>
          </p:grpSpPr>
          <p:sp>
            <p:nvSpPr>
              <p:cNvPr id="27701" name="Oval 34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7702" name="Text Box 35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1001</a:t>
                </a:r>
              </a:p>
            </p:txBody>
          </p:sp>
        </p:grpSp>
        <p:sp>
          <p:nvSpPr>
            <p:cNvPr id="27676" name="Text Box 36"/>
            <p:cNvSpPr txBox="1">
              <a:spLocks noChangeArrowheads="1"/>
            </p:cNvSpPr>
            <p:nvPr/>
          </p:nvSpPr>
          <p:spPr bwMode="auto">
            <a:xfrm>
              <a:off x="2448" y="1008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7677" name="Text Box 37"/>
            <p:cNvSpPr txBox="1">
              <a:spLocks noChangeArrowheads="1"/>
            </p:cNvSpPr>
            <p:nvPr/>
          </p:nvSpPr>
          <p:spPr bwMode="auto">
            <a:xfrm>
              <a:off x="1296" y="1680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7678" name="Text Box 38"/>
            <p:cNvSpPr txBox="1">
              <a:spLocks noChangeArrowheads="1"/>
            </p:cNvSpPr>
            <p:nvPr/>
          </p:nvSpPr>
          <p:spPr bwMode="auto">
            <a:xfrm>
              <a:off x="720" y="230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7679" name="Text Box 39"/>
            <p:cNvSpPr txBox="1">
              <a:spLocks noChangeArrowheads="1"/>
            </p:cNvSpPr>
            <p:nvPr/>
          </p:nvSpPr>
          <p:spPr bwMode="auto">
            <a:xfrm>
              <a:off x="2832" y="297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7680" name="Text Box 40"/>
            <p:cNvSpPr txBox="1">
              <a:spLocks noChangeArrowheads="1"/>
            </p:cNvSpPr>
            <p:nvPr/>
          </p:nvSpPr>
          <p:spPr bwMode="auto">
            <a:xfrm>
              <a:off x="3216" y="230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7681" name="Text Box 41"/>
            <p:cNvSpPr txBox="1">
              <a:spLocks noChangeArrowheads="1"/>
            </p:cNvSpPr>
            <p:nvPr/>
          </p:nvSpPr>
          <p:spPr bwMode="auto">
            <a:xfrm>
              <a:off x="3792" y="105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27682" name="Text Box 42"/>
            <p:cNvSpPr txBox="1">
              <a:spLocks noChangeArrowheads="1"/>
            </p:cNvSpPr>
            <p:nvPr/>
          </p:nvSpPr>
          <p:spPr bwMode="auto">
            <a:xfrm>
              <a:off x="3456" y="297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27683" name="Text Box 43"/>
            <p:cNvSpPr txBox="1">
              <a:spLocks noChangeArrowheads="1"/>
            </p:cNvSpPr>
            <p:nvPr/>
          </p:nvSpPr>
          <p:spPr bwMode="auto">
            <a:xfrm>
              <a:off x="1392" y="230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27684" name="Oval 44"/>
            <p:cNvSpPr>
              <a:spLocks noChangeArrowheads="1"/>
            </p:cNvSpPr>
            <p:nvPr/>
          </p:nvSpPr>
          <p:spPr bwMode="auto">
            <a:xfrm>
              <a:off x="5184" y="211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7685" name="Oval 45"/>
            <p:cNvSpPr>
              <a:spLocks noChangeArrowheads="1"/>
            </p:cNvSpPr>
            <p:nvPr/>
          </p:nvSpPr>
          <p:spPr bwMode="auto">
            <a:xfrm>
              <a:off x="4848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grpSp>
          <p:nvGrpSpPr>
            <p:cNvPr id="27686" name="Group 46"/>
            <p:cNvGrpSpPr>
              <a:grpSpLocks/>
            </p:cNvGrpSpPr>
            <p:nvPr/>
          </p:nvGrpSpPr>
          <p:grpSpPr bwMode="auto">
            <a:xfrm>
              <a:off x="4128" y="3364"/>
              <a:ext cx="816" cy="336"/>
              <a:chOff x="528" y="3216"/>
              <a:chExt cx="816" cy="336"/>
            </a:xfrm>
          </p:grpSpPr>
          <p:sp>
            <p:nvSpPr>
              <p:cNvPr id="27699" name="Oval 47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7700" name="Text Box 48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1100</a:t>
                </a:r>
              </a:p>
            </p:txBody>
          </p:sp>
        </p:grpSp>
        <p:grpSp>
          <p:nvGrpSpPr>
            <p:cNvPr id="27687" name="Group 49"/>
            <p:cNvGrpSpPr>
              <a:grpSpLocks/>
            </p:cNvGrpSpPr>
            <p:nvPr/>
          </p:nvGrpSpPr>
          <p:grpSpPr bwMode="auto">
            <a:xfrm>
              <a:off x="4944" y="3412"/>
              <a:ext cx="816" cy="336"/>
              <a:chOff x="528" y="3216"/>
              <a:chExt cx="816" cy="336"/>
            </a:xfrm>
          </p:grpSpPr>
          <p:sp>
            <p:nvSpPr>
              <p:cNvPr id="27697" name="Oval 50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7698" name="Text Box 51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1101</a:t>
                </a:r>
              </a:p>
            </p:txBody>
          </p:sp>
        </p:grpSp>
        <p:grpSp>
          <p:nvGrpSpPr>
            <p:cNvPr id="27688" name="Group 52"/>
            <p:cNvGrpSpPr>
              <a:grpSpLocks/>
            </p:cNvGrpSpPr>
            <p:nvPr/>
          </p:nvGrpSpPr>
          <p:grpSpPr bwMode="auto">
            <a:xfrm>
              <a:off x="4560" y="2976"/>
              <a:ext cx="332" cy="432"/>
              <a:chOff x="4560" y="2976"/>
              <a:chExt cx="332" cy="432"/>
            </a:xfrm>
          </p:grpSpPr>
          <p:sp>
            <p:nvSpPr>
              <p:cNvPr id="27695" name="Line 53"/>
              <p:cNvSpPr>
                <a:spLocks noChangeShapeType="1"/>
              </p:cNvSpPr>
              <p:nvPr/>
            </p:nvSpPr>
            <p:spPr bwMode="auto">
              <a:xfrm flipH="1">
                <a:off x="4652" y="2976"/>
                <a:ext cx="24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696" name="Text Box 54"/>
              <p:cNvSpPr txBox="1">
                <a:spLocks noChangeArrowheads="1"/>
              </p:cNvSpPr>
              <p:nvPr/>
            </p:nvSpPr>
            <p:spPr bwMode="auto">
              <a:xfrm>
                <a:off x="4560" y="3028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</a:t>
                </a:r>
              </a:p>
            </p:txBody>
          </p:sp>
        </p:grpSp>
        <p:grpSp>
          <p:nvGrpSpPr>
            <p:cNvPr id="27689" name="Group 55"/>
            <p:cNvGrpSpPr>
              <a:grpSpLocks/>
            </p:cNvGrpSpPr>
            <p:nvPr/>
          </p:nvGrpSpPr>
          <p:grpSpPr bwMode="auto">
            <a:xfrm>
              <a:off x="4944" y="2356"/>
              <a:ext cx="332" cy="380"/>
              <a:chOff x="4944" y="2356"/>
              <a:chExt cx="332" cy="380"/>
            </a:xfrm>
          </p:grpSpPr>
          <p:sp>
            <p:nvSpPr>
              <p:cNvPr id="27693" name="Line 56"/>
              <p:cNvSpPr>
                <a:spLocks noChangeShapeType="1"/>
              </p:cNvSpPr>
              <p:nvPr/>
            </p:nvSpPr>
            <p:spPr bwMode="auto">
              <a:xfrm flipH="1">
                <a:off x="5036" y="2400"/>
                <a:ext cx="24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694" name="Text Box 57"/>
              <p:cNvSpPr txBox="1">
                <a:spLocks noChangeArrowheads="1"/>
              </p:cNvSpPr>
              <p:nvPr/>
            </p:nvSpPr>
            <p:spPr bwMode="auto">
              <a:xfrm>
                <a:off x="4944" y="2356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</a:t>
                </a:r>
              </a:p>
            </p:txBody>
          </p:sp>
        </p:grpSp>
        <p:grpSp>
          <p:nvGrpSpPr>
            <p:cNvPr id="27690" name="Group 58"/>
            <p:cNvGrpSpPr>
              <a:grpSpLocks/>
            </p:cNvGrpSpPr>
            <p:nvPr/>
          </p:nvGrpSpPr>
          <p:grpSpPr bwMode="auto">
            <a:xfrm>
              <a:off x="5084" y="2976"/>
              <a:ext cx="388" cy="480"/>
              <a:chOff x="5084" y="2976"/>
              <a:chExt cx="388" cy="480"/>
            </a:xfrm>
          </p:grpSpPr>
          <p:sp>
            <p:nvSpPr>
              <p:cNvPr id="27691" name="Line 59"/>
              <p:cNvSpPr>
                <a:spLocks noChangeShapeType="1"/>
              </p:cNvSpPr>
              <p:nvPr/>
            </p:nvSpPr>
            <p:spPr bwMode="auto">
              <a:xfrm>
                <a:off x="5084" y="2976"/>
                <a:ext cx="192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692" name="Text Box 60"/>
              <p:cNvSpPr txBox="1">
                <a:spLocks noChangeArrowheads="1"/>
              </p:cNvSpPr>
              <p:nvPr/>
            </p:nvSpPr>
            <p:spPr bwMode="auto">
              <a:xfrm>
                <a:off x="5184" y="3028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60438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08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Fixed Length Delete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914400" y="6019800"/>
            <a:ext cx="2971800" cy="579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/>
              <a:t>Delete </a:t>
            </a:r>
            <a:r>
              <a:rPr lang="en-US" altLang="en-US">
                <a:solidFill>
                  <a:srgbClr val="FF3300"/>
                </a:solidFill>
              </a:rPr>
              <a:t>1100</a:t>
            </a:r>
            <a:r>
              <a:rPr lang="en-US" altLang="en-US"/>
              <a:t>.</a:t>
            </a:r>
            <a:endParaRPr lang="en-US" altLang="en-US" sz="2000"/>
          </a:p>
        </p:txBody>
      </p:sp>
      <p:grpSp>
        <p:nvGrpSpPr>
          <p:cNvPr id="28676" name="Group 4"/>
          <p:cNvGrpSpPr>
            <a:grpSpLocks/>
          </p:cNvGrpSpPr>
          <p:nvPr/>
        </p:nvGrpSpPr>
        <p:grpSpPr bwMode="auto">
          <a:xfrm>
            <a:off x="533400" y="1447800"/>
            <a:ext cx="8610600" cy="4502150"/>
            <a:chOff x="336" y="912"/>
            <a:chExt cx="5424" cy="2836"/>
          </a:xfrm>
        </p:grpSpPr>
        <p:sp>
          <p:nvSpPr>
            <p:cNvPr id="28677" name="Oval 5"/>
            <p:cNvSpPr>
              <a:spLocks noChangeArrowheads="1"/>
            </p:cNvSpPr>
            <p:nvPr/>
          </p:nvSpPr>
          <p:spPr bwMode="auto">
            <a:xfrm>
              <a:off x="4416" y="153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8678" name="Line 6"/>
            <p:cNvSpPr>
              <a:spLocks noChangeShapeType="1"/>
            </p:cNvSpPr>
            <p:nvPr/>
          </p:nvSpPr>
          <p:spPr bwMode="auto">
            <a:xfrm>
              <a:off x="3308" y="1100"/>
              <a:ext cx="1152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679" name="Line 7"/>
            <p:cNvSpPr>
              <a:spLocks noChangeShapeType="1"/>
            </p:cNvSpPr>
            <p:nvPr/>
          </p:nvSpPr>
          <p:spPr bwMode="auto">
            <a:xfrm flipH="1">
              <a:off x="3744" y="1776"/>
              <a:ext cx="72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680" name="Line 8"/>
            <p:cNvSpPr>
              <a:spLocks noChangeShapeType="1"/>
            </p:cNvSpPr>
            <p:nvPr/>
          </p:nvSpPr>
          <p:spPr bwMode="auto">
            <a:xfrm>
              <a:off x="4608" y="1776"/>
              <a:ext cx="576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681" name="Text Box 9"/>
            <p:cNvSpPr txBox="1">
              <a:spLocks noChangeArrowheads="1"/>
            </p:cNvSpPr>
            <p:nvPr/>
          </p:nvSpPr>
          <p:spPr bwMode="auto">
            <a:xfrm>
              <a:off x="4080" y="163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8682" name="Text Box 10"/>
            <p:cNvSpPr txBox="1">
              <a:spLocks noChangeArrowheads="1"/>
            </p:cNvSpPr>
            <p:nvPr/>
          </p:nvSpPr>
          <p:spPr bwMode="auto">
            <a:xfrm>
              <a:off x="4752" y="1680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28683" name="Oval 11"/>
            <p:cNvSpPr>
              <a:spLocks noChangeArrowheads="1"/>
            </p:cNvSpPr>
            <p:nvPr/>
          </p:nvSpPr>
          <p:spPr bwMode="auto">
            <a:xfrm>
              <a:off x="3024" y="91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8684" name="Oval 12"/>
            <p:cNvSpPr>
              <a:spLocks noChangeArrowheads="1"/>
            </p:cNvSpPr>
            <p:nvPr/>
          </p:nvSpPr>
          <p:spPr bwMode="auto">
            <a:xfrm>
              <a:off x="1680" y="153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8685" name="Oval 13"/>
            <p:cNvSpPr>
              <a:spLocks noChangeArrowheads="1"/>
            </p:cNvSpPr>
            <p:nvPr/>
          </p:nvSpPr>
          <p:spPr bwMode="auto">
            <a:xfrm>
              <a:off x="1056" y="206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8686" name="Oval 14"/>
            <p:cNvSpPr>
              <a:spLocks noChangeArrowheads="1"/>
            </p:cNvSpPr>
            <p:nvPr/>
          </p:nvSpPr>
          <p:spPr bwMode="auto">
            <a:xfrm>
              <a:off x="3456" y="206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8687" name="Line 15"/>
            <p:cNvSpPr>
              <a:spLocks noChangeShapeType="1"/>
            </p:cNvSpPr>
            <p:nvPr/>
          </p:nvSpPr>
          <p:spPr bwMode="auto">
            <a:xfrm flipH="1">
              <a:off x="1964" y="1100"/>
              <a:ext cx="1056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688" name="Line 16"/>
            <p:cNvSpPr>
              <a:spLocks noChangeShapeType="1"/>
            </p:cNvSpPr>
            <p:nvPr/>
          </p:nvSpPr>
          <p:spPr bwMode="auto">
            <a:xfrm flipH="1">
              <a:off x="1244" y="1772"/>
              <a:ext cx="48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689" name="Line 17"/>
            <p:cNvSpPr>
              <a:spLocks noChangeShapeType="1"/>
            </p:cNvSpPr>
            <p:nvPr/>
          </p:nvSpPr>
          <p:spPr bwMode="auto">
            <a:xfrm flipH="1">
              <a:off x="860" y="2300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690" name="Line 18"/>
            <p:cNvSpPr>
              <a:spLocks noChangeShapeType="1"/>
            </p:cNvSpPr>
            <p:nvPr/>
          </p:nvSpPr>
          <p:spPr bwMode="auto">
            <a:xfrm>
              <a:off x="1292" y="2300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691" name="Oval 19"/>
            <p:cNvSpPr>
              <a:spLocks noChangeArrowheads="1"/>
            </p:cNvSpPr>
            <p:nvPr/>
          </p:nvSpPr>
          <p:spPr bwMode="auto">
            <a:xfrm>
              <a:off x="3120" y="268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8692" name="Line 20"/>
            <p:cNvSpPr>
              <a:spLocks noChangeShapeType="1"/>
            </p:cNvSpPr>
            <p:nvPr/>
          </p:nvSpPr>
          <p:spPr bwMode="auto">
            <a:xfrm flipH="1">
              <a:off x="3308" y="2348"/>
              <a:ext cx="24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8693" name="Group 21"/>
            <p:cNvGrpSpPr>
              <a:grpSpLocks/>
            </p:cNvGrpSpPr>
            <p:nvPr/>
          </p:nvGrpSpPr>
          <p:grpSpPr bwMode="auto">
            <a:xfrm>
              <a:off x="336" y="2688"/>
              <a:ext cx="816" cy="336"/>
              <a:chOff x="528" y="3216"/>
              <a:chExt cx="816" cy="336"/>
            </a:xfrm>
          </p:grpSpPr>
          <p:sp>
            <p:nvSpPr>
              <p:cNvPr id="28730" name="Oval 22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31" name="Text Box 23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0001</a:t>
                </a:r>
              </a:p>
            </p:txBody>
          </p:sp>
        </p:grpSp>
        <p:grpSp>
          <p:nvGrpSpPr>
            <p:cNvPr id="28694" name="Group 24"/>
            <p:cNvGrpSpPr>
              <a:grpSpLocks/>
            </p:cNvGrpSpPr>
            <p:nvPr/>
          </p:nvGrpSpPr>
          <p:grpSpPr bwMode="auto">
            <a:xfrm>
              <a:off x="1152" y="2736"/>
              <a:ext cx="816" cy="336"/>
              <a:chOff x="528" y="3216"/>
              <a:chExt cx="816" cy="336"/>
            </a:xfrm>
          </p:grpSpPr>
          <p:sp>
            <p:nvSpPr>
              <p:cNvPr id="28728" name="Oval 25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29" name="Text Box 26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0011</a:t>
                </a:r>
              </a:p>
            </p:txBody>
          </p:sp>
        </p:grpSp>
        <p:sp>
          <p:nvSpPr>
            <p:cNvPr id="28695" name="Line 27"/>
            <p:cNvSpPr>
              <a:spLocks noChangeShapeType="1"/>
            </p:cNvSpPr>
            <p:nvPr/>
          </p:nvSpPr>
          <p:spPr bwMode="auto">
            <a:xfrm flipH="1">
              <a:off x="2924" y="2924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696" name="Line 28"/>
            <p:cNvSpPr>
              <a:spLocks noChangeShapeType="1"/>
            </p:cNvSpPr>
            <p:nvPr/>
          </p:nvSpPr>
          <p:spPr bwMode="auto">
            <a:xfrm>
              <a:off x="3356" y="2924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8697" name="Group 29"/>
            <p:cNvGrpSpPr>
              <a:grpSpLocks/>
            </p:cNvGrpSpPr>
            <p:nvPr/>
          </p:nvGrpSpPr>
          <p:grpSpPr bwMode="auto">
            <a:xfrm>
              <a:off x="2400" y="3312"/>
              <a:ext cx="816" cy="336"/>
              <a:chOff x="528" y="3216"/>
              <a:chExt cx="816" cy="336"/>
            </a:xfrm>
          </p:grpSpPr>
          <p:sp>
            <p:nvSpPr>
              <p:cNvPr id="28726" name="Oval 30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27" name="Text Box 31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1000</a:t>
                </a:r>
              </a:p>
            </p:txBody>
          </p:sp>
        </p:grpSp>
        <p:grpSp>
          <p:nvGrpSpPr>
            <p:cNvPr id="28698" name="Group 32"/>
            <p:cNvGrpSpPr>
              <a:grpSpLocks/>
            </p:cNvGrpSpPr>
            <p:nvPr/>
          </p:nvGrpSpPr>
          <p:grpSpPr bwMode="auto">
            <a:xfrm>
              <a:off x="3216" y="3360"/>
              <a:ext cx="816" cy="336"/>
              <a:chOff x="528" y="3216"/>
              <a:chExt cx="816" cy="336"/>
            </a:xfrm>
          </p:grpSpPr>
          <p:sp>
            <p:nvSpPr>
              <p:cNvPr id="28724" name="Oval 33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25" name="Text Box 34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1001</a:t>
                </a:r>
              </a:p>
            </p:txBody>
          </p:sp>
        </p:grpSp>
        <p:sp>
          <p:nvSpPr>
            <p:cNvPr id="28699" name="Text Box 35"/>
            <p:cNvSpPr txBox="1">
              <a:spLocks noChangeArrowheads="1"/>
            </p:cNvSpPr>
            <p:nvPr/>
          </p:nvSpPr>
          <p:spPr bwMode="auto">
            <a:xfrm>
              <a:off x="2448" y="1008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8700" name="Text Box 36"/>
            <p:cNvSpPr txBox="1">
              <a:spLocks noChangeArrowheads="1"/>
            </p:cNvSpPr>
            <p:nvPr/>
          </p:nvSpPr>
          <p:spPr bwMode="auto">
            <a:xfrm>
              <a:off x="1296" y="1680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8701" name="Text Box 37"/>
            <p:cNvSpPr txBox="1">
              <a:spLocks noChangeArrowheads="1"/>
            </p:cNvSpPr>
            <p:nvPr/>
          </p:nvSpPr>
          <p:spPr bwMode="auto">
            <a:xfrm>
              <a:off x="720" y="230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8702" name="Text Box 38"/>
            <p:cNvSpPr txBox="1">
              <a:spLocks noChangeArrowheads="1"/>
            </p:cNvSpPr>
            <p:nvPr/>
          </p:nvSpPr>
          <p:spPr bwMode="auto">
            <a:xfrm>
              <a:off x="2832" y="297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8703" name="Text Box 39"/>
            <p:cNvSpPr txBox="1">
              <a:spLocks noChangeArrowheads="1"/>
            </p:cNvSpPr>
            <p:nvPr/>
          </p:nvSpPr>
          <p:spPr bwMode="auto">
            <a:xfrm>
              <a:off x="3216" y="230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28704" name="Text Box 40"/>
            <p:cNvSpPr txBox="1">
              <a:spLocks noChangeArrowheads="1"/>
            </p:cNvSpPr>
            <p:nvPr/>
          </p:nvSpPr>
          <p:spPr bwMode="auto">
            <a:xfrm>
              <a:off x="3792" y="105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28705" name="Text Box 41"/>
            <p:cNvSpPr txBox="1">
              <a:spLocks noChangeArrowheads="1"/>
            </p:cNvSpPr>
            <p:nvPr/>
          </p:nvSpPr>
          <p:spPr bwMode="auto">
            <a:xfrm>
              <a:off x="3456" y="297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28706" name="Text Box 42"/>
            <p:cNvSpPr txBox="1">
              <a:spLocks noChangeArrowheads="1"/>
            </p:cNvSpPr>
            <p:nvPr/>
          </p:nvSpPr>
          <p:spPr bwMode="auto">
            <a:xfrm>
              <a:off x="1392" y="230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28707" name="Oval 43"/>
            <p:cNvSpPr>
              <a:spLocks noChangeArrowheads="1"/>
            </p:cNvSpPr>
            <p:nvPr/>
          </p:nvSpPr>
          <p:spPr bwMode="auto">
            <a:xfrm>
              <a:off x="5184" y="211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28708" name="Oval 44"/>
            <p:cNvSpPr>
              <a:spLocks noChangeArrowheads="1"/>
            </p:cNvSpPr>
            <p:nvPr/>
          </p:nvSpPr>
          <p:spPr bwMode="auto">
            <a:xfrm>
              <a:off x="4848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grpSp>
          <p:nvGrpSpPr>
            <p:cNvPr id="28709" name="Group 45"/>
            <p:cNvGrpSpPr>
              <a:grpSpLocks/>
            </p:cNvGrpSpPr>
            <p:nvPr/>
          </p:nvGrpSpPr>
          <p:grpSpPr bwMode="auto">
            <a:xfrm>
              <a:off x="4128" y="3364"/>
              <a:ext cx="816" cy="336"/>
              <a:chOff x="528" y="3216"/>
              <a:chExt cx="816" cy="336"/>
            </a:xfrm>
          </p:grpSpPr>
          <p:sp>
            <p:nvSpPr>
              <p:cNvPr id="28722" name="Oval 46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23" name="Text Box 47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1100</a:t>
                </a:r>
              </a:p>
            </p:txBody>
          </p:sp>
        </p:grpSp>
        <p:grpSp>
          <p:nvGrpSpPr>
            <p:cNvPr id="28710" name="Group 48"/>
            <p:cNvGrpSpPr>
              <a:grpSpLocks/>
            </p:cNvGrpSpPr>
            <p:nvPr/>
          </p:nvGrpSpPr>
          <p:grpSpPr bwMode="auto">
            <a:xfrm>
              <a:off x="4944" y="3412"/>
              <a:ext cx="816" cy="336"/>
              <a:chOff x="528" y="3216"/>
              <a:chExt cx="816" cy="336"/>
            </a:xfrm>
          </p:grpSpPr>
          <p:sp>
            <p:nvSpPr>
              <p:cNvPr id="28720" name="Oval 49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21" name="Text Box 50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1101</a:t>
                </a:r>
              </a:p>
            </p:txBody>
          </p:sp>
        </p:grpSp>
        <p:grpSp>
          <p:nvGrpSpPr>
            <p:cNvPr id="28711" name="Group 51"/>
            <p:cNvGrpSpPr>
              <a:grpSpLocks/>
            </p:cNvGrpSpPr>
            <p:nvPr/>
          </p:nvGrpSpPr>
          <p:grpSpPr bwMode="auto">
            <a:xfrm>
              <a:off x="4560" y="2976"/>
              <a:ext cx="332" cy="432"/>
              <a:chOff x="4560" y="2976"/>
              <a:chExt cx="332" cy="432"/>
            </a:xfrm>
          </p:grpSpPr>
          <p:sp>
            <p:nvSpPr>
              <p:cNvPr id="28718" name="Line 52"/>
              <p:cNvSpPr>
                <a:spLocks noChangeShapeType="1"/>
              </p:cNvSpPr>
              <p:nvPr/>
            </p:nvSpPr>
            <p:spPr bwMode="auto">
              <a:xfrm flipH="1">
                <a:off x="4652" y="2976"/>
                <a:ext cx="24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19" name="Text Box 53"/>
              <p:cNvSpPr txBox="1">
                <a:spLocks noChangeArrowheads="1"/>
              </p:cNvSpPr>
              <p:nvPr/>
            </p:nvSpPr>
            <p:spPr bwMode="auto">
              <a:xfrm>
                <a:off x="4560" y="3028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</a:t>
                </a:r>
              </a:p>
            </p:txBody>
          </p:sp>
        </p:grpSp>
        <p:grpSp>
          <p:nvGrpSpPr>
            <p:cNvPr id="28712" name="Group 54"/>
            <p:cNvGrpSpPr>
              <a:grpSpLocks/>
            </p:cNvGrpSpPr>
            <p:nvPr/>
          </p:nvGrpSpPr>
          <p:grpSpPr bwMode="auto">
            <a:xfrm>
              <a:off x="4944" y="2356"/>
              <a:ext cx="332" cy="380"/>
              <a:chOff x="4944" y="2356"/>
              <a:chExt cx="332" cy="380"/>
            </a:xfrm>
          </p:grpSpPr>
          <p:sp>
            <p:nvSpPr>
              <p:cNvPr id="28716" name="Line 55"/>
              <p:cNvSpPr>
                <a:spLocks noChangeShapeType="1"/>
              </p:cNvSpPr>
              <p:nvPr/>
            </p:nvSpPr>
            <p:spPr bwMode="auto">
              <a:xfrm flipH="1">
                <a:off x="5036" y="2400"/>
                <a:ext cx="24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17" name="Text Box 56"/>
              <p:cNvSpPr txBox="1">
                <a:spLocks noChangeArrowheads="1"/>
              </p:cNvSpPr>
              <p:nvPr/>
            </p:nvSpPr>
            <p:spPr bwMode="auto">
              <a:xfrm>
                <a:off x="4944" y="2356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0</a:t>
                </a:r>
              </a:p>
            </p:txBody>
          </p:sp>
        </p:grpSp>
        <p:grpSp>
          <p:nvGrpSpPr>
            <p:cNvPr id="28713" name="Group 57"/>
            <p:cNvGrpSpPr>
              <a:grpSpLocks/>
            </p:cNvGrpSpPr>
            <p:nvPr/>
          </p:nvGrpSpPr>
          <p:grpSpPr bwMode="auto">
            <a:xfrm>
              <a:off x="5084" y="2976"/>
              <a:ext cx="388" cy="480"/>
              <a:chOff x="5084" y="2976"/>
              <a:chExt cx="388" cy="480"/>
            </a:xfrm>
          </p:grpSpPr>
          <p:sp>
            <p:nvSpPr>
              <p:cNvPr id="28714" name="Line 58"/>
              <p:cNvSpPr>
                <a:spLocks noChangeShapeType="1"/>
              </p:cNvSpPr>
              <p:nvPr/>
            </p:nvSpPr>
            <p:spPr bwMode="auto">
              <a:xfrm>
                <a:off x="5084" y="2976"/>
                <a:ext cx="192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15" name="Text Box 59"/>
              <p:cNvSpPr txBox="1">
                <a:spLocks noChangeArrowheads="1"/>
              </p:cNvSpPr>
              <p:nvPr/>
            </p:nvSpPr>
            <p:spPr bwMode="auto">
              <a:xfrm>
                <a:off x="5184" y="3028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FF3300"/>
                    </a:solidFill>
                  </a:rPr>
                  <a:t>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53733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Fixed Length Delete</a:t>
            </a: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914400" y="6019800"/>
            <a:ext cx="2971800" cy="579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/>
              <a:t>Delete</a:t>
            </a:r>
            <a:r>
              <a:rPr lang="en-US" altLang="en-US">
                <a:solidFill>
                  <a:srgbClr val="FF3300"/>
                </a:solidFill>
              </a:rPr>
              <a:t> 1100</a:t>
            </a:r>
            <a:r>
              <a:rPr lang="en-US" altLang="en-US"/>
              <a:t>.</a:t>
            </a:r>
            <a:endParaRPr lang="en-US" altLang="en-US" sz="2000"/>
          </a:p>
        </p:txBody>
      </p:sp>
      <p:sp>
        <p:nvSpPr>
          <p:cNvPr id="30724" name="Oval 4"/>
          <p:cNvSpPr>
            <a:spLocks noChangeArrowheads="1"/>
          </p:cNvSpPr>
          <p:nvPr/>
        </p:nvSpPr>
        <p:spPr bwMode="auto">
          <a:xfrm>
            <a:off x="7010400" y="24384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30725" name="Line 5"/>
          <p:cNvSpPr>
            <a:spLocks noChangeShapeType="1"/>
          </p:cNvSpPr>
          <p:nvPr/>
        </p:nvSpPr>
        <p:spPr bwMode="auto">
          <a:xfrm>
            <a:off x="5251450" y="174625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26" name="Line 6"/>
          <p:cNvSpPr>
            <a:spLocks noChangeShapeType="1"/>
          </p:cNvSpPr>
          <p:nvPr/>
        </p:nvSpPr>
        <p:spPr bwMode="auto">
          <a:xfrm flipH="1">
            <a:off x="5943600" y="2819400"/>
            <a:ext cx="11430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27" name="Line 7"/>
          <p:cNvSpPr>
            <a:spLocks noChangeShapeType="1"/>
          </p:cNvSpPr>
          <p:nvPr/>
        </p:nvSpPr>
        <p:spPr bwMode="auto">
          <a:xfrm>
            <a:off x="7315200" y="2819400"/>
            <a:ext cx="9144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28" name="Text Box 8"/>
          <p:cNvSpPr txBox="1">
            <a:spLocks noChangeArrowheads="1"/>
          </p:cNvSpPr>
          <p:nvPr/>
        </p:nvSpPr>
        <p:spPr bwMode="auto">
          <a:xfrm>
            <a:off x="6477000" y="25908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0729" name="Text Box 9"/>
          <p:cNvSpPr txBox="1">
            <a:spLocks noChangeArrowheads="1"/>
          </p:cNvSpPr>
          <p:nvPr/>
        </p:nvSpPr>
        <p:spPr bwMode="auto">
          <a:xfrm>
            <a:off x="7543800" y="26670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1</a:t>
            </a:r>
          </a:p>
        </p:txBody>
      </p:sp>
      <p:sp>
        <p:nvSpPr>
          <p:cNvPr id="30730" name="Oval 10"/>
          <p:cNvSpPr>
            <a:spLocks noChangeArrowheads="1"/>
          </p:cNvSpPr>
          <p:nvPr/>
        </p:nvSpPr>
        <p:spPr bwMode="auto">
          <a:xfrm>
            <a:off x="4800600" y="14478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30731" name="Oval 11"/>
          <p:cNvSpPr>
            <a:spLocks noChangeArrowheads="1"/>
          </p:cNvSpPr>
          <p:nvPr/>
        </p:nvSpPr>
        <p:spPr bwMode="auto">
          <a:xfrm>
            <a:off x="2667000" y="24384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30732" name="Oval 12"/>
          <p:cNvSpPr>
            <a:spLocks noChangeArrowheads="1"/>
          </p:cNvSpPr>
          <p:nvPr/>
        </p:nvSpPr>
        <p:spPr bwMode="auto">
          <a:xfrm>
            <a:off x="1676400" y="32766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30733" name="Oval 13"/>
          <p:cNvSpPr>
            <a:spLocks noChangeArrowheads="1"/>
          </p:cNvSpPr>
          <p:nvPr/>
        </p:nvSpPr>
        <p:spPr bwMode="auto">
          <a:xfrm>
            <a:off x="5486400" y="32766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30734" name="Line 14"/>
          <p:cNvSpPr>
            <a:spLocks noChangeShapeType="1"/>
          </p:cNvSpPr>
          <p:nvPr/>
        </p:nvSpPr>
        <p:spPr bwMode="auto">
          <a:xfrm flipH="1">
            <a:off x="3117850" y="174625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35" name="Line 15"/>
          <p:cNvSpPr>
            <a:spLocks noChangeShapeType="1"/>
          </p:cNvSpPr>
          <p:nvPr/>
        </p:nvSpPr>
        <p:spPr bwMode="auto">
          <a:xfrm flipH="1">
            <a:off x="1974850" y="281305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36" name="Line 16"/>
          <p:cNvSpPr>
            <a:spLocks noChangeShapeType="1"/>
          </p:cNvSpPr>
          <p:nvPr/>
        </p:nvSpPr>
        <p:spPr bwMode="auto">
          <a:xfrm flipH="1">
            <a:off x="1365250" y="365125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37" name="Line 17"/>
          <p:cNvSpPr>
            <a:spLocks noChangeShapeType="1"/>
          </p:cNvSpPr>
          <p:nvPr/>
        </p:nvSpPr>
        <p:spPr bwMode="auto">
          <a:xfrm>
            <a:off x="2051050" y="365125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38" name="Oval 18"/>
          <p:cNvSpPr>
            <a:spLocks noChangeArrowheads="1"/>
          </p:cNvSpPr>
          <p:nvPr/>
        </p:nvSpPr>
        <p:spPr bwMode="auto">
          <a:xfrm>
            <a:off x="4953000" y="42672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30739" name="Line 19"/>
          <p:cNvSpPr>
            <a:spLocks noChangeShapeType="1"/>
          </p:cNvSpPr>
          <p:nvPr/>
        </p:nvSpPr>
        <p:spPr bwMode="auto">
          <a:xfrm flipH="1">
            <a:off x="5251450" y="3727450"/>
            <a:ext cx="381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0740" name="Group 20"/>
          <p:cNvGrpSpPr>
            <a:grpSpLocks/>
          </p:cNvGrpSpPr>
          <p:nvPr/>
        </p:nvGrpSpPr>
        <p:grpSpPr bwMode="auto">
          <a:xfrm>
            <a:off x="533400" y="4267200"/>
            <a:ext cx="1295400" cy="533400"/>
            <a:chOff x="528" y="3216"/>
            <a:chExt cx="816" cy="336"/>
          </a:xfrm>
        </p:grpSpPr>
        <p:sp>
          <p:nvSpPr>
            <p:cNvPr id="30771" name="Oval 21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30772" name="Text Box 22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0001</a:t>
              </a:r>
            </a:p>
          </p:txBody>
        </p:sp>
      </p:grpSp>
      <p:grpSp>
        <p:nvGrpSpPr>
          <p:cNvPr id="30741" name="Group 23"/>
          <p:cNvGrpSpPr>
            <a:grpSpLocks/>
          </p:cNvGrpSpPr>
          <p:nvPr/>
        </p:nvGrpSpPr>
        <p:grpSpPr bwMode="auto">
          <a:xfrm>
            <a:off x="1828800" y="4343400"/>
            <a:ext cx="1295400" cy="533400"/>
            <a:chOff x="528" y="3216"/>
            <a:chExt cx="816" cy="336"/>
          </a:xfrm>
        </p:grpSpPr>
        <p:sp>
          <p:nvSpPr>
            <p:cNvPr id="30769" name="Oval 24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30770" name="Text Box 25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0011</a:t>
              </a:r>
            </a:p>
          </p:txBody>
        </p:sp>
      </p:grpSp>
      <p:sp>
        <p:nvSpPr>
          <p:cNvPr id="30742" name="Line 26"/>
          <p:cNvSpPr>
            <a:spLocks noChangeShapeType="1"/>
          </p:cNvSpPr>
          <p:nvPr/>
        </p:nvSpPr>
        <p:spPr bwMode="auto">
          <a:xfrm flipH="1">
            <a:off x="4641850" y="464185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43" name="Line 27"/>
          <p:cNvSpPr>
            <a:spLocks noChangeShapeType="1"/>
          </p:cNvSpPr>
          <p:nvPr/>
        </p:nvSpPr>
        <p:spPr bwMode="auto">
          <a:xfrm>
            <a:off x="5327650" y="464185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0744" name="Group 28"/>
          <p:cNvGrpSpPr>
            <a:grpSpLocks/>
          </p:cNvGrpSpPr>
          <p:nvPr/>
        </p:nvGrpSpPr>
        <p:grpSpPr bwMode="auto">
          <a:xfrm>
            <a:off x="3810000" y="5257800"/>
            <a:ext cx="1295400" cy="533400"/>
            <a:chOff x="528" y="3216"/>
            <a:chExt cx="816" cy="336"/>
          </a:xfrm>
        </p:grpSpPr>
        <p:sp>
          <p:nvSpPr>
            <p:cNvPr id="30767" name="Oval 29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30768" name="Text Box 30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1000</a:t>
              </a:r>
            </a:p>
          </p:txBody>
        </p:sp>
      </p:grpSp>
      <p:grpSp>
        <p:nvGrpSpPr>
          <p:cNvPr id="30745" name="Group 31"/>
          <p:cNvGrpSpPr>
            <a:grpSpLocks/>
          </p:cNvGrpSpPr>
          <p:nvPr/>
        </p:nvGrpSpPr>
        <p:grpSpPr bwMode="auto">
          <a:xfrm>
            <a:off x="5105400" y="5334000"/>
            <a:ext cx="1295400" cy="533400"/>
            <a:chOff x="528" y="3216"/>
            <a:chExt cx="816" cy="336"/>
          </a:xfrm>
        </p:grpSpPr>
        <p:sp>
          <p:nvSpPr>
            <p:cNvPr id="30765" name="Oval 32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30766" name="Text Box 33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1001</a:t>
              </a:r>
            </a:p>
          </p:txBody>
        </p:sp>
      </p:grpSp>
      <p:sp>
        <p:nvSpPr>
          <p:cNvPr id="30746" name="Text Box 34"/>
          <p:cNvSpPr txBox="1">
            <a:spLocks noChangeArrowheads="1"/>
          </p:cNvSpPr>
          <p:nvPr/>
        </p:nvSpPr>
        <p:spPr bwMode="auto">
          <a:xfrm>
            <a:off x="3886200" y="16002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0747" name="Text Box 35"/>
          <p:cNvSpPr txBox="1">
            <a:spLocks noChangeArrowheads="1"/>
          </p:cNvSpPr>
          <p:nvPr/>
        </p:nvSpPr>
        <p:spPr bwMode="auto">
          <a:xfrm>
            <a:off x="2057400" y="26670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0748" name="Text Box 36"/>
          <p:cNvSpPr txBox="1">
            <a:spLocks noChangeArrowheads="1"/>
          </p:cNvSpPr>
          <p:nvPr/>
        </p:nvSpPr>
        <p:spPr bwMode="auto">
          <a:xfrm>
            <a:off x="1143000" y="36576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0749" name="Text Box 37"/>
          <p:cNvSpPr txBox="1">
            <a:spLocks noChangeArrowheads="1"/>
          </p:cNvSpPr>
          <p:nvPr/>
        </p:nvSpPr>
        <p:spPr bwMode="auto">
          <a:xfrm>
            <a:off x="4495800" y="47244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0750" name="Text Box 38"/>
          <p:cNvSpPr txBox="1">
            <a:spLocks noChangeArrowheads="1"/>
          </p:cNvSpPr>
          <p:nvPr/>
        </p:nvSpPr>
        <p:spPr bwMode="auto">
          <a:xfrm>
            <a:off x="5105400" y="36576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0751" name="Text Box 39"/>
          <p:cNvSpPr txBox="1">
            <a:spLocks noChangeArrowheads="1"/>
          </p:cNvSpPr>
          <p:nvPr/>
        </p:nvSpPr>
        <p:spPr bwMode="auto">
          <a:xfrm>
            <a:off x="6019800" y="16764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1</a:t>
            </a:r>
          </a:p>
        </p:txBody>
      </p:sp>
      <p:sp>
        <p:nvSpPr>
          <p:cNvPr id="30752" name="Text Box 40"/>
          <p:cNvSpPr txBox="1">
            <a:spLocks noChangeArrowheads="1"/>
          </p:cNvSpPr>
          <p:nvPr/>
        </p:nvSpPr>
        <p:spPr bwMode="auto">
          <a:xfrm>
            <a:off x="5486400" y="47244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1</a:t>
            </a:r>
          </a:p>
        </p:txBody>
      </p:sp>
      <p:sp>
        <p:nvSpPr>
          <p:cNvPr id="30753" name="Text Box 41"/>
          <p:cNvSpPr txBox="1">
            <a:spLocks noChangeArrowheads="1"/>
          </p:cNvSpPr>
          <p:nvPr/>
        </p:nvSpPr>
        <p:spPr bwMode="auto">
          <a:xfrm>
            <a:off x="2209800" y="36576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1</a:t>
            </a:r>
          </a:p>
        </p:txBody>
      </p:sp>
      <p:sp>
        <p:nvSpPr>
          <p:cNvPr id="30754" name="Oval 42"/>
          <p:cNvSpPr>
            <a:spLocks noChangeArrowheads="1"/>
          </p:cNvSpPr>
          <p:nvPr/>
        </p:nvSpPr>
        <p:spPr bwMode="auto">
          <a:xfrm>
            <a:off x="8229600" y="33591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30755" name="Oval 43"/>
          <p:cNvSpPr>
            <a:spLocks noChangeArrowheads="1"/>
          </p:cNvSpPr>
          <p:nvPr/>
        </p:nvSpPr>
        <p:spPr bwMode="auto">
          <a:xfrm>
            <a:off x="769620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grpSp>
        <p:nvGrpSpPr>
          <p:cNvPr id="30756" name="Group 44"/>
          <p:cNvGrpSpPr>
            <a:grpSpLocks/>
          </p:cNvGrpSpPr>
          <p:nvPr/>
        </p:nvGrpSpPr>
        <p:grpSpPr bwMode="auto">
          <a:xfrm>
            <a:off x="7848600" y="5416550"/>
            <a:ext cx="1295400" cy="533400"/>
            <a:chOff x="528" y="3216"/>
            <a:chExt cx="816" cy="336"/>
          </a:xfrm>
        </p:grpSpPr>
        <p:sp>
          <p:nvSpPr>
            <p:cNvPr id="30763" name="Oval 45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30764" name="Text Box 46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1101</a:t>
              </a:r>
            </a:p>
          </p:txBody>
        </p:sp>
      </p:grpSp>
      <p:grpSp>
        <p:nvGrpSpPr>
          <p:cNvPr id="30757" name="Group 47"/>
          <p:cNvGrpSpPr>
            <a:grpSpLocks/>
          </p:cNvGrpSpPr>
          <p:nvPr/>
        </p:nvGrpSpPr>
        <p:grpSpPr bwMode="auto">
          <a:xfrm>
            <a:off x="7848600" y="3740150"/>
            <a:ext cx="527050" cy="603250"/>
            <a:chOff x="4944" y="2356"/>
            <a:chExt cx="332" cy="380"/>
          </a:xfrm>
        </p:grpSpPr>
        <p:sp>
          <p:nvSpPr>
            <p:cNvPr id="30761" name="Line 48"/>
            <p:cNvSpPr>
              <a:spLocks noChangeShapeType="1"/>
            </p:cNvSpPr>
            <p:nvPr/>
          </p:nvSpPr>
          <p:spPr bwMode="auto">
            <a:xfrm flipH="1">
              <a:off x="5036" y="2400"/>
              <a:ext cx="24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762" name="Text Box 49"/>
            <p:cNvSpPr txBox="1">
              <a:spLocks noChangeArrowheads="1"/>
            </p:cNvSpPr>
            <p:nvPr/>
          </p:nvSpPr>
          <p:spPr bwMode="auto">
            <a:xfrm>
              <a:off x="4944" y="235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</p:grpSp>
      <p:grpSp>
        <p:nvGrpSpPr>
          <p:cNvPr id="30758" name="Group 50"/>
          <p:cNvGrpSpPr>
            <a:grpSpLocks/>
          </p:cNvGrpSpPr>
          <p:nvPr/>
        </p:nvGrpSpPr>
        <p:grpSpPr bwMode="auto">
          <a:xfrm>
            <a:off x="8070850" y="4724400"/>
            <a:ext cx="615950" cy="762000"/>
            <a:chOff x="5084" y="2976"/>
            <a:chExt cx="388" cy="480"/>
          </a:xfrm>
        </p:grpSpPr>
        <p:sp>
          <p:nvSpPr>
            <p:cNvPr id="30759" name="Line 51"/>
            <p:cNvSpPr>
              <a:spLocks noChangeShapeType="1"/>
            </p:cNvSpPr>
            <p:nvPr/>
          </p:nvSpPr>
          <p:spPr bwMode="auto">
            <a:xfrm>
              <a:off x="5084" y="2976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760" name="Text Box 52"/>
            <p:cNvSpPr txBox="1">
              <a:spLocks noChangeArrowheads="1"/>
            </p:cNvSpPr>
            <p:nvPr/>
          </p:nvSpPr>
          <p:spPr bwMode="auto">
            <a:xfrm>
              <a:off x="5184" y="3028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7774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Fixed Length Delete</a:t>
            </a:r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914400" y="6019800"/>
            <a:ext cx="2971800" cy="579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/>
              <a:t>Delete </a:t>
            </a:r>
            <a:r>
              <a:rPr lang="en-US" altLang="en-US">
                <a:solidFill>
                  <a:srgbClr val="FF3300"/>
                </a:solidFill>
              </a:rPr>
              <a:t>1100</a:t>
            </a:r>
            <a:r>
              <a:rPr lang="en-US" altLang="en-US"/>
              <a:t>.</a:t>
            </a:r>
            <a:endParaRPr lang="en-US" altLang="en-US" sz="2000"/>
          </a:p>
        </p:txBody>
      </p:sp>
      <p:sp>
        <p:nvSpPr>
          <p:cNvPr id="31748" name="Oval 4"/>
          <p:cNvSpPr>
            <a:spLocks noChangeArrowheads="1"/>
          </p:cNvSpPr>
          <p:nvPr/>
        </p:nvSpPr>
        <p:spPr bwMode="auto">
          <a:xfrm>
            <a:off x="7010400" y="24384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31749" name="Line 5"/>
          <p:cNvSpPr>
            <a:spLocks noChangeShapeType="1"/>
          </p:cNvSpPr>
          <p:nvPr/>
        </p:nvSpPr>
        <p:spPr bwMode="auto">
          <a:xfrm>
            <a:off x="5251450" y="174625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1750" name="Line 6"/>
          <p:cNvSpPr>
            <a:spLocks noChangeShapeType="1"/>
          </p:cNvSpPr>
          <p:nvPr/>
        </p:nvSpPr>
        <p:spPr bwMode="auto">
          <a:xfrm flipH="1">
            <a:off x="5943600" y="2819400"/>
            <a:ext cx="11430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1751" name="Line 7"/>
          <p:cNvSpPr>
            <a:spLocks noChangeShapeType="1"/>
          </p:cNvSpPr>
          <p:nvPr/>
        </p:nvSpPr>
        <p:spPr bwMode="auto">
          <a:xfrm>
            <a:off x="7315200" y="2819400"/>
            <a:ext cx="9144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1752" name="Text Box 8"/>
          <p:cNvSpPr txBox="1">
            <a:spLocks noChangeArrowheads="1"/>
          </p:cNvSpPr>
          <p:nvPr/>
        </p:nvSpPr>
        <p:spPr bwMode="auto">
          <a:xfrm>
            <a:off x="6477000" y="25908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1753" name="Text Box 9"/>
          <p:cNvSpPr txBox="1">
            <a:spLocks noChangeArrowheads="1"/>
          </p:cNvSpPr>
          <p:nvPr/>
        </p:nvSpPr>
        <p:spPr bwMode="auto">
          <a:xfrm>
            <a:off x="7543800" y="26670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1</a:t>
            </a:r>
          </a:p>
        </p:txBody>
      </p:sp>
      <p:sp>
        <p:nvSpPr>
          <p:cNvPr id="31754" name="Oval 10"/>
          <p:cNvSpPr>
            <a:spLocks noChangeArrowheads="1"/>
          </p:cNvSpPr>
          <p:nvPr/>
        </p:nvSpPr>
        <p:spPr bwMode="auto">
          <a:xfrm>
            <a:off x="4800600" y="14478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31755" name="Oval 11"/>
          <p:cNvSpPr>
            <a:spLocks noChangeArrowheads="1"/>
          </p:cNvSpPr>
          <p:nvPr/>
        </p:nvSpPr>
        <p:spPr bwMode="auto">
          <a:xfrm>
            <a:off x="2667000" y="24384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31756" name="Oval 12"/>
          <p:cNvSpPr>
            <a:spLocks noChangeArrowheads="1"/>
          </p:cNvSpPr>
          <p:nvPr/>
        </p:nvSpPr>
        <p:spPr bwMode="auto">
          <a:xfrm>
            <a:off x="1676400" y="32766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31757" name="Oval 13"/>
          <p:cNvSpPr>
            <a:spLocks noChangeArrowheads="1"/>
          </p:cNvSpPr>
          <p:nvPr/>
        </p:nvSpPr>
        <p:spPr bwMode="auto">
          <a:xfrm>
            <a:off x="5486400" y="32766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31758" name="Line 14"/>
          <p:cNvSpPr>
            <a:spLocks noChangeShapeType="1"/>
          </p:cNvSpPr>
          <p:nvPr/>
        </p:nvSpPr>
        <p:spPr bwMode="auto">
          <a:xfrm flipH="1">
            <a:off x="3117850" y="174625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1759" name="Line 15"/>
          <p:cNvSpPr>
            <a:spLocks noChangeShapeType="1"/>
          </p:cNvSpPr>
          <p:nvPr/>
        </p:nvSpPr>
        <p:spPr bwMode="auto">
          <a:xfrm flipH="1">
            <a:off x="1974850" y="281305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1760" name="Line 16"/>
          <p:cNvSpPr>
            <a:spLocks noChangeShapeType="1"/>
          </p:cNvSpPr>
          <p:nvPr/>
        </p:nvSpPr>
        <p:spPr bwMode="auto">
          <a:xfrm flipH="1">
            <a:off x="1365250" y="365125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1761" name="Line 17"/>
          <p:cNvSpPr>
            <a:spLocks noChangeShapeType="1"/>
          </p:cNvSpPr>
          <p:nvPr/>
        </p:nvSpPr>
        <p:spPr bwMode="auto">
          <a:xfrm>
            <a:off x="2051050" y="365125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1762" name="Oval 18"/>
          <p:cNvSpPr>
            <a:spLocks noChangeArrowheads="1"/>
          </p:cNvSpPr>
          <p:nvPr/>
        </p:nvSpPr>
        <p:spPr bwMode="auto">
          <a:xfrm>
            <a:off x="4953000" y="42672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31763" name="Line 19"/>
          <p:cNvSpPr>
            <a:spLocks noChangeShapeType="1"/>
          </p:cNvSpPr>
          <p:nvPr/>
        </p:nvSpPr>
        <p:spPr bwMode="auto">
          <a:xfrm flipH="1">
            <a:off x="5251450" y="3727450"/>
            <a:ext cx="381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1764" name="Group 20"/>
          <p:cNvGrpSpPr>
            <a:grpSpLocks/>
          </p:cNvGrpSpPr>
          <p:nvPr/>
        </p:nvGrpSpPr>
        <p:grpSpPr bwMode="auto">
          <a:xfrm>
            <a:off x="533400" y="4267200"/>
            <a:ext cx="1295400" cy="533400"/>
            <a:chOff x="528" y="3216"/>
            <a:chExt cx="816" cy="336"/>
          </a:xfrm>
        </p:grpSpPr>
        <p:sp>
          <p:nvSpPr>
            <p:cNvPr id="31791" name="Oval 21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31792" name="Text Box 22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0001</a:t>
              </a:r>
            </a:p>
          </p:txBody>
        </p:sp>
      </p:grpSp>
      <p:grpSp>
        <p:nvGrpSpPr>
          <p:cNvPr id="31765" name="Group 23"/>
          <p:cNvGrpSpPr>
            <a:grpSpLocks/>
          </p:cNvGrpSpPr>
          <p:nvPr/>
        </p:nvGrpSpPr>
        <p:grpSpPr bwMode="auto">
          <a:xfrm>
            <a:off x="1828800" y="4343400"/>
            <a:ext cx="1295400" cy="533400"/>
            <a:chOff x="528" y="3216"/>
            <a:chExt cx="816" cy="336"/>
          </a:xfrm>
        </p:grpSpPr>
        <p:sp>
          <p:nvSpPr>
            <p:cNvPr id="31789" name="Oval 24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31790" name="Text Box 25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0011</a:t>
              </a:r>
            </a:p>
          </p:txBody>
        </p:sp>
      </p:grpSp>
      <p:sp>
        <p:nvSpPr>
          <p:cNvPr id="31766" name="Line 26"/>
          <p:cNvSpPr>
            <a:spLocks noChangeShapeType="1"/>
          </p:cNvSpPr>
          <p:nvPr/>
        </p:nvSpPr>
        <p:spPr bwMode="auto">
          <a:xfrm flipH="1">
            <a:off x="4641850" y="464185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1767" name="Line 27"/>
          <p:cNvSpPr>
            <a:spLocks noChangeShapeType="1"/>
          </p:cNvSpPr>
          <p:nvPr/>
        </p:nvSpPr>
        <p:spPr bwMode="auto">
          <a:xfrm>
            <a:off x="5327650" y="464185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1768" name="Group 28"/>
          <p:cNvGrpSpPr>
            <a:grpSpLocks/>
          </p:cNvGrpSpPr>
          <p:nvPr/>
        </p:nvGrpSpPr>
        <p:grpSpPr bwMode="auto">
          <a:xfrm>
            <a:off x="3810000" y="5257800"/>
            <a:ext cx="1295400" cy="533400"/>
            <a:chOff x="528" y="3216"/>
            <a:chExt cx="816" cy="336"/>
          </a:xfrm>
        </p:grpSpPr>
        <p:sp>
          <p:nvSpPr>
            <p:cNvPr id="31787" name="Oval 29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31788" name="Text Box 30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1000</a:t>
              </a:r>
            </a:p>
          </p:txBody>
        </p:sp>
      </p:grpSp>
      <p:grpSp>
        <p:nvGrpSpPr>
          <p:cNvPr id="31769" name="Group 31"/>
          <p:cNvGrpSpPr>
            <a:grpSpLocks/>
          </p:cNvGrpSpPr>
          <p:nvPr/>
        </p:nvGrpSpPr>
        <p:grpSpPr bwMode="auto">
          <a:xfrm>
            <a:off x="5105400" y="5334000"/>
            <a:ext cx="1295400" cy="533400"/>
            <a:chOff x="528" y="3216"/>
            <a:chExt cx="816" cy="336"/>
          </a:xfrm>
        </p:grpSpPr>
        <p:sp>
          <p:nvSpPr>
            <p:cNvPr id="31785" name="Oval 32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31786" name="Text Box 33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1001</a:t>
              </a:r>
            </a:p>
          </p:txBody>
        </p:sp>
      </p:grpSp>
      <p:sp>
        <p:nvSpPr>
          <p:cNvPr id="31770" name="Text Box 34"/>
          <p:cNvSpPr txBox="1">
            <a:spLocks noChangeArrowheads="1"/>
          </p:cNvSpPr>
          <p:nvPr/>
        </p:nvSpPr>
        <p:spPr bwMode="auto">
          <a:xfrm>
            <a:off x="3886200" y="16002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1771" name="Text Box 35"/>
          <p:cNvSpPr txBox="1">
            <a:spLocks noChangeArrowheads="1"/>
          </p:cNvSpPr>
          <p:nvPr/>
        </p:nvSpPr>
        <p:spPr bwMode="auto">
          <a:xfrm>
            <a:off x="2057400" y="26670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1772" name="Text Box 36"/>
          <p:cNvSpPr txBox="1">
            <a:spLocks noChangeArrowheads="1"/>
          </p:cNvSpPr>
          <p:nvPr/>
        </p:nvSpPr>
        <p:spPr bwMode="auto">
          <a:xfrm>
            <a:off x="1143000" y="36576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1773" name="Text Box 37"/>
          <p:cNvSpPr txBox="1">
            <a:spLocks noChangeArrowheads="1"/>
          </p:cNvSpPr>
          <p:nvPr/>
        </p:nvSpPr>
        <p:spPr bwMode="auto">
          <a:xfrm>
            <a:off x="4495800" y="47244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1774" name="Text Box 38"/>
          <p:cNvSpPr txBox="1">
            <a:spLocks noChangeArrowheads="1"/>
          </p:cNvSpPr>
          <p:nvPr/>
        </p:nvSpPr>
        <p:spPr bwMode="auto">
          <a:xfrm>
            <a:off x="5105400" y="36576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1775" name="Text Box 39"/>
          <p:cNvSpPr txBox="1">
            <a:spLocks noChangeArrowheads="1"/>
          </p:cNvSpPr>
          <p:nvPr/>
        </p:nvSpPr>
        <p:spPr bwMode="auto">
          <a:xfrm>
            <a:off x="6019800" y="16764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1</a:t>
            </a:r>
          </a:p>
        </p:txBody>
      </p:sp>
      <p:sp>
        <p:nvSpPr>
          <p:cNvPr id="31776" name="Text Box 40"/>
          <p:cNvSpPr txBox="1">
            <a:spLocks noChangeArrowheads="1"/>
          </p:cNvSpPr>
          <p:nvPr/>
        </p:nvSpPr>
        <p:spPr bwMode="auto">
          <a:xfrm>
            <a:off x="5486400" y="47244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1</a:t>
            </a:r>
          </a:p>
        </p:txBody>
      </p:sp>
      <p:sp>
        <p:nvSpPr>
          <p:cNvPr id="31777" name="Text Box 41"/>
          <p:cNvSpPr txBox="1">
            <a:spLocks noChangeArrowheads="1"/>
          </p:cNvSpPr>
          <p:nvPr/>
        </p:nvSpPr>
        <p:spPr bwMode="auto">
          <a:xfrm>
            <a:off x="2209800" y="36576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1</a:t>
            </a:r>
          </a:p>
        </p:txBody>
      </p:sp>
      <p:sp>
        <p:nvSpPr>
          <p:cNvPr id="31778" name="Oval 42"/>
          <p:cNvSpPr>
            <a:spLocks noChangeArrowheads="1"/>
          </p:cNvSpPr>
          <p:nvPr/>
        </p:nvSpPr>
        <p:spPr bwMode="auto">
          <a:xfrm>
            <a:off x="8229600" y="33591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grpSp>
        <p:nvGrpSpPr>
          <p:cNvPr id="6" name="Group 43"/>
          <p:cNvGrpSpPr>
            <a:grpSpLocks/>
          </p:cNvGrpSpPr>
          <p:nvPr/>
        </p:nvGrpSpPr>
        <p:grpSpPr bwMode="auto">
          <a:xfrm>
            <a:off x="7239000" y="1219200"/>
            <a:ext cx="1295400" cy="533400"/>
            <a:chOff x="528" y="3216"/>
            <a:chExt cx="816" cy="336"/>
          </a:xfrm>
        </p:grpSpPr>
        <p:sp>
          <p:nvSpPr>
            <p:cNvPr id="31783" name="Oval 44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31784" name="Text Box 45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1101</a:t>
              </a:r>
            </a:p>
          </p:txBody>
        </p:sp>
      </p:grpSp>
      <p:grpSp>
        <p:nvGrpSpPr>
          <p:cNvPr id="31780" name="Group 46"/>
          <p:cNvGrpSpPr>
            <a:grpSpLocks/>
          </p:cNvGrpSpPr>
          <p:nvPr/>
        </p:nvGrpSpPr>
        <p:grpSpPr bwMode="auto">
          <a:xfrm>
            <a:off x="7848600" y="3740150"/>
            <a:ext cx="527050" cy="603250"/>
            <a:chOff x="4944" y="2356"/>
            <a:chExt cx="332" cy="380"/>
          </a:xfrm>
        </p:grpSpPr>
        <p:sp>
          <p:nvSpPr>
            <p:cNvPr id="31781" name="Line 47"/>
            <p:cNvSpPr>
              <a:spLocks noChangeShapeType="1"/>
            </p:cNvSpPr>
            <p:nvPr/>
          </p:nvSpPr>
          <p:spPr bwMode="auto">
            <a:xfrm flipH="1">
              <a:off x="5036" y="2400"/>
              <a:ext cx="24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782" name="Text Box 48"/>
            <p:cNvSpPr txBox="1">
              <a:spLocks noChangeArrowheads="1"/>
            </p:cNvSpPr>
            <p:nvPr/>
          </p:nvSpPr>
          <p:spPr bwMode="auto">
            <a:xfrm>
              <a:off x="4944" y="235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56522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Fixed Length Delete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914400" y="6019800"/>
            <a:ext cx="2971800" cy="579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/>
              <a:t>Delete</a:t>
            </a:r>
            <a:r>
              <a:rPr lang="en-US" altLang="en-US">
                <a:solidFill>
                  <a:srgbClr val="FF3300"/>
                </a:solidFill>
              </a:rPr>
              <a:t> 1100</a:t>
            </a:r>
            <a:r>
              <a:rPr lang="en-US" altLang="en-US"/>
              <a:t>.</a:t>
            </a:r>
            <a:endParaRPr lang="en-US" altLang="en-US" sz="2000"/>
          </a:p>
        </p:txBody>
      </p:sp>
      <p:sp>
        <p:nvSpPr>
          <p:cNvPr id="32772" name="Oval 4"/>
          <p:cNvSpPr>
            <a:spLocks noChangeArrowheads="1"/>
          </p:cNvSpPr>
          <p:nvPr/>
        </p:nvSpPr>
        <p:spPr bwMode="auto">
          <a:xfrm>
            <a:off x="7010400" y="24384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32773" name="Line 5"/>
          <p:cNvSpPr>
            <a:spLocks noChangeShapeType="1"/>
          </p:cNvSpPr>
          <p:nvPr/>
        </p:nvSpPr>
        <p:spPr bwMode="auto">
          <a:xfrm>
            <a:off x="5251450" y="174625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74" name="Line 6"/>
          <p:cNvSpPr>
            <a:spLocks noChangeShapeType="1"/>
          </p:cNvSpPr>
          <p:nvPr/>
        </p:nvSpPr>
        <p:spPr bwMode="auto">
          <a:xfrm flipH="1">
            <a:off x="5943600" y="2819400"/>
            <a:ext cx="11430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75" name="Line 7"/>
          <p:cNvSpPr>
            <a:spLocks noChangeShapeType="1"/>
          </p:cNvSpPr>
          <p:nvPr/>
        </p:nvSpPr>
        <p:spPr bwMode="auto">
          <a:xfrm>
            <a:off x="7315200" y="2819400"/>
            <a:ext cx="9144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76" name="Text Box 8"/>
          <p:cNvSpPr txBox="1">
            <a:spLocks noChangeArrowheads="1"/>
          </p:cNvSpPr>
          <p:nvPr/>
        </p:nvSpPr>
        <p:spPr bwMode="auto">
          <a:xfrm>
            <a:off x="6477000" y="25908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2777" name="Text Box 9"/>
          <p:cNvSpPr txBox="1">
            <a:spLocks noChangeArrowheads="1"/>
          </p:cNvSpPr>
          <p:nvPr/>
        </p:nvSpPr>
        <p:spPr bwMode="auto">
          <a:xfrm>
            <a:off x="7543800" y="26670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1</a:t>
            </a:r>
          </a:p>
        </p:txBody>
      </p:sp>
      <p:sp>
        <p:nvSpPr>
          <p:cNvPr id="32778" name="Oval 10"/>
          <p:cNvSpPr>
            <a:spLocks noChangeArrowheads="1"/>
          </p:cNvSpPr>
          <p:nvPr/>
        </p:nvSpPr>
        <p:spPr bwMode="auto">
          <a:xfrm>
            <a:off x="4800600" y="14478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32779" name="Oval 11"/>
          <p:cNvSpPr>
            <a:spLocks noChangeArrowheads="1"/>
          </p:cNvSpPr>
          <p:nvPr/>
        </p:nvSpPr>
        <p:spPr bwMode="auto">
          <a:xfrm>
            <a:off x="2667000" y="24384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32780" name="Oval 12"/>
          <p:cNvSpPr>
            <a:spLocks noChangeArrowheads="1"/>
          </p:cNvSpPr>
          <p:nvPr/>
        </p:nvSpPr>
        <p:spPr bwMode="auto">
          <a:xfrm>
            <a:off x="1676400" y="32766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32781" name="Oval 13"/>
          <p:cNvSpPr>
            <a:spLocks noChangeArrowheads="1"/>
          </p:cNvSpPr>
          <p:nvPr/>
        </p:nvSpPr>
        <p:spPr bwMode="auto">
          <a:xfrm>
            <a:off x="5486400" y="32766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32782" name="Line 14"/>
          <p:cNvSpPr>
            <a:spLocks noChangeShapeType="1"/>
          </p:cNvSpPr>
          <p:nvPr/>
        </p:nvSpPr>
        <p:spPr bwMode="auto">
          <a:xfrm flipH="1">
            <a:off x="3117850" y="174625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83" name="Line 15"/>
          <p:cNvSpPr>
            <a:spLocks noChangeShapeType="1"/>
          </p:cNvSpPr>
          <p:nvPr/>
        </p:nvSpPr>
        <p:spPr bwMode="auto">
          <a:xfrm flipH="1">
            <a:off x="1974850" y="281305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84" name="Line 16"/>
          <p:cNvSpPr>
            <a:spLocks noChangeShapeType="1"/>
          </p:cNvSpPr>
          <p:nvPr/>
        </p:nvSpPr>
        <p:spPr bwMode="auto">
          <a:xfrm flipH="1">
            <a:off x="1365250" y="365125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85" name="Line 17"/>
          <p:cNvSpPr>
            <a:spLocks noChangeShapeType="1"/>
          </p:cNvSpPr>
          <p:nvPr/>
        </p:nvSpPr>
        <p:spPr bwMode="auto">
          <a:xfrm>
            <a:off x="2051050" y="365125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86" name="Oval 18"/>
          <p:cNvSpPr>
            <a:spLocks noChangeArrowheads="1"/>
          </p:cNvSpPr>
          <p:nvPr/>
        </p:nvSpPr>
        <p:spPr bwMode="auto">
          <a:xfrm>
            <a:off x="4953000" y="42672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32787" name="Line 19"/>
          <p:cNvSpPr>
            <a:spLocks noChangeShapeType="1"/>
          </p:cNvSpPr>
          <p:nvPr/>
        </p:nvSpPr>
        <p:spPr bwMode="auto">
          <a:xfrm flipH="1">
            <a:off x="5251450" y="3727450"/>
            <a:ext cx="381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2788" name="Group 20"/>
          <p:cNvGrpSpPr>
            <a:grpSpLocks/>
          </p:cNvGrpSpPr>
          <p:nvPr/>
        </p:nvGrpSpPr>
        <p:grpSpPr bwMode="auto">
          <a:xfrm>
            <a:off x="533400" y="4267200"/>
            <a:ext cx="1295400" cy="533400"/>
            <a:chOff x="528" y="3216"/>
            <a:chExt cx="816" cy="336"/>
          </a:xfrm>
        </p:grpSpPr>
        <p:sp>
          <p:nvSpPr>
            <p:cNvPr id="32811" name="Oval 21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32812" name="Text Box 22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0001</a:t>
              </a:r>
            </a:p>
          </p:txBody>
        </p:sp>
      </p:grpSp>
      <p:grpSp>
        <p:nvGrpSpPr>
          <p:cNvPr id="32789" name="Group 23"/>
          <p:cNvGrpSpPr>
            <a:grpSpLocks/>
          </p:cNvGrpSpPr>
          <p:nvPr/>
        </p:nvGrpSpPr>
        <p:grpSpPr bwMode="auto">
          <a:xfrm>
            <a:off x="1828800" y="4343400"/>
            <a:ext cx="1295400" cy="533400"/>
            <a:chOff x="528" y="3216"/>
            <a:chExt cx="816" cy="336"/>
          </a:xfrm>
        </p:grpSpPr>
        <p:sp>
          <p:nvSpPr>
            <p:cNvPr id="32809" name="Oval 24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32810" name="Text Box 25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0011</a:t>
              </a:r>
            </a:p>
          </p:txBody>
        </p:sp>
      </p:grpSp>
      <p:sp>
        <p:nvSpPr>
          <p:cNvPr id="32790" name="Line 26"/>
          <p:cNvSpPr>
            <a:spLocks noChangeShapeType="1"/>
          </p:cNvSpPr>
          <p:nvPr/>
        </p:nvSpPr>
        <p:spPr bwMode="auto">
          <a:xfrm flipH="1">
            <a:off x="4641850" y="464185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91" name="Line 27"/>
          <p:cNvSpPr>
            <a:spLocks noChangeShapeType="1"/>
          </p:cNvSpPr>
          <p:nvPr/>
        </p:nvSpPr>
        <p:spPr bwMode="auto">
          <a:xfrm>
            <a:off x="5327650" y="464185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2792" name="Group 28"/>
          <p:cNvGrpSpPr>
            <a:grpSpLocks/>
          </p:cNvGrpSpPr>
          <p:nvPr/>
        </p:nvGrpSpPr>
        <p:grpSpPr bwMode="auto">
          <a:xfrm>
            <a:off x="3810000" y="5257800"/>
            <a:ext cx="1295400" cy="533400"/>
            <a:chOff x="528" y="3216"/>
            <a:chExt cx="816" cy="336"/>
          </a:xfrm>
        </p:grpSpPr>
        <p:sp>
          <p:nvSpPr>
            <p:cNvPr id="32807" name="Oval 29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32808" name="Text Box 30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1000</a:t>
              </a:r>
            </a:p>
          </p:txBody>
        </p:sp>
      </p:grpSp>
      <p:grpSp>
        <p:nvGrpSpPr>
          <p:cNvPr id="32793" name="Group 31"/>
          <p:cNvGrpSpPr>
            <a:grpSpLocks/>
          </p:cNvGrpSpPr>
          <p:nvPr/>
        </p:nvGrpSpPr>
        <p:grpSpPr bwMode="auto">
          <a:xfrm>
            <a:off x="5105400" y="5334000"/>
            <a:ext cx="1295400" cy="533400"/>
            <a:chOff x="528" y="3216"/>
            <a:chExt cx="816" cy="336"/>
          </a:xfrm>
        </p:grpSpPr>
        <p:sp>
          <p:nvSpPr>
            <p:cNvPr id="32805" name="Oval 32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32806" name="Text Box 33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1001</a:t>
              </a:r>
            </a:p>
          </p:txBody>
        </p:sp>
      </p:grpSp>
      <p:sp>
        <p:nvSpPr>
          <p:cNvPr id="32794" name="Text Box 34"/>
          <p:cNvSpPr txBox="1">
            <a:spLocks noChangeArrowheads="1"/>
          </p:cNvSpPr>
          <p:nvPr/>
        </p:nvSpPr>
        <p:spPr bwMode="auto">
          <a:xfrm>
            <a:off x="3886200" y="16002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2795" name="Text Box 35"/>
          <p:cNvSpPr txBox="1">
            <a:spLocks noChangeArrowheads="1"/>
          </p:cNvSpPr>
          <p:nvPr/>
        </p:nvSpPr>
        <p:spPr bwMode="auto">
          <a:xfrm>
            <a:off x="2057400" y="26670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2796" name="Text Box 36"/>
          <p:cNvSpPr txBox="1">
            <a:spLocks noChangeArrowheads="1"/>
          </p:cNvSpPr>
          <p:nvPr/>
        </p:nvSpPr>
        <p:spPr bwMode="auto">
          <a:xfrm>
            <a:off x="1143000" y="36576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2797" name="Text Box 37"/>
          <p:cNvSpPr txBox="1">
            <a:spLocks noChangeArrowheads="1"/>
          </p:cNvSpPr>
          <p:nvPr/>
        </p:nvSpPr>
        <p:spPr bwMode="auto">
          <a:xfrm>
            <a:off x="4495800" y="47244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2798" name="Text Box 38"/>
          <p:cNvSpPr txBox="1">
            <a:spLocks noChangeArrowheads="1"/>
          </p:cNvSpPr>
          <p:nvPr/>
        </p:nvSpPr>
        <p:spPr bwMode="auto">
          <a:xfrm>
            <a:off x="5105400" y="36576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2799" name="Text Box 39"/>
          <p:cNvSpPr txBox="1">
            <a:spLocks noChangeArrowheads="1"/>
          </p:cNvSpPr>
          <p:nvPr/>
        </p:nvSpPr>
        <p:spPr bwMode="auto">
          <a:xfrm>
            <a:off x="6019800" y="16764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1</a:t>
            </a:r>
          </a:p>
        </p:txBody>
      </p:sp>
      <p:sp>
        <p:nvSpPr>
          <p:cNvPr id="32800" name="Text Box 40"/>
          <p:cNvSpPr txBox="1">
            <a:spLocks noChangeArrowheads="1"/>
          </p:cNvSpPr>
          <p:nvPr/>
        </p:nvSpPr>
        <p:spPr bwMode="auto">
          <a:xfrm>
            <a:off x="5486400" y="47244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1</a:t>
            </a:r>
          </a:p>
        </p:txBody>
      </p:sp>
      <p:sp>
        <p:nvSpPr>
          <p:cNvPr id="32801" name="Text Box 41"/>
          <p:cNvSpPr txBox="1">
            <a:spLocks noChangeArrowheads="1"/>
          </p:cNvSpPr>
          <p:nvPr/>
        </p:nvSpPr>
        <p:spPr bwMode="auto">
          <a:xfrm>
            <a:off x="2209800" y="36576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1</a:t>
            </a:r>
          </a:p>
        </p:txBody>
      </p:sp>
      <p:grpSp>
        <p:nvGrpSpPr>
          <p:cNvPr id="32802" name="Group 42"/>
          <p:cNvGrpSpPr>
            <a:grpSpLocks/>
          </p:cNvGrpSpPr>
          <p:nvPr/>
        </p:nvGrpSpPr>
        <p:grpSpPr bwMode="auto">
          <a:xfrm>
            <a:off x="7239000" y="1219200"/>
            <a:ext cx="1295400" cy="533400"/>
            <a:chOff x="528" y="3216"/>
            <a:chExt cx="816" cy="336"/>
          </a:xfrm>
        </p:grpSpPr>
        <p:sp>
          <p:nvSpPr>
            <p:cNvPr id="32803" name="Oval 43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32804" name="Text Box 44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1101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769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Fixed Length Delete</a:t>
            </a: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914400" y="6019800"/>
            <a:ext cx="2971800" cy="579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/>
              <a:t>Delete </a:t>
            </a:r>
            <a:r>
              <a:rPr lang="en-US" altLang="en-US">
                <a:solidFill>
                  <a:srgbClr val="FF3300"/>
                </a:solidFill>
              </a:rPr>
              <a:t>1100</a:t>
            </a:r>
            <a:r>
              <a:rPr lang="en-US" altLang="en-US"/>
              <a:t>.</a:t>
            </a:r>
            <a:endParaRPr lang="en-US" altLang="en-US" sz="2000"/>
          </a:p>
        </p:txBody>
      </p:sp>
      <p:sp>
        <p:nvSpPr>
          <p:cNvPr id="334852" name="Text Box 4"/>
          <p:cNvSpPr txBox="1">
            <a:spLocks noChangeArrowheads="1"/>
          </p:cNvSpPr>
          <p:nvPr/>
        </p:nvSpPr>
        <p:spPr bwMode="auto">
          <a:xfrm>
            <a:off x="5029200" y="6019800"/>
            <a:ext cx="2971800" cy="579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/>
              <a:t>One compare.</a:t>
            </a:r>
            <a:endParaRPr lang="en-US" altLang="en-US" sz="2000"/>
          </a:p>
        </p:txBody>
      </p:sp>
      <p:sp>
        <p:nvSpPr>
          <p:cNvPr id="33797" name="Oval 5"/>
          <p:cNvSpPr>
            <a:spLocks noChangeArrowheads="1"/>
          </p:cNvSpPr>
          <p:nvPr/>
        </p:nvSpPr>
        <p:spPr bwMode="auto">
          <a:xfrm>
            <a:off x="7010400" y="24384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33798" name="Line 6"/>
          <p:cNvSpPr>
            <a:spLocks noChangeShapeType="1"/>
          </p:cNvSpPr>
          <p:nvPr/>
        </p:nvSpPr>
        <p:spPr bwMode="auto">
          <a:xfrm>
            <a:off x="5251450" y="1746250"/>
            <a:ext cx="1828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3799" name="Line 7"/>
          <p:cNvSpPr>
            <a:spLocks noChangeShapeType="1"/>
          </p:cNvSpPr>
          <p:nvPr/>
        </p:nvSpPr>
        <p:spPr bwMode="auto">
          <a:xfrm flipH="1">
            <a:off x="5943600" y="2819400"/>
            <a:ext cx="11430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3800" name="Line 8"/>
          <p:cNvSpPr>
            <a:spLocks noChangeShapeType="1"/>
          </p:cNvSpPr>
          <p:nvPr/>
        </p:nvSpPr>
        <p:spPr bwMode="auto">
          <a:xfrm>
            <a:off x="7315200" y="2819400"/>
            <a:ext cx="9144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3801" name="Text Box 9"/>
          <p:cNvSpPr txBox="1">
            <a:spLocks noChangeArrowheads="1"/>
          </p:cNvSpPr>
          <p:nvPr/>
        </p:nvSpPr>
        <p:spPr bwMode="auto">
          <a:xfrm>
            <a:off x="6477000" y="25908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3802" name="Text Box 10"/>
          <p:cNvSpPr txBox="1">
            <a:spLocks noChangeArrowheads="1"/>
          </p:cNvSpPr>
          <p:nvPr/>
        </p:nvSpPr>
        <p:spPr bwMode="auto">
          <a:xfrm>
            <a:off x="7543800" y="26670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1</a:t>
            </a:r>
          </a:p>
        </p:txBody>
      </p:sp>
      <p:sp>
        <p:nvSpPr>
          <p:cNvPr id="33803" name="Oval 11"/>
          <p:cNvSpPr>
            <a:spLocks noChangeArrowheads="1"/>
          </p:cNvSpPr>
          <p:nvPr/>
        </p:nvSpPr>
        <p:spPr bwMode="auto">
          <a:xfrm>
            <a:off x="4800600" y="14478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33804" name="Oval 12"/>
          <p:cNvSpPr>
            <a:spLocks noChangeArrowheads="1"/>
          </p:cNvSpPr>
          <p:nvPr/>
        </p:nvSpPr>
        <p:spPr bwMode="auto">
          <a:xfrm>
            <a:off x="2667000" y="24384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33805" name="Oval 13"/>
          <p:cNvSpPr>
            <a:spLocks noChangeArrowheads="1"/>
          </p:cNvSpPr>
          <p:nvPr/>
        </p:nvSpPr>
        <p:spPr bwMode="auto">
          <a:xfrm>
            <a:off x="1676400" y="32766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33806" name="Oval 14"/>
          <p:cNvSpPr>
            <a:spLocks noChangeArrowheads="1"/>
          </p:cNvSpPr>
          <p:nvPr/>
        </p:nvSpPr>
        <p:spPr bwMode="auto">
          <a:xfrm>
            <a:off x="5486400" y="32766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33807" name="Line 15"/>
          <p:cNvSpPr>
            <a:spLocks noChangeShapeType="1"/>
          </p:cNvSpPr>
          <p:nvPr/>
        </p:nvSpPr>
        <p:spPr bwMode="auto">
          <a:xfrm flipH="1">
            <a:off x="3117850" y="1746250"/>
            <a:ext cx="1676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3808" name="Line 16"/>
          <p:cNvSpPr>
            <a:spLocks noChangeShapeType="1"/>
          </p:cNvSpPr>
          <p:nvPr/>
        </p:nvSpPr>
        <p:spPr bwMode="auto">
          <a:xfrm flipH="1">
            <a:off x="1974850" y="2813050"/>
            <a:ext cx="762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3809" name="Line 17"/>
          <p:cNvSpPr>
            <a:spLocks noChangeShapeType="1"/>
          </p:cNvSpPr>
          <p:nvPr/>
        </p:nvSpPr>
        <p:spPr bwMode="auto">
          <a:xfrm flipH="1">
            <a:off x="1365250" y="365125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3810" name="Line 18"/>
          <p:cNvSpPr>
            <a:spLocks noChangeShapeType="1"/>
          </p:cNvSpPr>
          <p:nvPr/>
        </p:nvSpPr>
        <p:spPr bwMode="auto">
          <a:xfrm>
            <a:off x="2051050" y="365125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3811" name="Oval 19"/>
          <p:cNvSpPr>
            <a:spLocks noChangeArrowheads="1"/>
          </p:cNvSpPr>
          <p:nvPr/>
        </p:nvSpPr>
        <p:spPr bwMode="auto">
          <a:xfrm>
            <a:off x="4953000" y="42672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33812" name="Line 20"/>
          <p:cNvSpPr>
            <a:spLocks noChangeShapeType="1"/>
          </p:cNvSpPr>
          <p:nvPr/>
        </p:nvSpPr>
        <p:spPr bwMode="auto">
          <a:xfrm flipH="1">
            <a:off x="5251450" y="3727450"/>
            <a:ext cx="381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3813" name="Group 21"/>
          <p:cNvGrpSpPr>
            <a:grpSpLocks/>
          </p:cNvGrpSpPr>
          <p:nvPr/>
        </p:nvGrpSpPr>
        <p:grpSpPr bwMode="auto">
          <a:xfrm>
            <a:off x="533400" y="4267200"/>
            <a:ext cx="1295400" cy="533400"/>
            <a:chOff x="528" y="3216"/>
            <a:chExt cx="816" cy="336"/>
          </a:xfrm>
        </p:grpSpPr>
        <p:sp>
          <p:nvSpPr>
            <p:cNvPr id="33836" name="Oval 22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33837" name="Text Box 23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0001</a:t>
              </a:r>
            </a:p>
          </p:txBody>
        </p:sp>
      </p:grpSp>
      <p:grpSp>
        <p:nvGrpSpPr>
          <p:cNvPr id="33814" name="Group 24"/>
          <p:cNvGrpSpPr>
            <a:grpSpLocks/>
          </p:cNvGrpSpPr>
          <p:nvPr/>
        </p:nvGrpSpPr>
        <p:grpSpPr bwMode="auto">
          <a:xfrm>
            <a:off x="1828800" y="4343400"/>
            <a:ext cx="1295400" cy="533400"/>
            <a:chOff x="528" y="3216"/>
            <a:chExt cx="816" cy="336"/>
          </a:xfrm>
        </p:grpSpPr>
        <p:sp>
          <p:nvSpPr>
            <p:cNvPr id="33834" name="Oval 25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33835" name="Text Box 26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0011</a:t>
              </a:r>
            </a:p>
          </p:txBody>
        </p:sp>
      </p:grpSp>
      <p:sp>
        <p:nvSpPr>
          <p:cNvPr id="33815" name="Line 27"/>
          <p:cNvSpPr>
            <a:spLocks noChangeShapeType="1"/>
          </p:cNvSpPr>
          <p:nvPr/>
        </p:nvSpPr>
        <p:spPr bwMode="auto">
          <a:xfrm flipH="1">
            <a:off x="4641850" y="464185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3816" name="Line 28"/>
          <p:cNvSpPr>
            <a:spLocks noChangeShapeType="1"/>
          </p:cNvSpPr>
          <p:nvPr/>
        </p:nvSpPr>
        <p:spPr bwMode="auto">
          <a:xfrm>
            <a:off x="5327650" y="464185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33817" name="Group 29"/>
          <p:cNvGrpSpPr>
            <a:grpSpLocks/>
          </p:cNvGrpSpPr>
          <p:nvPr/>
        </p:nvGrpSpPr>
        <p:grpSpPr bwMode="auto">
          <a:xfrm>
            <a:off x="3810000" y="5257800"/>
            <a:ext cx="1295400" cy="533400"/>
            <a:chOff x="528" y="3216"/>
            <a:chExt cx="816" cy="336"/>
          </a:xfrm>
        </p:grpSpPr>
        <p:sp>
          <p:nvSpPr>
            <p:cNvPr id="33832" name="Oval 30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33833" name="Text Box 31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1000</a:t>
              </a:r>
            </a:p>
          </p:txBody>
        </p:sp>
      </p:grpSp>
      <p:grpSp>
        <p:nvGrpSpPr>
          <p:cNvPr id="33818" name="Group 32"/>
          <p:cNvGrpSpPr>
            <a:grpSpLocks/>
          </p:cNvGrpSpPr>
          <p:nvPr/>
        </p:nvGrpSpPr>
        <p:grpSpPr bwMode="auto">
          <a:xfrm>
            <a:off x="5105400" y="5334000"/>
            <a:ext cx="1295400" cy="533400"/>
            <a:chOff x="528" y="3216"/>
            <a:chExt cx="816" cy="336"/>
          </a:xfrm>
        </p:grpSpPr>
        <p:sp>
          <p:nvSpPr>
            <p:cNvPr id="33830" name="Oval 33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33831" name="Text Box 34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1001</a:t>
              </a:r>
            </a:p>
          </p:txBody>
        </p:sp>
      </p:grpSp>
      <p:sp>
        <p:nvSpPr>
          <p:cNvPr id="33819" name="Text Box 35"/>
          <p:cNvSpPr txBox="1">
            <a:spLocks noChangeArrowheads="1"/>
          </p:cNvSpPr>
          <p:nvPr/>
        </p:nvSpPr>
        <p:spPr bwMode="auto">
          <a:xfrm>
            <a:off x="3886200" y="16002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3820" name="Text Box 36"/>
          <p:cNvSpPr txBox="1">
            <a:spLocks noChangeArrowheads="1"/>
          </p:cNvSpPr>
          <p:nvPr/>
        </p:nvSpPr>
        <p:spPr bwMode="auto">
          <a:xfrm>
            <a:off x="2057400" y="26670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3821" name="Text Box 37"/>
          <p:cNvSpPr txBox="1">
            <a:spLocks noChangeArrowheads="1"/>
          </p:cNvSpPr>
          <p:nvPr/>
        </p:nvSpPr>
        <p:spPr bwMode="auto">
          <a:xfrm>
            <a:off x="1143000" y="36576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3822" name="Text Box 38"/>
          <p:cNvSpPr txBox="1">
            <a:spLocks noChangeArrowheads="1"/>
          </p:cNvSpPr>
          <p:nvPr/>
        </p:nvSpPr>
        <p:spPr bwMode="auto">
          <a:xfrm>
            <a:off x="4495800" y="47244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3823" name="Text Box 39"/>
          <p:cNvSpPr txBox="1">
            <a:spLocks noChangeArrowheads="1"/>
          </p:cNvSpPr>
          <p:nvPr/>
        </p:nvSpPr>
        <p:spPr bwMode="auto">
          <a:xfrm>
            <a:off x="5105400" y="36576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3824" name="Text Box 40"/>
          <p:cNvSpPr txBox="1">
            <a:spLocks noChangeArrowheads="1"/>
          </p:cNvSpPr>
          <p:nvPr/>
        </p:nvSpPr>
        <p:spPr bwMode="auto">
          <a:xfrm>
            <a:off x="6019800" y="16764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1</a:t>
            </a:r>
          </a:p>
        </p:txBody>
      </p:sp>
      <p:sp>
        <p:nvSpPr>
          <p:cNvPr id="33825" name="Text Box 41"/>
          <p:cNvSpPr txBox="1">
            <a:spLocks noChangeArrowheads="1"/>
          </p:cNvSpPr>
          <p:nvPr/>
        </p:nvSpPr>
        <p:spPr bwMode="auto">
          <a:xfrm>
            <a:off x="5486400" y="47244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1</a:t>
            </a:r>
          </a:p>
        </p:txBody>
      </p:sp>
      <p:sp>
        <p:nvSpPr>
          <p:cNvPr id="33826" name="Text Box 42"/>
          <p:cNvSpPr txBox="1">
            <a:spLocks noChangeArrowheads="1"/>
          </p:cNvSpPr>
          <p:nvPr/>
        </p:nvSpPr>
        <p:spPr bwMode="auto">
          <a:xfrm>
            <a:off x="2209800" y="36576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FF3300"/>
                </a:solidFill>
              </a:rPr>
              <a:t>1</a:t>
            </a:r>
          </a:p>
        </p:txBody>
      </p:sp>
      <p:grpSp>
        <p:nvGrpSpPr>
          <p:cNvPr id="33827" name="Group 43"/>
          <p:cNvGrpSpPr>
            <a:grpSpLocks/>
          </p:cNvGrpSpPr>
          <p:nvPr/>
        </p:nvGrpSpPr>
        <p:grpSpPr bwMode="auto">
          <a:xfrm>
            <a:off x="7543800" y="3429000"/>
            <a:ext cx="1295400" cy="533400"/>
            <a:chOff x="528" y="3216"/>
            <a:chExt cx="816" cy="336"/>
          </a:xfrm>
        </p:grpSpPr>
        <p:sp>
          <p:nvSpPr>
            <p:cNvPr id="33828" name="Oval 44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33829" name="Text Box 45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FF3300"/>
                  </a:solidFill>
                </a:rPr>
                <a:t>1101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8171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4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4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52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Compressed Binary Tries</a:t>
            </a:r>
          </a:p>
        </p:txBody>
      </p:sp>
      <p:sp>
        <p:nvSpPr>
          <p:cNvPr id="360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No branch node whose degree is </a:t>
            </a:r>
            <a:r>
              <a:rPr lang="en-US" altLang="en-US">
                <a:solidFill>
                  <a:schemeClr val="hlink"/>
                </a:solidFill>
              </a:rPr>
              <a:t>1</a:t>
            </a:r>
            <a:r>
              <a:rPr lang="en-US" altLang="en-US"/>
              <a:t>.</a:t>
            </a:r>
          </a:p>
          <a:p>
            <a:r>
              <a:rPr lang="en-US" altLang="en-US"/>
              <a:t>Add a </a:t>
            </a:r>
            <a:r>
              <a:rPr lang="en-US" altLang="en-US">
                <a:solidFill>
                  <a:schemeClr val="hlink"/>
                </a:solidFill>
              </a:rPr>
              <a:t>bit#</a:t>
            </a:r>
            <a:r>
              <a:rPr lang="en-US" altLang="en-US"/>
              <a:t> field to each branch node.</a:t>
            </a:r>
          </a:p>
          <a:p>
            <a:r>
              <a:rPr lang="en-US" altLang="en-US">
                <a:solidFill>
                  <a:schemeClr val="hlink"/>
                </a:solidFill>
              </a:rPr>
              <a:t>bit# </a:t>
            </a:r>
            <a:r>
              <a:rPr lang="en-US" altLang="en-US">
                <a:solidFill>
                  <a:schemeClr val="bg2"/>
                </a:solidFill>
              </a:rPr>
              <a:t>tells you which bit of the key to use to decide whether to move to the left or right subtrie.</a:t>
            </a:r>
          </a:p>
        </p:txBody>
      </p:sp>
    </p:spTree>
    <p:extLst>
      <p:ext uri="{BB962C8B-B14F-4D97-AF65-F5344CB8AC3E}">
        <p14:creationId xmlns:p14="http://schemas.microsoft.com/office/powerpoint/2010/main" val="1937795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0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0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0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0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0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0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451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Trie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33400" y="1447800"/>
            <a:ext cx="8610600" cy="4502150"/>
            <a:chOff x="336" y="912"/>
            <a:chExt cx="5424" cy="2836"/>
          </a:xfrm>
        </p:grpSpPr>
        <p:sp>
          <p:nvSpPr>
            <p:cNvPr id="22541" name="Oval 4"/>
            <p:cNvSpPr>
              <a:spLocks noChangeArrowheads="1"/>
            </p:cNvSpPr>
            <p:nvPr/>
          </p:nvSpPr>
          <p:spPr bwMode="auto">
            <a:xfrm>
              <a:off x="4416" y="153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2542" name="Line 5"/>
            <p:cNvSpPr>
              <a:spLocks noChangeShapeType="1"/>
            </p:cNvSpPr>
            <p:nvPr/>
          </p:nvSpPr>
          <p:spPr bwMode="auto">
            <a:xfrm>
              <a:off x="3308" y="1100"/>
              <a:ext cx="1152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543" name="Line 6"/>
            <p:cNvSpPr>
              <a:spLocks noChangeShapeType="1"/>
            </p:cNvSpPr>
            <p:nvPr/>
          </p:nvSpPr>
          <p:spPr bwMode="auto">
            <a:xfrm flipH="1">
              <a:off x="3744" y="1776"/>
              <a:ext cx="72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544" name="Line 7"/>
            <p:cNvSpPr>
              <a:spLocks noChangeShapeType="1"/>
            </p:cNvSpPr>
            <p:nvPr/>
          </p:nvSpPr>
          <p:spPr bwMode="auto">
            <a:xfrm>
              <a:off x="4608" y="1776"/>
              <a:ext cx="576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545" name="Text Box 8"/>
            <p:cNvSpPr txBox="1">
              <a:spLocks noChangeArrowheads="1"/>
            </p:cNvSpPr>
            <p:nvPr/>
          </p:nvSpPr>
          <p:spPr bwMode="auto">
            <a:xfrm>
              <a:off x="4080" y="163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22546" name="Text Box 9"/>
            <p:cNvSpPr txBox="1">
              <a:spLocks noChangeArrowheads="1"/>
            </p:cNvSpPr>
            <p:nvPr/>
          </p:nvSpPr>
          <p:spPr bwMode="auto">
            <a:xfrm>
              <a:off x="4752" y="1680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22547" name="Oval 10"/>
            <p:cNvSpPr>
              <a:spLocks noChangeArrowheads="1"/>
            </p:cNvSpPr>
            <p:nvPr/>
          </p:nvSpPr>
          <p:spPr bwMode="auto">
            <a:xfrm>
              <a:off x="3024" y="91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2548" name="Oval 11"/>
            <p:cNvSpPr>
              <a:spLocks noChangeArrowheads="1"/>
            </p:cNvSpPr>
            <p:nvPr/>
          </p:nvSpPr>
          <p:spPr bwMode="auto">
            <a:xfrm>
              <a:off x="1680" y="153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2549" name="Oval 12"/>
            <p:cNvSpPr>
              <a:spLocks noChangeArrowheads="1"/>
            </p:cNvSpPr>
            <p:nvPr/>
          </p:nvSpPr>
          <p:spPr bwMode="auto">
            <a:xfrm>
              <a:off x="1056" y="206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2550" name="Oval 13"/>
            <p:cNvSpPr>
              <a:spLocks noChangeArrowheads="1"/>
            </p:cNvSpPr>
            <p:nvPr/>
          </p:nvSpPr>
          <p:spPr bwMode="auto">
            <a:xfrm>
              <a:off x="3456" y="206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2551" name="Line 14"/>
            <p:cNvSpPr>
              <a:spLocks noChangeShapeType="1"/>
            </p:cNvSpPr>
            <p:nvPr/>
          </p:nvSpPr>
          <p:spPr bwMode="auto">
            <a:xfrm flipH="1">
              <a:off x="1964" y="1100"/>
              <a:ext cx="1056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552" name="Line 15"/>
            <p:cNvSpPr>
              <a:spLocks noChangeShapeType="1"/>
            </p:cNvSpPr>
            <p:nvPr/>
          </p:nvSpPr>
          <p:spPr bwMode="auto">
            <a:xfrm flipH="1">
              <a:off x="1244" y="1772"/>
              <a:ext cx="48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553" name="Line 16"/>
            <p:cNvSpPr>
              <a:spLocks noChangeShapeType="1"/>
            </p:cNvSpPr>
            <p:nvPr/>
          </p:nvSpPr>
          <p:spPr bwMode="auto">
            <a:xfrm flipH="1">
              <a:off x="860" y="2300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554" name="Line 17"/>
            <p:cNvSpPr>
              <a:spLocks noChangeShapeType="1"/>
            </p:cNvSpPr>
            <p:nvPr/>
          </p:nvSpPr>
          <p:spPr bwMode="auto">
            <a:xfrm>
              <a:off x="1292" y="2300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555" name="Oval 18"/>
            <p:cNvSpPr>
              <a:spLocks noChangeArrowheads="1"/>
            </p:cNvSpPr>
            <p:nvPr/>
          </p:nvSpPr>
          <p:spPr bwMode="auto">
            <a:xfrm>
              <a:off x="3120" y="268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2556" name="Line 19"/>
            <p:cNvSpPr>
              <a:spLocks noChangeShapeType="1"/>
            </p:cNvSpPr>
            <p:nvPr/>
          </p:nvSpPr>
          <p:spPr bwMode="auto">
            <a:xfrm flipH="1">
              <a:off x="3308" y="2348"/>
              <a:ext cx="24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2557" name="Group 20"/>
            <p:cNvGrpSpPr>
              <a:grpSpLocks/>
            </p:cNvGrpSpPr>
            <p:nvPr/>
          </p:nvGrpSpPr>
          <p:grpSpPr bwMode="auto">
            <a:xfrm>
              <a:off x="336" y="2688"/>
              <a:ext cx="816" cy="336"/>
              <a:chOff x="528" y="3216"/>
              <a:chExt cx="816" cy="336"/>
            </a:xfrm>
          </p:grpSpPr>
          <p:sp>
            <p:nvSpPr>
              <p:cNvPr id="22594" name="Oval 21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2595" name="Text Box 22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0001</a:t>
                </a:r>
              </a:p>
            </p:txBody>
          </p:sp>
        </p:grpSp>
        <p:grpSp>
          <p:nvGrpSpPr>
            <p:cNvPr id="22558" name="Group 23"/>
            <p:cNvGrpSpPr>
              <a:grpSpLocks/>
            </p:cNvGrpSpPr>
            <p:nvPr/>
          </p:nvGrpSpPr>
          <p:grpSpPr bwMode="auto">
            <a:xfrm>
              <a:off x="1152" y="2736"/>
              <a:ext cx="816" cy="336"/>
              <a:chOff x="528" y="3216"/>
              <a:chExt cx="816" cy="336"/>
            </a:xfrm>
          </p:grpSpPr>
          <p:sp>
            <p:nvSpPr>
              <p:cNvPr id="22592" name="Oval 24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2593" name="Text Box 25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0011</a:t>
                </a:r>
              </a:p>
            </p:txBody>
          </p:sp>
        </p:grpSp>
        <p:sp>
          <p:nvSpPr>
            <p:cNvPr id="22559" name="Line 26"/>
            <p:cNvSpPr>
              <a:spLocks noChangeShapeType="1"/>
            </p:cNvSpPr>
            <p:nvPr/>
          </p:nvSpPr>
          <p:spPr bwMode="auto">
            <a:xfrm flipH="1">
              <a:off x="2924" y="2924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560" name="Line 27"/>
            <p:cNvSpPr>
              <a:spLocks noChangeShapeType="1"/>
            </p:cNvSpPr>
            <p:nvPr/>
          </p:nvSpPr>
          <p:spPr bwMode="auto">
            <a:xfrm>
              <a:off x="3356" y="2924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2561" name="Group 28"/>
            <p:cNvGrpSpPr>
              <a:grpSpLocks/>
            </p:cNvGrpSpPr>
            <p:nvPr/>
          </p:nvGrpSpPr>
          <p:grpSpPr bwMode="auto">
            <a:xfrm>
              <a:off x="2400" y="3312"/>
              <a:ext cx="816" cy="336"/>
              <a:chOff x="528" y="3216"/>
              <a:chExt cx="816" cy="336"/>
            </a:xfrm>
          </p:grpSpPr>
          <p:sp>
            <p:nvSpPr>
              <p:cNvPr id="22590" name="Oval 29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2591" name="Text Box 30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1000</a:t>
                </a:r>
              </a:p>
            </p:txBody>
          </p:sp>
        </p:grpSp>
        <p:grpSp>
          <p:nvGrpSpPr>
            <p:cNvPr id="22562" name="Group 31"/>
            <p:cNvGrpSpPr>
              <a:grpSpLocks/>
            </p:cNvGrpSpPr>
            <p:nvPr/>
          </p:nvGrpSpPr>
          <p:grpSpPr bwMode="auto">
            <a:xfrm>
              <a:off x="3216" y="3360"/>
              <a:ext cx="816" cy="336"/>
              <a:chOff x="528" y="3216"/>
              <a:chExt cx="816" cy="336"/>
            </a:xfrm>
          </p:grpSpPr>
          <p:sp>
            <p:nvSpPr>
              <p:cNvPr id="22588" name="Oval 32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2589" name="Text Box 33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1001</a:t>
                </a:r>
              </a:p>
            </p:txBody>
          </p:sp>
        </p:grpSp>
        <p:sp>
          <p:nvSpPr>
            <p:cNvPr id="22563" name="Text Box 34"/>
            <p:cNvSpPr txBox="1">
              <a:spLocks noChangeArrowheads="1"/>
            </p:cNvSpPr>
            <p:nvPr/>
          </p:nvSpPr>
          <p:spPr bwMode="auto">
            <a:xfrm>
              <a:off x="2448" y="1008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22564" name="Text Box 35"/>
            <p:cNvSpPr txBox="1">
              <a:spLocks noChangeArrowheads="1"/>
            </p:cNvSpPr>
            <p:nvPr/>
          </p:nvSpPr>
          <p:spPr bwMode="auto">
            <a:xfrm>
              <a:off x="1296" y="1680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22565" name="Text Box 36"/>
            <p:cNvSpPr txBox="1">
              <a:spLocks noChangeArrowheads="1"/>
            </p:cNvSpPr>
            <p:nvPr/>
          </p:nvSpPr>
          <p:spPr bwMode="auto">
            <a:xfrm>
              <a:off x="720" y="230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22566" name="Text Box 37"/>
            <p:cNvSpPr txBox="1">
              <a:spLocks noChangeArrowheads="1"/>
            </p:cNvSpPr>
            <p:nvPr/>
          </p:nvSpPr>
          <p:spPr bwMode="auto">
            <a:xfrm>
              <a:off x="2832" y="297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22567" name="Text Box 38"/>
            <p:cNvSpPr txBox="1">
              <a:spLocks noChangeArrowheads="1"/>
            </p:cNvSpPr>
            <p:nvPr/>
          </p:nvSpPr>
          <p:spPr bwMode="auto">
            <a:xfrm>
              <a:off x="3216" y="230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22568" name="Text Box 39"/>
            <p:cNvSpPr txBox="1">
              <a:spLocks noChangeArrowheads="1"/>
            </p:cNvSpPr>
            <p:nvPr/>
          </p:nvSpPr>
          <p:spPr bwMode="auto">
            <a:xfrm>
              <a:off x="3792" y="105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22569" name="Text Box 40"/>
            <p:cNvSpPr txBox="1">
              <a:spLocks noChangeArrowheads="1"/>
            </p:cNvSpPr>
            <p:nvPr/>
          </p:nvSpPr>
          <p:spPr bwMode="auto">
            <a:xfrm>
              <a:off x="3456" y="297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22570" name="Text Box 41"/>
            <p:cNvSpPr txBox="1">
              <a:spLocks noChangeArrowheads="1"/>
            </p:cNvSpPr>
            <p:nvPr/>
          </p:nvSpPr>
          <p:spPr bwMode="auto">
            <a:xfrm>
              <a:off x="1392" y="230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22571" name="Oval 42"/>
            <p:cNvSpPr>
              <a:spLocks noChangeArrowheads="1"/>
            </p:cNvSpPr>
            <p:nvPr/>
          </p:nvSpPr>
          <p:spPr bwMode="auto">
            <a:xfrm>
              <a:off x="5184" y="211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2572" name="Oval 43"/>
            <p:cNvSpPr>
              <a:spLocks noChangeArrowheads="1"/>
            </p:cNvSpPr>
            <p:nvPr/>
          </p:nvSpPr>
          <p:spPr bwMode="auto">
            <a:xfrm>
              <a:off x="4848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grpSp>
          <p:nvGrpSpPr>
            <p:cNvPr id="22573" name="Group 44"/>
            <p:cNvGrpSpPr>
              <a:grpSpLocks/>
            </p:cNvGrpSpPr>
            <p:nvPr/>
          </p:nvGrpSpPr>
          <p:grpSpPr bwMode="auto">
            <a:xfrm>
              <a:off x="4128" y="3364"/>
              <a:ext cx="816" cy="336"/>
              <a:chOff x="528" y="3216"/>
              <a:chExt cx="816" cy="336"/>
            </a:xfrm>
          </p:grpSpPr>
          <p:sp>
            <p:nvSpPr>
              <p:cNvPr id="22586" name="Oval 45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2587" name="Text Box 46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1100</a:t>
                </a:r>
              </a:p>
            </p:txBody>
          </p:sp>
        </p:grpSp>
        <p:grpSp>
          <p:nvGrpSpPr>
            <p:cNvPr id="22574" name="Group 47"/>
            <p:cNvGrpSpPr>
              <a:grpSpLocks/>
            </p:cNvGrpSpPr>
            <p:nvPr/>
          </p:nvGrpSpPr>
          <p:grpSpPr bwMode="auto">
            <a:xfrm>
              <a:off x="4944" y="3412"/>
              <a:ext cx="816" cy="336"/>
              <a:chOff x="528" y="3216"/>
              <a:chExt cx="816" cy="336"/>
            </a:xfrm>
          </p:grpSpPr>
          <p:sp>
            <p:nvSpPr>
              <p:cNvPr id="22584" name="Oval 48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2585" name="Text Box 49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1101</a:t>
                </a:r>
              </a:p>
            </p:txBody>
          </p:sp>
        </p:grpSp>
        <p:grpSp>
          <p:nvGrpSpPr>
            <p:cNvPr id="22575" name="Group 50"/>
            <p:cNvGrpSpPr>
              <a:grpSpLocks/>
            </p:cNvGrpSpPr>
            <p:nvPr/>
          </p:nvGrpSpPr>
          <p:grpSpPr bwMode="auto">
            <a:xfrm>
              <a:off x="4560" y="2976"/>
              <a:ext cx="332" cy="432"/>
              <a:chOff x="4560" y="2976"/>
              <a:chExt cx="332" cy="432"/>
            </a:xfrm>
          </p:grpSpPr>
          <p:sp>
            <p:nvSpPr>
              <p:cNvPr id="22582" name="Line 51"/>
              <p:cNvSpPr>
                <a:spLocks noChangeShapeType="1"/>
              </p:cNvSpPr>
              <p:nvPr/>
            </p:nvSpPr>
            <p:spPr bwMode="auto">
              <a:xfrm flipH="1">
                <a:off x="4652" y="2976"/>
                <a:ext cx="24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83" name="Text Box 52"/>
              <p:cNvSpPr txBox="1">
                <a:spLocks noChangeArrowheads="1"/>
              </p:cNvSpPr>
              <p:nvPr/>
            </p:nvSpPr>
            <p:spPr bwMode="auto">
              <a:xfrm>
                <a:off x="4560" y="3028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hlink"/>
                    </a:solidFill>
                  </a:rPr>
                  <a:t>0</a:t>
                </a:r>
              </a:p>
            </p:txBody>
          </p:sp>
        </p:grpSp>
        <p:grpSp>
          <p:nvGrpSpPr>
            <p:cNvPr id="22576" name="Group 53"/>
            <p:cNvGrpSpPr>
              <a:grpSpLocks/>
            </p:cNvGrpSpPr>
            <p:nvPr/>
          </p:nvGrpSpPr>
          <p:grpSpPr bwMode="auto">
            <a:xfrm>
              <a:off x="4944" y="2356"/>
              <a:ext cx="332" cy="380"/>
              <a:chOff x="4944" y="2356"/>
              <a:chExt cx="332" cy="380"/>
            </a:xfrm>
          </p:grpSpPr>
          <p:sp>
            <p:nvSpPr>
              <p:cNvPr id="22580" name="Line 54"/>
              <p:cNvSpPr>
                <a:spLocks noChangeShapeType="1"/>
              </p:cNvSpPr>
              <p:nvPr/>
            </p:nvSpPr>
            <p:spPr bwMode="auto">
              <a:xfrm flipH="1">
                <a:off x="5036" y="2400"/>
                <a:ext cx="24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81" name="Text Box 55"/>
              <p:cNvSpPr txBox="1">
                <a:spLocks noChangeArrowheads="1"/>
              </p:cNvSpPr>
              <p:nvPr/>
            </p:nvSpPr>
            <p:spPr bwMode="auto">
              <a:xfrm>
                <a:off x="4944" y="2356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hlink"/>
                    </a:solidFill>
                  </a:rPr>
                  <a:t>0</a:t>
                </a:r>
              </a:p>
            </p:txBody>
          </p:sp>
        </p:grpSp>
        <p:grpSp>
          <p:nvGrpSpPr>
            <p:cNvPr id="22577" name="Group 56"/>
            <p:cNvGrpSpPr>
              <a:grpSpLocks/>
            </p:cNvGrpSpPr>
            <p:nvPr/>
          </p:nvGrpSpPr>
          <p:grpSpPr bwMode="auto">
            <a:xfrm>
              <a:off x="5084" y="2976"/>
              <a:ext cx="388" cy="480"/>
              <a:chOff x="5084" y="2976"/>
              <a:chExt cx="388" cy="480"/>
            </a:xfrm>
          </p:grpSpPr>
          <p:sp>
            <p:nvSpPr>
              <p:cNvPr id="22578" name="Line 57"/>
              <p:cNvSpPr>
                <a:spLocks noChangeShapeType="1"/>
              </p:cNvSpPr>
              <p:nvPr/>
            </p:nvSpPr>
            <p:spPr bwMode="auto">
              <a:xfrm>
                <a:off x="5084" y="2976"/>
                <a:ext cx="192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79" name="Text Box 58"/>
              <p:cNvSpPr txBox="1">
                <a:spLocks noChangeArrowheads="1"/>
              </p:cNvSpPr>
              <p:nvPr/>
            </p:nvSpPr>
            <p:spPr bwMode="auto">
              <a:xfrm>
                <a:off x="5184" y="3028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hlink"/>
                    </a:solidFill>
                  </a:rPr>
                  <a:t>1</a:t>
                </a:r>
              </a:p>
            </p:txBody>
          </p:sp>
        </p:grpSp>
      </p:grpSp>
      <p:sp>
        <p:nvSpPr>
          <p:cNvPr id="361531" name="Freeform 59"/>
          <p:cNvSpPr>
            <a:spLocks/>
          </p:cNvSpPr>
          <p:nvPr/>
        </p:nvSpPr>
        <p:spPr bwMode="auto">
          <a:xfrm>
            <a:off x="2400300" y="1958975"/>
            <a:ext cx="1308100" cy="1531938"/>
          </a:xfrm>
          <a:custGeom>
            <a:avLst/>
            <a:gdLst>
              <a:gd name="T0" fmla="*/ 2147483646 w 824"/>
              <a:gd name="T1" fmla="*/ 2147483646 h 965"/>
              <a:gd name="T2" fmla="*/ 2147483646 w 824"/>
              <a:gd name="T3" fmla="*/ 2147483646 h 965"/>
              <a:gd name="T4" fmla="*/ 2147483646 w 824"/>
              <a:gd name="T5" fmla="*/ 2147483646 h 965"/>
              <a:gd name="T6" fmla="*/ 2147483646 w 824"/>
              <a:gd name="T7" fmla="*/ 2147483646 h 965"/>
              <a:gd name="T8" fmla="*/ 2147483646 w 824"/>
              <a:gd name="T9" fmla="*/ 2147483646 h 965"/>
              <a:gd name="T10" fmla="*/ 2147483646 w 824"/>
              <a:gd name="T11" fmla="*/ 2147483646 h 965"/>
              <a:gd name="T12" fmla="*/ 2147483646 w 824"/>
              <a:gd name="T13" fmla="*/ 2147483646 h 965"/>
              <a:gd name="T14" fmla="*/ 2147483646 w 824"/>
              <a:gd name="T15" fmla="*/ 2147483646 h 965"/>
              <a:gd name="T16" fmla="*/ 2147483646 w 824"/>
              <a:gd name="T17" fmla="*/ 2147483646 h 965"/>
              <a:gd name="T18" fmla="*/ 2147483646 w 824"/>
              <a:gd name="T19" fmla="*/ 2147483646 h 965"/>
              <a:gd name="T20" fmla="*/ 2147483646 w 824"/>
              <a:gd name="T21" fmla="*/ 2147483646 h 965"/>
              <a:gd name="T22" fmla="*/ 2147483646 w 824"/>
              <a:gd name="T23" fmla="*/ 2147483646 h 965"/>
              <a:gd name="T24" fmla="*/ 0 w 824"/>
              <a:gd name="T25" fmla="*/ 2147483646 h 965"/>
              <a:gd name="T26" fmla="*/ 2147483646 w 824"/>
              <a:gd name="T27" fmla="*/ 2147483646 h 965"/>
              <a:gd name="T28" fmla="*/ 2147483646 w 824"/>
              <a:gd name="T29" fmla="*/ 2147483646 h 965"/>
              <a:gd name="T30" fmla="*/ 2147483646 w 824"/>
              <a:gd name="T31" fmla="*/ 2147483646 h 965"/>
              <a:gd name="T32" fmla="*/ 2147483646 w 824"/>
              <a:gd name="T33" fmla="*/ 2147483646 h 965"/>
              <a:gd name="T34" fmla="*/ 2147483646 w 824"/>
              <a:gd name="T35" fmla="*/ 2147483646 h 965"/>
              <a:gd name="T36" fmla="*/ 2147483646 w 824"/>
              <a:gd name="T37" fmla="*/ 2147483646 h 965"/>
              <a:gd name="T38" fmla="*/ 2147483646 w 824"/>
              <a:gd name="T39" fmla="*/ 2147483646 h 965"/>
              <a:gd name="T40" fmla="*/ 2147483646 w 824"/>
              <a:gd name="T41" fmla="*/ 2147483646 h 965"/>
              <a:gd name="T42" fmla="*/ 2147483646 w 824"/>
              <a:gd name="T43" fmla="*/ 2147483646 h 965"/>
              <a:gd name="T44" fmla="*/ 2147483646 w 824"/>
              <a:gd name="T45" fmla="*/ 2147483646 h 965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824"/>
              <a:gd name="T70" fmla="*/ 0 h 965"/>
              <a:gd name="T71" fmla="*/ 824 w 824"/>
              <a:gd name="T72" fmla="*/ 965 h 965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824" h="965">
                <a:moveTo>
                  <a:pt x="672" y="854"/>
                </a:moveTo>
                <a:cubicBezTo>
                  <a:pt x="720" y="830"/>
                  <a:pt x="824" y="835"/>
                  <a:pt x="816" y="782"/>
                </a:cubicBezTo>
                <a:cubicBezTo>
                  <a:pt x="800" y="669"/>
                  <a:pt x="812" y="525"/>
                  <a:pt x="744" y="434"/>
                </a:cubicBezTo>
                <a:cubicBezTo>
                  <a:pt x="716" y="349"/>
                  <a:pt x="749" y="457"/>
                  <a:pt x="720" y="302"/>
                </a:cubicBezTo>
                <a:cubicBezTo>
                  <a:pt x="706" y="227"/>
                  <a:pt x="676" y="156"/>
                  <a:pt x="648" y="86"/>
                </a:cubicBezTo>
                <a:cubicBezTo>
                  <a:pt x="621" y="18"/>
                  <a:pt x="629" y="40"/>
                  <a:pt x="552" y="14"/>
                </a:cubicBezTo>
                <a:cubicBezTo>
                  <a:pt x="540" y="10"/>
                  <a:pt x="516" y="2"/>
                  <a:pt x="516" y="2"/>
                </a:cubicBezTo>
                <a:cubicBezTo>
                  <a:pt x="452" y="6"/>
                  <a:pt x="388" y="14"/>
                  <a:pt x="324" y="14"/>
                </a:cubicBezTo>
                <a:cubicBezTo>
                  <a:pt x="308" y="14"/>
                  <a:pt x="292" y="0"/>
                  <a:pt x="276" y="2"/>
                </a:cubicBezTo>
                <a:cubicBezTo>
                  <a:pt x="211" y="12"/>
                  <a:pt x="84" y="50"/>
                  <a:pt x="84" y="50"/>
                </a:cubicBezTo>
                <a:cubicBezTo>
                  <a:pt x="76" y="66"/>
                  <a:pt x="73" y="85"/>
                  <a:pt x="60" y="98"/>
                </a:cubicBezTo>
                <a:cubicBezTo>
                  <a:pt x="51" y="107"/>
                  <a:pt x="33" y="101"/>
                  <a:pt x="24" y="110"/>
                </a:cubicBezTo>
                <a:cubicBezTo>
                  <a:pt x="11" y="123"/>
                  <a:pt x="8" y="142"/>
                  <a:pt x="0" y="158"/>
                </a:cubicBezTo>
                <a:cubicBezTo>
                  <a:pt x="26" y="235"/>
                  <a:pt x="38" y="306"/>
                  <a:pt x="48" y="386"/>
                </a:cubicBezTo>
                <a:cubicBezTo>
                  <a:pt x="41" y="442"/>
                  <a:pt x="20" y="498"/>
                  <a:pt x="24" y="554"/>
                </a:cubicBezTo>
                <a:cubicBezTo>
                  <a:pt x="26" y="587"/>
                  <a:pt x="44" y="617"/>
                  <a:pt x="48" y="650"/>
                </a:cubicBezTo>
                <a:cubicBezTo>
                  <a:pt x="52" y="682"/>
                  <a:pt x="33" y="728"/>
                  <a:pt x="60" y="746"/>
                </a:cubicBezTo>
                <a:cubicBezTo>
                  <a:pt x="176" y="823"/>
                  <a:pt x="313" y="864"/>
                  <a:pt x="444" y="914"/>
                </a:cubicBezTo>
                <a:cubicBezTo>
                  <a:pt x="482" y="929"/>
                  <a:pt x="524" y="930"/>
                  <a:pt x="564" y="938"/>
                </a:cubicBezTo>
                <a:cubicBezTo>
                  <a:pt x="576" y="946"/>
                  <a:pt x="586" y="965"/>
                  <a:pt x="600" y="962"/>
                </a:cubicBezTo>
                <a:cubicBezTo>
                  <a:pt x="614" y="959"/>
                  <a:pt x="615" y="937"/>
                  <a:pt x="624" y="926"/>
                </a:cubicBezTo>
                <a:cubicBezTo>
                  <a:pt x="635" y="913"/>
                  <a:pt x="645" y="898"/>
                  <a:pt x="660" y="890"/>
                </a:cubicBezTo>
                <a:cubicBezTo>
                  <a:pt x="724" y="854"/>
                  <a:pt x="778" y="875"/>
                  <a:pt x="672" y="854"/>
                </a:cubicBezTo>
                <a:close/>
              </a:path>
            </a:pathLst>
          </a:custGeom>
          <a:noFill/>
          <a:ln w="76200" cap="flat" cmpd="sng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1532" name="Freeform 60"/>
          <p:cNvSpPr>
            <a:spLocks/>
          </p:cNvSpPr>
          <p:nvPr/>
        </p:nvSpPr>
        <p:spPr bwMode="auto">
          <a:xfrm>
            <a:off x="5181600" y="2819400"/>
            <a:ext cx="1308100" cy="1531938"/>
          </a:xfrm>
          <a:custGeom>
            <a:avLst/>
            <a:gdLst>
              <a:gd name="T0" fmla="*/ 2147483646 w 824"/>
              <a:gd name="T1" fmla="*/ 2147483646 h 965"/>
              <a:gd name="T2" fmla="*/ 2147483646 w 824"/>
              <a:gd name="T3" fmla="*/ 2147483646 h 965"/>
              <a:gd name="T4" fmla="*/ 2147483646 w 824"/>
              <a:gd name="T5" fmla="*/ 2147483646 h 965"/>
              <a:gd name="T6" fmla="*/ 2147483646 w 824"/>
              <a:gd name="T7" fmla="*/ 2147483646 h 965"/>
              <a:gd name="T8" fmla="*/ 2147483646 w 824"/>
              <a:gd name="T9" fmla="*/ 2147483646 h 965"/>
              <a:gd name="T10" fmla="*/ 2147483646 w 824"/>
              <a:gd name="T11" fmla="*/ 2147483646 h 965"/>
              <a:gd name="T12" fmla="*/ 2147483646 w 824"/>
              <a:gd name="T13" fmla="*/ 2147483646 h 965"/>
              <a:gd name="T14" fmla="*/ 2147483646 w 824"/>
              <a:gd name="T15" fmla="*/ 2147483646 h 965"/>
              <a:gd name="T16" fmla="*/ 2147483646 w 824"/>
              <a:gd name="T17" fmla="*/ 2147483646 h 965"/>
              <a:gd name="T18" fmla="*/ 2147483646 w 824"/>
              <a:gd name="T19" fmla="*/ 2147483646 h 965"/>
              <a:gd name="T20" fmla="*/ 2147483646 w 824"/>
              <a:gd name="T21" fmla="*/ 2147483646 h 965"/>
              <a:gd name="T22" fmla="*/ 2147483646 w 824"/>
              <a:gd name="T23" fmla="*/ 2147483646 h 965"/>
              <a:gd name="T24" fmla="*/ 0 w 824"/>
              <a:gd name="T25" fmla="*/ 2147483646 h 965"/>
              <a:gd name="T26" fmla="*/ 2147483646 w 824"/>
              <a:gd name="T27" fmla="*/ 2147483646 h 965"/>
              <a:gd name="T28" fmla="*/ 2147483646 w 824"/>
              <a:gd name="T29" fmla="*/ 2147483646 h 965"/>
              <a:gd name="T30" fmla="*/ 2147483646 w 824"/>
              <a:gd name="T31" fmla="*/ 2147483646 h 965"/>
              <a:gd name="T32" fmla="*/ 2147483646 w 824"/>
              <a:gd name="T33" fmla="*/ 2147483646 h 965"/>
              <a:gd name="T34" fmla="*/ 2147483646 w 824"/>
              <a:gd name="T35" fmla="*/ 2147483646 h 965"/>
              <a:gd name="T36" fmla="*/ 2147483646 w 824"/>
              <a:gd name="T37" fmla="*/ 2147483646 h 965"/>
              <a:gd name="T38" fmla="*/ 2147483646 w 824"/>
              <a:gd name="T39" fmla="*/ 2147483646 h 965"/>
              <a:gd name="T40" fmla="*/ 2147483646 w 824"/>
              <a:gd name="T41" fmla="*/ 2147483646 h 965"/>
              <a:gd name="T42" fmla="*/ 2147483646 w 824"/>
              <a:gd name="T43" fmla="*/ 2147483646 h 965"/>
              <a:gd name="T44" fmla="*/ 2147483646 w 824"/>
              <a:gd name="T45" fmla="*/ 2147483646 h 965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824"/>
              <a:gd name="T70" fmla="*/ 0 h 965"/>
              <a:gd name="T71" fmla="*/ 824 w 824"/>
              <a:gd name="T72" fmla="*/ 965 h 965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824" h="965">
                <a:moveTo>
                  <a:pt x="672" y="854"/>
                </a:moveTo>
                <a:cubicBezTo>
                  <a:pt x="720" y="830"/>
                  <a:pt x="824" y="835"/>
                  <a:pt x="816" y="782"/>
                </a:cubicBezTo>
                <a:cubicBezTo>
                  <a:pt x="800" y="669"/>
                  <a:pt x="812" y="525"/>
                  <a:pt x="744" y="434"/>
                </a:cubicBezTo>
                <a:cubicBezTo>
                  <a:pt x="716" y="349"/>
                  <a:pt x="749" y="457"/>
                  <a:pt x="720" y="302"/>
                </a:cubicBezTo>
                <a:cubicBezTo>
                  <a:pt x="706" y="227"/>
                  <a:pt x="676" y="156"/>
                  <a:pt x="648" y="86"/>
                </a:cubicBezTo>
                <a:cubicBezTo>
                  <a:pt x="621" y="18"/>
                  <a:pt x="629" y="40"/>
                  <a:pt x="552" y="14"/>
                </a:cubicBezTo>
                <a:cubicBezTo>
                  <a:pt x="540" y="10"/>
                  <a:pt x="516" y="2"/>
                  <a:pt x="516" y="2"/>
                </a:cubicBezTo>
                <a:cubicBezTo>
                  <a:pt x="452" y="6"/>
                  <a:pt x="388" y="14"/>
                  <a:pt x="324" y="14"/>
                </a:cubicBezTo>
                <a:cubicBezTo>
                  <a:pt x="308" y="14"/>
                  <a:pt x="292" y="0"/>
                  <a:pt x="276" y="2"/>
                </a:cubicBezTo>
                <a:cubicBezTo>
                  <a:pt x="211" y="12"/>
                  <a:pt x="84" y="50"/>
                  <a:pt x="84" y="50"/>
                </a:cubicBezTo>
                <a:cubicBezTo>
                  <a:pt x="76" y="66"/>
                  <a:pt x="73" y="85"/>
                  <a:pt x="60" y="98"/>
                </a:cubicBezTo>
                <a:cubicBezTo>
                  <a:pt x="51" y="107"/>
                  <a:pt x="33" y="101"/>
                  <a:pt x="24" y="110"/>
                </a:cubicBezTo>
                <a:cubicBezTo>
                  <a:pt x="11" y="123"/>
                  <a:pt x="8" y="142"/>
                  <a:pt x="0" y="158"/>
                </a:cubicBezTo>
                <a:cubicBezTo>
                  <a:pt x="26" y="235"/>
                  <a:pt x="38" y="306"/>
                  <a:pt x="48" y="386"/>
                </a:cubicBezTo>
                <a:cubicBezTo>
                  <a:pt x="41" y="442"/>
                  <a:pt x="20" y="498"/>
                  <a:pt x="24" y="554"/>
                </a:cubicBezTo>
                <a:cubicBezTo>
                  <a:pt x="26" y="587"/>
                  <a:pt x="44" y="617"/>
                  <a:pt x="48" y="650"/>
                </a:cubicBezTo>
                <a:cubicBezTo>
                  <a:pt x="52" y="682"/>
                  <a:pt x="33" y="728"/>
                  <a:pt x="60" y="746"/>
                </a:cubicBezTo>
                <a:cubicBezTo>
                  <a:pt x="176" y="823"/>
                  <a:pt x="313" y="864"/>
                  <a:pt x="444" y="914"/>
                </a:cubicBezTo>
                <a:cubicBezTo>
                  <a:pt x="482" y="929"/>
                  <a:pt x="524" y="930"/>
                  <a:pt x="564" y="938"/>
                </a:cubicBezTo>
                <a:cubicBezTo>
                  <a:pt x="576" y="946"/>
                  <a:pt x="586" y="965"/>
                  <a:pt x="600" y="962"/>
                </a:cubicBezTo>
                <a:cubicBezTo>
                  <a:pt x="614" y="959"/>
                  <a:pt x="615" y="937"/>
                  <a:pt x="624" y="926"/>
                </a:cubicBezTo>
                <a:cubicBezTo>
                  <a:pt x="635" y="913"/>
                  <a:pt x="645" y="898"/>
                  <a:pt x="660" y="890"/>
                </a:cubicBezTo>
                <a:cubicBezTo>
                  <a:pt x="724" y="854"/>
                  <a:pt x="778" y="875"/>
                  <a:pt x="672" y="854"/>
                </a:cubicBezTo>
                <a:close/>
              </a:path>
            </a:pathLst>
          </a:custGeom>
          <a:noFill/>
          <a:ln w="76200" cap="flat" cmpd="sng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1533" name="Freeform 61"/>
          <p:cNvSpPr>
            <a:spLocks/>
          </p:cNvSpPr>
          <p:nvPr/>
        </p:nvSpPr>
        <p:spPr bwMode="auto">
          <a:xfrm>
            <a:off x="7696200" y="2743200"/>
            <a:ext cx="1308100" cy="1531938"/>
          </a:xfrm>
          <a:custGeom>
            <a:avLst/>
            <a:gdLst>
              <a:gd name="T0" fmla="*/ 2147483646 w 824"/>
              <a:gd name="T1" fmla="*/ 2147483646 h 965"/>
              <a:gd name="T2" fmla="*/ 2147483646 w 824"/>
              <a:gd name="T3" fmla="*/ 2147483646 h 965"/>
              <a:gd name="T4" fmla="*/ 2147483646 w 824"/>
              <a:gd name="T5" fmla="*/ 2147483646 h 965"/>
              <a:gd name="T6" fmla="*/ 2147483646 w 824"/>
              <a:gd name="T7" fmla="*/ 2147483646 h 965"/>
              <a:gd name="T8" fmla="*/ 2147483646 w 824"/>
              <a:gd name="T9" fmla="*/ 2147483646 h 965"/>
              <a:gd name="T10" fmla="*/ 2147483646 w 824"/>
              <a:gd name="T11" fmla="*/ 2147483646 h 965"/>
              <a:gd name="T12" fmla="*/ 2147483646 w 824"/>
              <a:gd name="T13" fmla="*/ 2147483646 h 965"/>
              <a:gd name="T14" fmla="*/ 2147483646 w 824"/>
              <a:gd name="T15" fmla="*/ 2147483646 h 965"/>
              <a:gd name="T16" fmla="*/ 2147483646 w 824"/>
              <a:gd name="T17" fmla="*/ 2147483646 h 965"/>
              <a:gd name="T18" fmla="*/ 2147483646 w 824"/>
              <a:gd name="T19" fmla="*/ 2147483646 h 965"/>
              <a:gd name="T20" fmla="*/ 2147483646 w 824"/>
              <a:gd name="T21" fmla="*/ 2147483646 h 965"/>
              <a:gd name="T22" fmla="*/ 2147483646 w 824"/>
              <a:gd name="T23" fmla="*/ 2147483646 h 965"/>
              <a:gd name="T24" fmla="*/ 0 w 824"/>
              <a:gd name="T25" fmla="*/ 2147483646 h 965"/>
              <a:gd name="T26" fmla="*/ 2147483646 w 824"/>
              <a:gd name="T27" fmla="*/ 2147483646 h 965"/>
              <a:gd name="T28" fmla="*/ 2147483646 w 824"/>
              <a:gd name="T29" fmla="*/ 2147483646 h 965"/>
              <a:gd name="T30" fmla="*/ 2147483646 w 824"/>
              <a:gd name="T31" fmla="*/ 2147483646 h 965"/>
              <a:gd name="T32" fmla="*/ 2147483646 w 824"/>
              <a:gd name="T33" fmla="*/ 2147483646 h 965"/>
              <a:gd name="T34" fmla="*/ 2147483646 w 824"/>
              <a:gd name="T35" fmla="*/ 2147483646 h 965"/>
              <a:gd name="T36" fmla="*/ 2147483646 w 824"/>
              <a:gd name="T37" fmla="*/ 2147483646 h 965"/>
              <a:gd name="T38" fmla="*/ 2147483646 w 824"/>
              <a:gd name="T39" fmla="*/ 2147483646 h 965"/>
              <a:gd name="T40" fmla="*/ 2147483646 w 824"/>
              <a:gd name="T41" fmla="*/ 2147483646 h 965"/>
              <a:gd name="T42" fmla="*/ 2147483646 w 824"/>
              <a:gd name="T43" fmla="*/ 2147483646 h 965"/>
              <a:gd name="T44" fmla="*/ 2147483646 w 824"/>
              <a:gd name="T45" fmla="*/ 2147483646 h 965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824"/>
              <a:gd name="T70" fmla="*/ 0 h 965"/>
              <a:gd name="T71" fmla="*/ 824 w 824"/>
              <a:gd name="T72" fmla="*/ 965 h 965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824" h="965">
                <a:moveTo>
                  <a:pt x="672" y="854"/>
                </a:moveTo>
                <a:cubicBezTo>
                  <a:pt x="720" y="830"/>
                  <a:pt x="824" y="835"/>
                  <a:pt x="816" y="782"/>
                </a:cubicBezTo>
                <a:cubicBezTo>
                  <a:pt x="800" y="669"/>
                  <a:pt x="812" y="525"/>
                  <a:pt x="744" y="434"/>
                </a:cubicBezTo>
                <a:cubicBezTo>
                  <a:pt x="716" y="349"/>
                  <a:pt x="749" y="457"/>
                  <a:pt x="720" y="302"/>
                </a:cubicBezTo>
                <a:cubicBezTo>
                  <a:pt x="706" y="227"/>
                  <a:pt x="676" y="156"/>
                  <a:pt x="648" y="86"/>
                </a:cubicBezTo>
                <a:cubicBezTo>
                  <a:pt x="621" y="18"/>
                  <a:pt x="629" y="40"/>
                  <a:pt x="552" y="14"/>
                </a:cubicBezTo>
                <a:cubicBezTo>
                  <a:pt x="540" y="10"/>
                  <a:pt x="516" y="2"/>
                  <a:pt x="516" y="2"/>
                </a:cubicBezTo>
                <a:cubicBezTo>
                  <a:pt x="452" y="6"/>
                  <a:pt x="388" y="14"/>
                  <a:pt x="324" y="14"/>
                </a:cubicBezTo>
                <a:cubicBezTo>
                  <a:pt x="308" y="14"/>
                  <a:pt x="292" y="0"/>
                  <a:pt x="276" y="2"/>
                </a:cubicBezTo>
                <a:cubicBezTo>
                  <a:pt x="211" y="12"/>
                  <a:pt x="84" y="50"/>
                  <a:pt x="84" y="50"/>
                </a:cubicBezTo>
                <a:cubicBezTo>
                  <a:pt x="76" y="66"/>
                  <a:pt x="73" y="85"/>
                  <a:pt x="60" y="98"/>
                </a:cubicBezTo>
                <a:cubicBezTo>
                  <a:pt x="51" y="107"/>
                  <a:pt x="33" y="101"/>
                  <a:pt x="24" y="110"/>
                </a:cubicBezTo>
                <a:cubicBezTo>
                  <a:pt x="11" y="123"/>
                  <a:pt x="8" y="142"/>
                  <a:pt x="0" y="158"/>
                </a:cubicBezTo>
                <a:cubicBezTo>
                  <a:pt x="26" y="235"/>
                  <a:pt x="38" y="306"/>
                  <a:pt x="48" y="386"/>
                </a:cubicBezTo>
                <a:cubicBezTo>
                  <a:pt x="41" y="442"/>
                  <a:pt x="20" y="498"/>
                  <a:pt x="24" y="554"/>
                </a:cubicBezTo>
                <a:cubicBezTo>
                  <a:pt x="26" y="587"/>
                  <a:pt x="44" y="617"/>
                  <a:pt x="48" y="650"/>
                </a:cubicBezTo>
                <a:cubicBezTo>
                  <a:pt x="52" y="682"/>
                  <a:pt x="33" y="728"/>
                  <a:pt x="60" y="746"/>
                </a:cubicBezTo>
                <a:cubicBezTo>
                  <a:pt x="176" y="823"/>
                  <a:pt x="313" y="864"/>
                  <a:pt x="444" y="914"/>
                </a:cubicBezTo>
                <a:cubicBezTo>
                  <a:pt x="482" y="929"/>
                  <a:pt x="524" y="930"/>
                  <a:pt x="564" y="938"/>
                </a:cubicBezTo>
                <a:cubicBezTo>
                  <a:pt x="576" y="946"/>
                  <a:pt x="586" y="965"/>
                  <a:pt x="600" y="962"/>
                </a:cubicBezTo>
                <a:cubicBezTo>
                  <a:pt x="614" y="959"/>
                  <a:pt x="615" y="937"/>
                  <a:pt x="624" y="926"/>
                </a:cubicBezTo>
                <a:cubicBezTo>
                  <a:pt x="635" y="913"/>
                  <a:pt x="645" y="898"/>
                  <a:pt x="660" y="890"/>
                </a:cubicBezTo>
                <a:cubicBezTo>
                  <a:pt x="724" y="854"/>
                  <a:pt x="778" y="875"/>
                  <a:pt x="672" y="854"/>
                </a:cubicBezTo>
                <a:close/>
              </a:path>
            </a:pathLst>
          </a:custGeom>
          <a:noFill/>
          <a:ln w="76200" cap="flat" cmpd="sng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1534" name="Text Box 62"/>
          <p:cNvSpPr txBox="1">
            <a:spLocks noChangeArrowheads="1"/>
          </p:cNvSpPr>
          <p:nvPr/>
        </p:nvSpPr>
        <p:spPr bwMode="auto">
          <a:xfrm>
            <a:off x="4495800" y="10668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010000"/>
                </a:solidFill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361535" name="Text Box 63"/>
          <p:cNvSpPr txBox="1">
            <a:spLocks noChangeArrowheads="1"/>
          </p:cNvSpPr>
          <p:nvPr/>
        </p:nvSpPr>
        <p:spPr bwMode="auto">
          <a:xfrm>
            <a:off x="7162800" y="19812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010000"/>
                </a:solidFill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361536" name="Text Box 64"/>
          <p:cNvSpPr txBox="1">
            <a:spLocks noChangeArrowheads="1"/>
          </p:cNvSpPr>
          <p:nvPr/>
        </p:nvSpPr>
        <p:spPr bwMode="auto">
          <a:xfrm>
            <a:off x="1295400" y="29718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010000"/>
                </a:solidFill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361537" name="Text Box 65"/>
          <p:cNvSpPr txBox="1">
            <a:spLocks noChangeArrowheads="1"/>
          </p:cNvSpPr>
          <p:nvPr/>
        </p:nvSpPr>
        <p:spPr bwMode="auto">
          <a:xfrm>
            <a:off x="4495800" y="41148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010000"/>
                </a:solidFill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361538" name="Text Box 66"/>
          <p:cNvSpPr txBox="1">
            <a:spLocks noChangeArrowheads="1"/>
          </p:cNvSpPr>
          <p:nvPr/>
        </p:nvSpPr>
        <p:spPr bwMode="auto">
          <a:xfrm>
            <a:off x="7315200" y="41910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010000"/>
                </a:solidFill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361539" name="Text Box 67"/>
          <p:cNvSpPr txBox="1">
            <a:spLocks noChangeArrowheads="1"/>
          </p:cNvSpPr>
          <p:nvPr/>
        </p:nvSpPr>
        <p:spPr bwMode="auto">
          <a:xfrm>
            <a:off x="304800" y="6096000"/>
            <a:ext cx="8077200" cy="579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>
                <a:solidFill>
                  <a:schemeClr val="hlink"/>
                </a:solidFill>
              </a:rPr>
              <a:t>bit# </a:t>
            </a:r>
            <a:r>
              <a:rPr lang="en-US" altLang="en-US">
                <a:solidFill>
                  <a:srgbClr val="010000"/>
                </a:solidFill>
              </a:rPr>
              <a:t>field shown in black outside  branch node</a:t>
            </a:r>
            <a:r>
              <a:rPr lang="en-US" altLang="en-US">
                <a:solidFill>
                  <a:schemeClr val="bg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9518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1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1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531" grpId="0" animBg="1"/>
      <p:bldP spid="361532" grpId="0" animBg="1"/>
      <p:bldP spid="361533" grpId="0" animBg="1"/>
      <p:bldP spid="361534" grpId="0" autoUpdateAnimBg="0"/>
      <p:bldP spid="361535" grpId="0" autoUpdateAnimBg="0"/>
      <p:bldP spid="361536" grpId="0" autoUpdateAnimBg="0"/>
      <p:bldP spid="361537" grpId="0" autoUpdateAnimBg="0"/>
      <p:bldP spid="361538" grpId="0" autoUpdateAnimBg="0"/>
      <p:bldP spid="361539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Compressed Binary Trie</a:t>
            </a:r>
          </a:p>
        </p:txBody>
      </p:sp>
      <p:sp>
        <p:nvSpPr>
          <p:cNvPr id="23555" name="Oval 3"/>
          <p:cNvSpPr>
            <a:spLocks noChangeArrowheads="1"/>
          </p:cNvSpPr>
          <p:nvPr/>
        </p:nvSpPr>
        <p:spPr bwMode="auto">
          <a:xfrm>
            <a:off x="6705600" y="28956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>
              <a:solidFill>
                <a:srgbClr val="FFFF00"/>
              </a:solidFill>
            </a:endParaRPr>
          </a:p>
        </p:txBody>
      </p:sp>
      <p:sp>
        <p:nvSpPr>
          <p:cNvPr id="23556" name="Line 4"/>
          <p:cNvSpPr>
            <a:spLocks noChangeShapeType="1"/>
          </p:cNvSpPr>
          <p:nvPr/>
        </p:nvSpPr>
        <p:spPr bwMode="auto">
          <a:xfrm>
            <a:off x="4876800" y="1828800"/>
            <a:ext cx="1981200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557" name="Line 5"/>
          <p:cNvSpPr>
            <a:spLocks noChangeShapeType="1"/>
          </p:cNvSpPr>
          <p:nvPr/>
        </p:nvSpPr>
        <p:spPr bwMode="auto">
          <a:xfrm flipH="1">
            <a:off x="5105400" y="3276600"/>
            <a:ext cx="1676400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>
            <a:off x="7010400" y="3276600"/>
            <a:ext cx="990600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5638800" y="33528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23560" name="Text Box 8"/>
          <p:cNvSpPr txBox="1">
            <a:spLocks noChangeArrowheads="1"/>
          </p:cNvSpPr>
          <p:nvPr/>
        </p:nvSpPr>
        <p:spPr bwMode="auto">
          <a:xfrm>
            <a:off x="7543800" y="34290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3561" name="Oval 9"/>
          <p:cNvSpPr>
            <a:spLocks noChangeArrowheads="1"/>
          </p:cNvSpPr>
          <p:nvPr/>
        </p:nvSpPr>
        <p:spPr bwMode="auto">
          <a:xfrm>
            <a:off x="4419600" y="15240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>
              <a:solidFill>
                <a:srgbClr val="FFFF00"/>
              </a:solidFill>
            </a:endParaRPr>
          </a:p>
        </p:txBody>
      </p:sp>
      <p:sp>
        <p:nvSpPr>
          <p:cNvPr id="23562" name="Oval 10"/>
          <p:cNvSpPr>
            <a:spLocks noChangeArrowheads="1"/>
          </p:cNvSpPr>
          <p:nvPr/>
        </p:nvSpPr>
        <p:spPr bwMode="auto">
          <a:xfrm>
            <a:off x="1676400" y="25908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>
              <a:solidFill>
                <a:srgbClr val="FFFF00"/>
              </a:solidFill>
            </a:endParaRPr>
          </a:p>
        </p:txBody>
      </p:sp>
      <p:sp>
        <p:nvSpPr>
          <p:cNvPr id="23563" name="Line 11"/>
          <p:cNvSpPr>
            <a:spLocks noChangeShapeType="1"/>
          </p:cNvSpPr>
          <p:nvPr/>
        </p:nvSpPr>
        <p:spPr bwMode="auto">
          <a:xfrm flipH="1">
            <a:off x="1981200" y="1828800"/>
            <a:ext cx="24384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564" name="Line 12"/>
          <p:cNvSpPr>
            <a:spLocks noChangeShapeType="1"/>
          </p:cNvSpPr>
          <p:nvPr/>
        </p:nvSpPr>
        <p:spPr bwMode="auto">
          <a:xfrm flipH="1">
            <a:off x="1365250" y="296545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565" name="Line 13"/>
          <p:cNvSpPr>
            <a:spLocks noChangeShapeType="1"/>
          </p:cNvSpPr>
          <p:nvPr/>
        </p:nvSpPr>
        <p:spPr bwMode="auto">
          <a:xfrm>
            <a:off x="2051050" y="296545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566" name="Oval 14"/>
          <p:cNvSpPr>
            <a:spLocks noChangeArrowheads="1"/>
          </p:cNvSpPr>
          <p:nvPr/>
        </p:nvSpPr>
        <p:spPr bwMode="auto">
          <a:xfrm>
            <a:off x="4953000" y="42672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>
              <a:solidFill>
                <a:srgbClr val="FFFF00"/>
              </a:solidFill>
            </a:endParaRPr>
          </a:p>
        </p:txBody>
      </p:sp>
      <p:sp>
        <p:nvSpPr>
          <p:cNvPr id="23567" name="Oval 15"/>
          <p:cNvSpPr>
            <a:spLocks noChangeArrowheads="1"/>
          </p:cNvSpPr>
          <p:nvPr/>
        </p:nvSpPr>
        <p:spPr bwMode="auto">
          <a:xfrm>
            <a:off x="533400" y="3657600"/>
            <a:ext cx="1219200" cy="4572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>
              <a:solidFill>
                <a:srgbClr val="FFFF00"/>
              </a:solidFill>
            </a:endParaRPr>
          </a:p>
        </p:txBody>
      </p:sp>
      <p:sp>
        <p:nvSpPr>
          <p:cNvPr id="23568" name="Text Box 16"/>
          <p:cNvSpPr txBox="1">
            <a:spLocks noChangeArrowheads="1"/>
          </p:cNvSpPr>
          <p:nvPr/>
        </p:nvSpPr>
        <p:spPr bwMode="auto">
          <a:xfrm>
            <a:off x="762000" y="358140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bg2"/>
                </a:solidFill>
              </a:rPr>
              <a:t>0001</a:t>
            </a:r>
          </a:p>
        </p:txBody>
      </p:sp>
      <p:sp>
        <p:nvSpPr>
          <p:cNvPr id="23569" name="Oval 17"/>
          <p:cNvSpPr>
            <a:spLocks noChangeArrowheads="1"/>
          </p:cNvSpPr>
          <p:nvPr/>
        </p:nvSpPr>
        <p:spPr bwMode="auto">
          <a:xfrm>
            <a:off x="1828800" y="3733800"/>
            <a:ext cx="1219200" cy="4572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>
              <a:solidFill>
                <a:srgbClr val="FFFF00"/>
              </a:solidFill>
            </a:endParaRPr>
          </a:p>
        </p:txBody>
      </p:sp>
      <p:sp>
        <p:nvSpPr>
          <p:cNvPr id="23570" name="Text Box 18"/>
          <p:cNvSpPr txBox="1">
            <a:spLocks noChangeArrowheads="1"/>
          </p:cNvSpPr>
          <p:nvPr/>
        </p:nvSpPr>
        <p:spPr bwMode="auto">
          <a:xfrm>
            <a:off x="2057400" y="365760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bg2"/>
                </a:solidFill>
              </a:rPr>
              <a:t>0011</a:t>
            </a:r>
          </a:p>
        </p:txBody>
      </p:sp>
      <p:sp>
        <p:nvSpPr>
          <p:cNvPr id="23571" name="Line 19"/>
          <p:cNvSpPr>
            <a:spLocks noChangeShapeType="1"/>
          </p:cNvSpPr>
          <p:nvPr/>
        </p:nvSpPr>
        <p:spPr bwMode="auto">
          <a:xfrm flipH="1">
            <a:off x="4641850" y="464185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572" name="Line 20"/>
          <p:cNvSpPr>
            <a:spLocks noChangeShapeType="1"/>
          </p:cNvSpPr>
          <p:nvPr/>
        </p:nvSpPr>
        <p:spPr bwMode="auto">
          <a:xfrm>
            <a:off x="5327650" y="464185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573" name="Oval 21"/>
          <p:cNvSpPr>
            <a:spLocks noChangeArrowheads="1"/>
          </p:cNvSpPr>
          <p:nvPr/>
        </p:nvSpPr>
        <p:spPr bwMode="auto">
          <a:xfrm>
            <a:off x="3810000" y="5334000"/>
            <a:ext cx="1219200" cy="4572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>
              <a:solidFill>
                <a:srgbClr val="FFFF00"/>
              </a:solidFill>
            </a:endParaRPr>
          </a:p>
        </p:txBody>
      </p:sp>
      <p:sp>
        <p:nvSpPr>
          <p:cNvPr id="23574" name="Text Box 22"/>
          <p:cNvSpPr txBox="1">
            <a:spLocks noChangeArrowheads="1"/>
          </p:cNvSpPr>
          <p:nvPr/>
        </p:nvSpPr>
        <p:spPr bwMode="auto">
          <a:xfrm>
            <a:off x="4038600" y="525780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bg2"/>
                </a:solidFill>
              </a:rPr>
              <a:t>1000</a:t>
            </a:r>
          </a:p>
        </p:txBody>
      </p:sp>
      <p:sp>
        <p:nvSpPr>
          <p:cNvPr id="23575" name="Oval 23"/>
          <p:cNvSpPr>
            <a:spLocks noChangeArrowheads="1"/>
          </p:cNvSpPr>
          <p:nvPr/>
        </p:nvSpPr>
        <p:spPr bwMode="auto">
          <a:xfrm>
            <a:off x="5105400" y="5410200"/>
            <a:ext cx="1219200" cy="4572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>
              <a:solidFill>
                <a:srgbClr val="FFFF00"/>
              </a:solidFill>
            </a:endParaRPr>
          </a:p>
        </p:txBody>
      </p:sp>
      <p:sp>
        <p:nvSpPr>
          <p:cNvPr id="23576" name="Text Box 24"/>
          <p:cNvSpPr txBox="1">
            <a:spLocks noChangeArrowheads="1"/>
          </p:cNvSpPr>
          <p:nvPr/>
        </p:nvSpPr>
        <p:spPr bwMode="auto">
          <a:xfrm>
            <a:off x="5334000" y="533400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bg2"/>
                </a:solidFill>
              </a:rPr>
              <a:t>1001</a:t>
            </a:r>
          </a:p>
        </p:txBody>
      </p:sp>
      <p:sp>
        <p:nvSpPr>
          <p:cNvPr id="23577" name="Text Box 25"/>
          <p:cNvSpPr txBox="1">
            <a:spLocks noChangeArrowheads="1"/>
          </p:cNvSpPr>
          <p:nvPr/>
        </p:nvSpPr>
        <p:spPr bwMode="auto">
          <a:xfrm>
            <a:off x="3200400" y="12954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23578" name="Text Box 26"/>
          <p:cNvSpPr txBox="1">
            <a:spLocks noChangeArrowheads="1"/>
          </p:cNvSpPr>
          <p:nvPr/>
        </p:nvSpPr>
        <p:spPr bwMode="auto">
          <a:xfrm>
            <a:off x="1143000" y="29718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23579" name="Text Box 27"/>
          <p:cNvSpPr txBox="1">
            <a:spLocks noChangeArrowheads="1"/>
          </p:cNvSpPr>
          <p:nvPr/>
        </p:nvSpPr>
        <p:spPr bwMode="auto">
          <a:xfrm>
            <a:off x="4495800" y="47244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23580" name="Text Box 28"/>
          <p:cNvSpPr txBox="1">
            <a:spLocks noChangeArrowheads="1"/>
          </p:cNvSpPr>
          <p:nvPr/>
        </p:nvSpPr>
        <p:spPr bwMode="auto">
          <a:xfrm>
            <a:off x="6019800" y="16764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3581" name="Text Box 29"/>
          <p:cNvSpPr txBox="1">
            <a:spLocks noChangeArrowheads="1"/>
          </p:cNvSpPr>
          <p:nvPr/>
        </p:nvSpPr>
        <p:spPr bwMode="auto">
          <a:xfrm>
            <a:off x="5486400" y="47244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3582" name="Text Box 30"/>
          <p:cNvSpPr txBox="1">
            <a:spLocks noChangeArrowheads="1"/>
          </p:cNvSpPr>
          <p:nvPr/>
        </p:nvSpPr>
        <p:spPr bwMode="auto">
          <a:xfrm>
            <a:off x="2209800" y="29718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3583" name="Oval 31"/>
          <p:cNvSpPr>
            <a:spLocks noChangeArrowheads="1"/>
          </p:cNvSpPr>
          <p:nvPr/>
        </p:nvSpPr>
        <p:spPr bwMode="auto">
          <a:xfrm>
            <a:off x="7696200" y="4349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>
              <a:solidFill>
                <a:srgbClr val="FFFF00"/>
              </a:solidFill>
            </a:endParaRPr>
          </a:p>
        </p:txBody>
      </p:sp>
      <p:sp>
        <p:nvSpPr>
          <p:cNvPr id="23584" name="Oval 32"/>
          <p:cNvSpPr>
            <a:spLocks noChangeArrowheads="1"/>
          </p:cNvSpPr>
          <p:nvPr/>
        </p:nvSpPr>
        <p:spPr bwMode="auto">
          <a:xfrm>
            <a:off x="6553200" y="5416550"/>
            <a:ext cx="1219200" cy="4572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>
              <a:solidFill>
                <a:srgbClr val="FFFF00"/>
              </a:solidFill>
            </a:endParaRPr>
          </a:p>
        </p:txBody>
      </p:sp>
      <p:sp>
        <p:nvSpPr>
          <p:cNvPr id="23585" name="Text Box 33"/>
          <p:cNvSpPr txBox="1">
            <a:spLocks noChangeArrowheads="1"/>
          </p:cNvSpPr>
          <p:nvPr/>
        </p:nvSpPr>
        <p:spPr bwMode="auto">
          <a:xfrm>
            <a:off x="6781800" y="534035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bg2"/>
                </a:solidFill>
              </a:rPr>
              <a:t>1100</a:t>
            </a:r>
          </a:p>
        </p:txBody>
      </p:sp>
      <p:sp>
        <p:nvSpPr>
          <p:cNvPr id="23586" name="Oval 34"/>
          <p:cNvSpPr>
            <a:spLocks noChangeArrowheads="1"/>
          </p:cNvSpPr>
          <p:nvPr/>
        </p:nvSpPr>
        <p:spPr bwMode="auto">
          <a:xfrm>
            <a:off x="7848600" y="5492750"/>
            <a:ext cx="1219200" cy="4572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>
              <a:solidFill>
                <a:srgbClr val="FFFF00"/>
              </a:solidFill>
            </a:endParaRPr>
          </a:p>
        </p:txBody>
      </p:sp>
      <p:sp>
        <p:nvSpPr>
          <p:cNvPr id="23587" name="Text Box 35"/>
          <p:cNvSpPr txBox="1">
            <a:spLocks noChangeArrowheads="1"/>
          </p:cNvSpPr>
          <p:nvPr/>
        </p:nvSpPr>
        <p:spPr bwMode="auto">
          <a:xfrm>
            <a:off x="8077200" y="541655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bg2"/>
                </a:solidFill>
              </a:rPr>
              <a:t>1101</a:t>
            </a:r>
          </a:p>
        </p:txBody>
      </p:sp>
      <p:sp>
        <p:nvSpPr>
          <p:cNvPr id="23588" name="Line 36"/>
          <p:cNvSpPr>
            <a:spLocks noChangeShapeType="1"/>
          </p:cNvSpPr>
          <p:nvPr/>
        </p:nvSpPr>
        <p:spPr bwMode="auto">
          <a:xfrm flipH="1">
            <a:off x="7385050" y="47244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589" name="Text Box 37"/>
          <p:cNvSpPr txBox="1">
            <a:spLocks noChangeArrowheads="1"/>
          </p:cNvSpPr>
          <p:nvPr/>
        </p:nvSpPr>
        <p:spPr bwMode="auto">
          <a:xfrm>
            <a:off x="7239000" y="480695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23590" name="Line 38"/>
          <p:cNvSpPr>
            <a:spLocks noChangeShapeType="1"/>
          </p:cNvSpPr>
          <p:nvPr/>
        </p:nvSpPr>
        <p:spPr bwMode="auto">
          <a:xfrm>
            <a:off x="8070850" y="472440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591" name="Text Box 39"/>
          <p:cNvSpPr txBox="1">
            <a:spLocks noChangeArrowheads="1"/>
          </p:cNvSpPr>
          <p:nvPr/>
        </p:nvSpPr>
        <p:spPr bwMode="auto">
          <a:xfrm>
            <a:off x="8229600" y="480695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3592" name="Text Box 40"/>
          <p:cNvSpPr txBox="1">
            <a:spLocks noChangeArrowheads="1"/>
          </p:cNvSpPr>
          <p:nvPr/>
        </p:nvSpPr>
        <p:spPr bwMode="auto">
          <a:xfrm>
            <a:off x="4114800" y="11430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010000"/>
                </a:solidFill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23593" name="Text Box 41"/>
          <p:cNvSpPr txBox="1">
            <a:spLocks noChangeArrowheads="1"/>
          </p:cNvSpPr>
          <p:nvPr/>
        </p:nvSpPr>
        <p:spPr bwMode="auto">
          <a:xfrm>
            <a:off x="6858000" y="24384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010000"/>
                </a:solidFill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23594" name="Text Box 42"/>
          <p:cNvSpPr txBox="1">
            <a:spLocks noChangeArrowheads="1"/>
          </p:cNvSpPr>
          <p:nvPr/>
        </p:nvSpPr>
        <p:spPr bwMode="auto">
          <a:xfrm>
            <a:off x="1295400" y="22860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010000"/>
                </a:solidFill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23595" name="Text Box 43"/>
          <p:cNvSpPr txBox="1">
            <a:spLocks noChangeArrowheads="1"/>
          </p:cNvSpPr>
          <p:nvPr/>
        </p:nvSpPr>
        <p:spPr bwMode="auto">
          <a:xfrm>
            <a:off x="4495800" y="41148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010000"/>
                </a:solidFill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23596" name="Text Box 44"/>
          <p:cNvSpPr txBox="1">
            <a:spLocks noChangeArrowheads="1"/>
          </p:cNvSpPr>
          <p:nvPr/>
        </p:nvSpPr>
        <p:spPr bwMode="auto">
          <a:xfrm>
            <a:off x="7315200" y="41910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010000"/>
                </a:solidFill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23597" name="Text Box 45"/>
          <p:cNvSpPr txBox="1">
            <a:spLocks noChangeArrowheads="1"/>
          </p:cNvSpPr>
          <p:nvPr/>
        </p:nvSpPr>
        <p:spPr bwMode="auto">
          <a:xfrm>
            <a:off x="304800" y="6096000"/>
            <a:ext cx="7772400" cy="579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>
                <a:solidFill>
                  <a:schemeClr val="hlink"/>
                </a:solidFill>
              </a:rPr>
              <a:t>bit# </a:t>
            </a:r>
            <a:r>
              <a:rPr lang="en-US" altLang="en-US">
                <a:solidFill>
                  <a:srgbClr val="010000"/>
                </a:solidFill>
              </a:rPr>
              <a:t>field shown in black outside branch node</a:t>
            </a:r>
            <a:r>
              <a:rPr lang="en-US" altLang="en-US">
                <a:solidFill>
                  <a:schemeClr val="bg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93660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Compressed Binary Trie</a:t>
            </a:r>
          </a:p>
        </p:txBody>
      </p:sp>
      <p:grpSp>
        <p:nvGrpSpPr>
          <p:cNvPr id="24579" name="Group 3"/>
          <p:cNvGrpSpPr>
            <a:grpSpLocks/>
          </p:cNvGrpSpPr>
          <p:nvPr/>
        </p:nvGrpSpPr>
        <p:grpSpPr bwMode="auto">
          <a:xfrm>
            <a:off x="533400" y="1143000"/>
            <a:ext cx="8610600" cy="4806950"/>
            <a:chOff x="336" y="720"/>
            <a:chExt cx="5424" cy="3028"/>
          </a:xfrm>
        </p:grpSpPr>
        <p:sp>
          <p:nvSpPr>
            <p:cNvPr id="24581" name="Oval 4"/>
            <p:cNvSpPr>
              <a:spLocks noChangeArrowheads="1"/>
            </p:cNvSpPr>
            <p:nvPr/>
          </p:nvSpPr>
          <p:spPr bwMode="auto">
            <a:xfrm>
              <a:off x="4224" y="182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4582" name="Line 5"/>
            <p:cNvSpPr>
              <a:spLocks noChangeShapeType="1"/>
            </p:cNvSpPr>
            <p:nvPr/>
          </p:nvSpPr>
          <p:spPr bwMode="auto">
            <a:xfrm>
              <a:off x="3072" y="1152"/>
              <a:ext cx="1248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583" name="Line 6"/>
            <p:cNvSpPr>
              <a:spLocks noChangeShapeType="1"/>
            </p:cNvSpPr>
            <p:nvPr/>
          </p:nvSpPr>
          <p:spPr bwMode="auto">
            <a:xfrm flipH="1">
              <a:off x="3216" y="2064"/>
              <a:ext cx="1056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584" name="Line 7"/>
            <p:cNvSpPr>
              <a:spLocks noChangeShapeType="1"/>
            </p:cNvSpPr>
            <p:nvPr/>
          </p:nvSpPr>
          <p:spPr bwMode="auto">
            <a:xfrm>
              <a:off x="4416" y="2064"/>
              <a:ext cx="624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585" name="Text Box 8"/>
            <p:cNvSpPr txBox="1">
              <a:spLocks noChangeArrowheads="1"/>
            </p:cNvSpPr>
            <p:nvPr/>
          </p:nvSpPr>
          <p:spPr bwMode="auto">
            <a:xfrm>
              <a:off x="3552" y="211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24586" name="Text Box 9"/>
            <p:cNvSpPr txBox="1">
              <a:spLocks noChangeArrowheads="1"/>
            </p:cNvSpPr>
            <p:nvPr/>
          </p:nvSpPr>
          <p:spPr bwMode="auto">
            <a:xfrm>
              <a:off x="4752" y="2160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24587" name="Oval 10"/>
            <p:cNvSpPr>
              <a:spLocks noChangeArrowheads="1"/>
            </p:cNvSpPr>
            <p:nvPr/>
          </p:nvSpPr>
          <p:spPr bwMode="auto">
            <a:xfrm>
              <a:off x="2784" y="96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4588" name="Oval 11"/>
            <p:cNvSpPr>
              <a:spLocks noChangeArrowheads="1"/>
            </p:cNvSpPr>
            <p:nvPr/>
          </p:nvSpPr>
          <p:spPr bwMode="auto">
            <a:xfrm>
              <a:off x="1056" y="163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4589" name="Line 12"/>
            <p:cNvSpPr>
              <a:spLocks noChangeShapeType="1"/>
            </p:cNvSpPr>
            <p:nvPr/>
          </p:nvSpPr>
          <p:spPr bwMode="auto">
            <a:xfrm flipH="1">
              <a:off x="1248" y="1152"/>
              <a:ext cx="1536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590" name="Line 13"/>
            <p:cNvSpPr>
              <a:spLocks noChangeShapeType="1"/>
            </p:cNvSpPr>
            <p:nvPr/>
          </p:nvSpPr>
          <p:spPr bwMode="auto">
            <a:xfrm flipH="1">
              <a:off x="860" y="1868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591" name="Line 14"/>
            <p:cNvSpPr>
              <a:spLocks noChangeShapeType="1"/>
            </p:cNvSpPr>
            <p:nvPr/>
          </p:nvSpPr>
          <p:spPr bwMode="auto">
            <a:xfrm>
              <a:off x="1292" y="1868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592" name="Oval 15"/>
            <p:cNvSpPr>
              <a:spLocks noChangeArrowheads="1"/>
            </p:cNvSpPr>
            <p:nvPr/>
          </p:nvSpPr>
          <p:spPr bwMode="auto">
            <a:xfrm>
              <a:off x="3120" y="268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grpSp>
          <p:nvGrpSpPr>
            <p:cNvPr id="24593" name="Group 16"/>
            <p:cNvGrpSpPr>
              <a:grpSpLocks/>
            </p:cNvGrpSpPr>
            <p:nvPr/>
          </p:nvGrpSpPr>
          <p:grpSpPr bwMode="auto">
            <a:xfrm>
              <a:off x="336" y="2256"/>
              <a:ext cx="816" cy="336"/>
              <a:chOff x="528" y="3216"/>
              <a:chExt cx="816" cy="336"/>
            </a:xfrm>
          </p:grpSpPr>
          <p:sp>
            <p:nvSpPr>
              <p:cNvPr id="24629" name="Oval 17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4630" name="Text Box 18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0001</a:t>
                </a:r>
              </a:p>
            </p:txBody>
          </p:sp>
        </p:grpSp>
        <p:grpSp>
          <p:nvGrpSpPr>
            <p:cNvPr id="24594" name="Group 19"/>
            <p:cNvGrpSpPr>
              <a:grpSpLocks/>
            </p:cNvGrpSpPr>
            <p:nvPr/>
          </p:nvGrpSpPr>
          <p:grpSpPr bwMode="auto">
            <a:xfrm>
              <a:off x="1152" y="2304"/>
              <a:ext cx="816" cy="336"/>
              <a:chOff x="528" y="3216"/>
              <a:chExt cx="816" cy="336"/>
            </a:xfrm>
          </p:grpSpPr>
          <p:sp>
            <p:nvSpPr>
              <p:cNvPr id="24627" name="Oval 20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4628" name="Text Box 21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0011</a:t>
                </a:r>
              </a:p>
            </p:txBody>
          </p:sp>
        </p:grpSp>
        <p:sp>
          <p:nvSpPr>
            <p:cNvPr id="24595" name="Line 22"/>
            <p:cNvSpPr>
              <a:spLocks noChangeShapeType="1"/>
            </p:cNvSpPr>
            <p:nvPr/>
          </p:nvSpPr>
          <p:spPr bwMode="auto">
            <a:xfrm flipH="1">
              <a:off x="2924" y="2924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596" name="Line 23"/>
            <p:cNvSpPr>
              <a:spLocks noChangeShapeType="1"/>
            </p:cNvSpPr>
            <p:nvPr/>
          </p:nvSpPr>
          <p:spPr bwMode="auto">
            <a:xfrm>
              <a:off x="3356" y="2924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4597" name="Group 24"/>
            <p:cNvGrpSpPr>
              <a:grpSpLocks/>
            </p:cNvGrpSpPr>
            <p:nvPr/>
          </p:nvGrpSpPr>
          <p:grpSpPr bwMode="auto">
            <a:xfrm>
              <a:off x="2400" y="3312"/>
              <a:ext cx="816" cy="336"/>
              <a:chOff x="528" y="3216"/>
              <a:chExt cx="816" cy="336"/>
            </a:xfrm>
          </p:grpSpPr>
          <p:sp>
            <p:nvSpPr>
              <p:cNvPr id="24625" name="Oval 25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4626" name="Text Box 26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1000</a:t>
                </a:r>
              </a:p>
            </p:txBody>
          </p:sp>
        </p:grpSp>
        <p:grpSp>
          <p:nvGrpSpPr>
            <p:cNvPr id="24598" name="Group 27"/>
            <p:cNvGrpSpPr>
              <a:grpSpLocks/>
            </p:cNvGrpSpPr>
            <p:nvPr/>
          </p:nvGrpSpPr>
          <p:grpSpPr bwMode="auto">
            <a:xfrm>
              <a:off x="3216" y="3360"/>
              <a:ext cx="816" cy="336"/>
              <a:chOff x="528" y="3216"/>
              <a:chExt cx="816" cy="336"/>
            </a:xfrm>
          </p:grpSpPr>
          <p:sp>
            <p:nvSpPr>
              <p:cNvPr id="24623" name="Oval 28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4624" name="Text Box 29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1001</a:t>
                </a:r>
              </a:p>
            </p:txBody>
          </p:sp>
        </p:grpSp>
        <p:sp>
          <p:nvSpPr>
            <p:cNvPr id="24599" name="Text Box 30"/>
            <p:cNvSpPr txBox="1">
              <a:spLocks noChangeArrowheads="1"/>
            </p:cNvSpPr>
            <p:nvPr/>
          </p:nvSpPr>
          <p:spPr bwMode="auto">
            <a:xfrm>
              <a:off x="2016" y="81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24600" name="Text Box 31"/>
            <p:cNvSpPr txBox="1">
              <a:spLocks noChangeArrowheads="1"/>
            </p:cNvSpPr>
            <p:nvPr/>
          </p:nvSpPr>
          <p:spPr bwMode="auto">
            <a:xfrm>
              <a:off x="720" y="187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24601" name="Text Box 32"/>
            <p:cNvSpPr txBox="1">
              <a:spLocks noChangeArrowheads="1"/>
            </p:cNvSpPr>
            <p:nvPr/>
          </p:nvSpPr>
          <p:spPr bwMode="auto">
            <a:xfrm>
              <a:off x="2832" y="297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24602" name="Text Box 33"/>
            <p:cNvSpPr txBox="1">
              <a:spLocks noChangeArrowheads="1"/>
            </p:cNvSpPr>
            <p:nvPr/>
          </p:nvSpPr>
          <p:spPr bwMode="auto">
            <a:xfrm>
              <a:off x="3792" y="105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24603" name="Text Box 34"/>
            <p:cNvSpPr txBox="1">
              <a:spLocks noChangeArrowheads="1"/>
            </p:cNvSpPr>
            <p:nvPr/>
          </p:nvSpPr>
          <p:spPr bwMode="auto">
            <a:xfrm>
              <a:off x="3456" y="297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24604" name="Text Box 35"/>
            <p:cNvSpPr txBox="1">
              <a:spLocks noChangeArrowheads="1"/>
            </p:cNvSpPr>
            <p:nvPr/>
          </p:nvSpPr>
          <p:spPr bwMode="auto">
            <a:xfrm>
              <a:off x="1392" y="187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24605" name="Oval 36"/>
            <p:cNvSpPr>
              <a:spLocks noChangeArrowheads="1"/>
            </p:cNvSpPr>
            <p:nvPr/>
          </p:nvSpPr>
          <p:spPr bwMode="auto">
            <a:xfrm>
              <a:off x="4848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grpSp>
          <p:nvGrpSpPr>
            <p:cNvPr id="24606" name="Group 37"/>
            <p:cNvGrpSpPr>
              <a:grpSpLocks/>
            </p:cNvGrpSpPr>
            <p:nvPr/>
          </p:nvGrpSpPr>
          <p:grpSpPr bwMode="auto">
            <a:xfrm>
              <a:off x="4128" y="3364"/>
              <a:ext cx="816" cy="336"/>
              <a:chOff x="528" y="3216"/>
              <a:chExt cx="816" cy="336"/>
            </a:xfrm>
          </p:grpSpPr>
          <p:sp>
            <p:nvSpPr>
              <p:cNvPr id="24621" name="Oval 38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4622" name="Text Box 39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1100</a:t>
                </a:r>
              </a:p>
            </p:txBody>
          </p:sp>
        </p:grpSp>
        <p:grpSp>
          <p:nvGrpSpPr>
            <p:cNvPr id="24607" name="Group 40"/>
            <p:cNvGrpSpPr>
              <a:grpSpLocks/>
            </p:cNvGrpSpPr>
            <p:nvPr/>
          </p:nvGrpSpPr>
          <p:grpSpPr bwMode="auto">
            <a:xfrm>
              <a:off x="4944" y="3412"/>
              <a:ext cx="816" cy="336"/>
              <a:chOff x="528" y="3216"/>
              <a:chExt cx="816" cy="336"/>
            </a:xfrm>
          </p:grpSpPr>
          <p:sp>
            <p:nvSpPr>
              <p:cNvPr id="24619" name="Oval 41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4620" name="Text Box 42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1101</a:t>
                </a:r>
              </a:p>
            </p:txBody>
          </p:sp>
        </p:grpSp>
        <p:grpSp>
          <p:nvGrpSpPr>
            <p:cNvPr id="24608" name="Group 43"/>
            <p:cNvGrpSpPr>
              <a:grpSpLocks/>
            </p:cNvGrpSpPr>
            <p:nvPr/>
          </p:nvGrpSpPr>
          <p:grpSpPr bwMode="auto">
            <a:xfrm>
              <a:off x="4560" y="2976"/>
              <a:ext cx="332" cy="432"/>
              <a:chOff x="4560" y="2976"/>
              <a:chExt cx="332" cy="432"/>
            </a:xfrm>
          </p:grpSpPr>
          <p:sp>
            <p:nvSpPr>
              <p:cNvPr id="24617" name="Line 44"/>
              <p:cNvSpPr>
                <a:spLocks noChangeShapeType="1"/>
              </p:cNvSpPr>
              <p:nvPr/>
            </p:nvSpPr>
            <p:spPr bwMode="auto">
              <a:xfrm flipH="1">
                <a:off x="4652" y="2976"/>
                <a:ext cx="24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618" name="Text Box 45"/>
              <p:cNvSpPr txBox="1">
                <a:spLocks noChangeArrowheads="1"/>
              </p:cNvSpPr>
              <p:nvPr/>
            </p:nvSpPr>
            <p:spPr bwMode="auto">
              <a:xfrm>
                <a:off x="4560" y="3028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hlink"/>
                    </a:solidFill>
                  </a:rPr>
                  <a:t>0</a:t>
                </a:r>
              </a:p>
            </p:txBody>
          </p:sp>
        </p:grpSp>
        <p:grpSp>
          <p:nvGrpSpPr>
            <p:cNvPr id="24609" name="Group 46"/>
            <p:cNvGrpSpPr>
              <a:grpSpLocks/>
            </p:cNvGrpSpPr>
            <p:nvPr/>
          </p:nvGrpSpPr>
          <p:grpSpPr bwMode="auto">
            <a:xfrm>
              <a:off x="5084" y="2976"/>
              <a:ext cx="388" cy="480"/>
              <a:chOff x="5084" y="2976"/>
              <a:chExt cx="388" cy="480"/>
            </a:xfrm>
          </p:grpSpPr>
          <p:sp>
            <p:nvSpPr>
              <p:cNvPr id="24615" name="Line 47"/>
              <p:cNvSpPr>
                <a:spLocks noChangeShapeType="1"/>
              </p:cNvSpPr>
              <p:nvPr/>
            </p:nvSpPr>
            <p:spPr bwMode="auto">
              <a:xfrm>
                <a:off x="5084" y="2976"/>
                <a:ext cx="192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616" name="Text Box 48"/>
              <p:cNvSpPr txBox="1">
                <a:spLocks noChangeArrowheads="1"/>
              </p:cNvSpPr>
              <p:nvPr/>
            </p:nvSpPr>
            <p:spPr bwMode="auto">
              <a:xfrm>
                <a:off x="5184" y="3028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hlink"/>
                    </a:solidFill>
                  </a:rPr>
                  <a:t>1</a:t>
                </a:r>
              </a:p>
            </p:txBody>
          </p:sp>
        </p:grpSp>
        <p:sp>
          <p:nvSpPr>
            <p:cNvPr id="24610" name="Text Box 49"/>
            <p:cNvSpPr txBox="1">
              <a:spLocks noChangeArrowheads="1"/>
            </p:cNvSpPr>
            <p:nvPr/>
          </p:nvSpPr>
          <p:spPr bwMode="auto">
            <a:xfrm>
              <a:off x="2592" y="720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010000"/>
                  </a:solidFill>
                  <a:latin typeface="Arial Black" panose="020B0A04020102020204" pitchFamily="34" charset="0"/>
                </a:rPr>
                <a:t>1</a:t>
              </a:r>
            </a:p>
          </p:txBody>
        </p:sp>
        <p:sp>
          <p:nvSpPr>
            <p:cNvPr id="24611" name="Text Box 50"/>
            <p:cNvSpPr txBox="1">
              <a:spLocks noChangeArrowheads="1"/>
            </p:cNvSpPr>
            <p:nvPr/>
          </p:nvSpPr>
          <p:spPr bwMode="auto">
            <a:xfrm>
              <a:off x="4320" y="1536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010000"/>
                  </a:solidFill>
                  <a:latin typeface="Arial Black" panose="020B0A04020102020204" pitchFamily="34" charset="0"/>
                </a:rPr>
                <a:t>2</a:t>
              </a:r>
            </a:p>
          </p:txBody>
        </p:sp>
        <p:sp>
          <p:nvSpPr>
            <p:cNvPr id="24612" name="Text Box 51"/>
            <p:cNvSpPr txBox="1">
              <a:spLocks noChangeArrowheads="1"/>
            </p:cNvSpPr>
            <p:nvPr/>
          </p:nvSpPr>
          <p:spPr bwMode="auto">
            <a:xfrm>
              <a:off x="816" y="1440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010000"/>
                  </a:solidFill>
                  <a:latin typeface="Arial Black" panose="020B0A04020102020204" pitchFamily="34" charset="0"/>
                </a:rPr>
                <a:t>3</a:t>
              </a:r>
            </a:p>
          </p:txBody>
        </p:sp>
        <p:sp>
          <p:nvSpPr>
            <p:cNvPr id="24613" name="Text Box 52"/>
            <p:cNvSpPr txBox="1">
              <a:spLocks noChangeArrowheads="1"/>
            </p:cNvSpPr>
            <p:nvPr/>
          </p:nvSpPr>
          <p:spPr bwMode="auto">
            <a:xfrm>
              <a:off x="2832" y="2592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010000"/>
                  </a:solidFill>
                  <a:latin typeface="Arial Black" panose="020B0A04020102020204" pitchFamily="34" charset="0"/>
                </a:rPr>
                <a:t>4</a:t>
              </a:r>
            </a:p>
          </p:txBody>
        </p:sp>
        <p:sp>
          <p:nvSpPr>
            <p:cNvPr id="24614" name="Text Box 53"/>
            <p:cNvSpPr txBox="1">
              <a:spLocks noChangeArrowheads="1"/>
            </p:cNvSpPr>
            <p:nvPr/>
          </p:nvSpPr>
          <p:spPr bwMode="auto">
            <a:xfrm>
              <a:off x="4608" y="2640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010000"/>
                  </a:solidFill>
                  <a:latin typeface="Arial Black" panose="020B0A04020102020204" pitchFamily="34" charset="0"/>
                </a:rPr>
                <a:t>4</a:t>
              </a:r>
            </a:p>
          </p:txBody>
        </p:sp>
      </p:grpSp>
      <p:sp>
        <p:nvSpPr>
          <p:cNvPr id="24580" name="Text Box 54"/>
          <p:cNvSpPr txBox="1">
            <a:spLocks noChangeArrowheads="1"/>
          </p:cNvSpPr>
          <p:nvPr/>
        </p:nvSpPr>
        <p:spPr bwMode="auto">
          <a:xfrm>
            <a:off x="304800" y="6096000"/>
            <a:ext cx="4038600" cy="579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>
                <a:solidFill>
                  <a:schemeClr val="bg2"/>
                </a:solidFill>
              </a:rPr>
              <a:t>#branch nodes</a:t>
            </a:r>
            <a:r>
              <a:rPr lang="en-US" altLang="en-US">
                <a:solidFill>
                  <a:schemeClr val="hlink"/>
                </a:solidFill>
              </a:rPr>
              <a:t> = n – 1</a:t>
            </a:r>
            <a:r>
              <a:rPr lang="en-US" altLang="en-US">
                <a:solidFill>
                  <a:schemeClr val="bg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46174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Insert 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33400" y="1143000"/>
            <a:ext cx="8610600" cy="4806950"/>
            <a:chOff x="336" y="720"/>
            <a:chExt cx="5424" cy="3028"/>
          </a:xfrm>
        </p:grpSpPr>
        <p:sp>
          <p:nvSpPr>
            <p:cNvPr id="25606" name="Oval 4"/>
            <p:cNvSpPr>
              <a:spLocks noChangeArrowheads="1"/>
            </p:cNvSpPr>
            <p:nvPr/>
          </p:nvSpPr>
          <p:spPr bwMode="auto">
            <a:xfrm>
              <a:off x="4224" y="182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5607" name="Line 5"/>
            <p:cNvSpPr>
              <a:spLocks noChangeShapeType="1"/>
            </p:cNvSpPr>
            <p:nvPr/>
          </p:nvSpPr>
          <p:spPr bwMode="auto">
            <a:xfrm>
              <a:off x="3072" y="1152"/>
              <a:ext cx="1248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08" name="Line 6"/>
            <p:cNvSpPr>
              <a:spLocks noChangeShapeType="1"/>
            </p:cNvSpPr>
            <p:nvPr/>
          </p:nvSpPr>
          <p:spPr bwMode="auto">
            <a:xfrm flipH="1">
              <a:off x="3216" y="2064"/>
              <a:ext cx="1056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09" name="Line 7"/>
            <p:cNvSpPr>
              <a:spLocks noChangeShapeType="1"/>
            </p:cNvSpPr>
            <p:nvPr/>
          </p:nvSpPr>
          <p:spPr bwMode="auto">
            <a:xfrm>
              <a:off x="4416" y="2064"/>
              <a:ext cx="624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10" name="Text Box 8"/>
            <p:cNvSpPr txBox="1">
              <a:spLocks noChangeArrowheads="1"/>
            </p:cNvSpPr>
            <p:nvPr/>
          </p:nvSpPr>
          <p:spPr bwMode="auto">
            <a:xfrm>
              <a:off x="3552" y="211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25611" name="Text Box 9"/>
            <p:cNvSpPr txBox="1">
              <a:spLocks noChangeArrowheads="1"/>
            </p:cNvSpPr>
            <p:nvPr/>
          </p:nvSpPr>
          <p:spPr bwMode="auto">
            <a:xfrm>
              <a:off x="4752" y="2160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25612" name="Oval 10"/>
            <p:cNvSpPr>
              <a:spLocks noChangeArrowheads="1"/>
            </p:cNvSpPr>
            <p:nvPr/>
          </p:nvSpPr>
          <p:spPr bwMode="auto">
            <a:xfrm>
              <a:off x="2784" y="96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5613" name="Oval 11"/>
            <p:cNvSpPr>
              <a:spLocks noChangeArrowheads="1"/>
            </p:cNvSpPr>
            <p:nvPr/>
          </p:nvSpPr>
          <p:spPr bwMode="auto">
            <a:xfrm>
              <a:off x="1056" y="163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5614" name="Line 12"/>
            <p:cNvSpPr>
              <a:spLocks noChangeShapeType="1"/>
            </p:cNvSpPr>
            <p:nvPr/>
          </p:nvSpPr>
          <p:spPr bwMode="auto">
            <a:xfrm flipH="1">
              <a:off x="1248" y="1152"/>
              <a:ext cx="1536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15" name="Line 13"/>
            <p:cNvSpPr>
              <a:spLocks noChangeShapeType="1"/>
            </p:cNvSpPr>
            <p:nvPr/>
          </p:nvSpPr>
          <p:spPr bwMode="auto">
            <a:xfrm flipH="1">
              <a:off x="860" y="1868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16" name="Line 14"/>
            <p:cNvSpPr>
              <a:spLocks noChangeShapeType="1"/>
            </p:cNvSpPr>
            <p:nvPr/>
          </p:nvSpPr>
          <p:spPr bwMode="auto">
            <a:xfrm>
              <a:off x="1292" y="1868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17" name="Oval 15"/>
            <p:cNvSpPr>
              <a:spLocks noChangeArrowheads="1"/>
            </p:cNvSpPr>
            <p:nvPr/>
          </p:nvSpPr>
          <p:spPr bwMode="auto">
            <a:xfrm>
              <a:off x="3120" y="268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grpSp>
          <p:nvGrpSpPr>
            <p:cNvPr id="25618" name="Group 16"/>
            <p:cNvGrpSpPr>
              <a:grpSpLocks/>
            </p:cNvGrpSpPr>
            <p:nvPr/>
          </p:nvGrpSpPr>
          <p:grpSpPr bwMode="auto">
            <a:xfrm>
              <a:off x="336" y="2256"/>
              <a:ext cx="816" cy="336"/>
              <a:chOff x="528" y="3216"/>
              <a:chExt cx="816" cy="336"/>
            </a:xfrm>
          </p:grpSpPr>
          <p:sp>
            <p:nvSpPr>
              <p:cNvPr id="25654" name="Oval 17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5655" name="Text Box 18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0001</a:t>
                </a:r>
              </a:p>
            </p:txBody>
          </p:sp>
        </p:grpSp>
        <p:grpSp>
          <p:nvGrpSpPr>
            <p:cNvPr id="25619" name="Group 19"/>
            <p:cNvGrpSpPr>
              <a:grpSpLocks/>
            </p:cNvGrpSpPr>
            <p:nvPr/>
          </p:nvGrpSpPr>
          <p:grpSpPr bwMode="auto">
            <a:xfrm>
              <a:off x="1152" y="2304"/>
              <a:ext cx="816" cy="336"/>
              <a:chOff x="528" y="3216"/>
              <a:chExt cx="816" cy="336"/>
            </a:xfrm>
          </p:grpSpPr>
          <p:sp>
            <p:nvSpPr>
              <p:cNvPr id="25652" name="Oval 20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5653" name="Text Box 21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0011</a:t>
                </a:r>
              </a:p>
            </p:txBody>
          </p:sp>
        </p:grpSp>
        <p:sp>
          <p:nvSpPr>
            <p:cNvPr id="25620" name="Line 22"/>
            <p:cNvSpPr>
              <a:spLocks noChangeShapeType="1"/>
            </p:cNvSpPr>
            <p:nvPr/>
          </p:nvSpPr>
          <p:spPr bwMode="auto">
            <a:xfrm flipH="1">
              <a:off x="2924" y="2924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21" name="Line 23"/>
            <p:cNvSpPr>
              <a:spLocks noChangeShapeType="1"/>
            </p:cNvSpPr>
            <p:nvPr/>
          </p:nvSpPr>
          <p:spPr bwMode="auto">
            <a:xfrm>
              <a:off x="3356" y="2924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5622" name="Group 24"/>
            <p:cNvGrpSpPr>
              <a:grpSpLocks/>
            </p:cNvGrpSpPr>
            <p:nvPr/>
          </p:nvGrpSpPr>
          <p:grpSpPr bwMode="auto">
            <a:xfrm>
              <a:off x="2400" y="3312"/>
              <a:ext cx="816" cy="336"/>
              <a:chOff x="528" y="3216"/>
              <a:chExt cx="816" cy="336"/>
            </a:xfrm>
          </p:grpSpPr>
          <p:sp>
            <p:nvSpPr>
              <p:cNvPr id="25650" name="Oval 25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5651" name="Text Box 26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1000</a:t>
                </a:r>
              </a:p>
            </p:txBody>
          </p:sp>
        </p:grpSp>
        <p:grpSp>
          <p:nvGrpSpPr>
            <p:cNvPr id="25623" name="Group 27"/>
            <p:cNvGrpSpPr>
              <a:grpSpLocks/>
            </p:cNvGrpSpPr>
            <p:nvPr/>
          </p:nvGrpSpPr>
          <p:grpSpPr bwMode="auto">
            <a:xfrm>
              <a:off x="3216" y="3360"/>
              <a:ext cx="816" cy="336"/>
              <a:chOff x="528" y="3216"/>
              <a:chExt cx="816" cy="336"/>
            </a:xfrm>
          </p:grpSpPr>
          <p:sp>
            <p:nvSpPr>
              <p:cNvPr id="25648" name="Oval 28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5649" name="Text Box 29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1001</a:t>
                </a:r>
              </a:p>
            </p:txBody>
          </p:sp>
        </p:grpSp>
        <p:sp>
          <p:nvSpPr>
            <p:cNvPr id="25624" name="Text Box 30"/>
            <p:cNvSpPr txBox="1">
              <a:spLocks noChangeArrowheads="1"/>
            </p:cNvSpPr>
            <p:nvPr/>
          </p:nvSpPr>
          <p:spPr bwMode="auto">
            <a:xfrm>
              <a:off x="2016" y="81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25625" name="Text Box 31"/>
            <p:cNvSpPr txBox="1">
              <a:spLocks noChangeArrowheads="1"/>
            </p:cNvSpPr>
            <p:nvPr/>
          </p:nvSpPr>
          <p:spPr bwMode="auto">
            <a:xfrm>
              <a:off x="720" y="187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25626" name="Text Box 32"/>
            <p:cNvSpPr txBox="1">
              <a:spLocks noChangeArrowheads="1"/>
            </p:cNvSpPr>
            <p:nvPr/>
          </p:nvSpPr>
          <p:spPr bwMode="auto">
            <a:xfrm>
              <a:off x="2832" y="297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25627" name="Text Box 33"/>
            <p:cNvSpPr txBox="1">
              <a:spLocks noChangeArrowheads="1"/>
            </p:cNvSpPr>
            <p:nvPr/>
          </p:nvSpPr>
          <p:spPr bwMode="auto">
            <a:xfrm>
              <a:off x="3792" y="105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25628" name="Text Box 34"/>
            <p:cNvSpPr txBox="1">
              <a:spLocks noChangeArrowheads="1"/>
            </p:cNvSpPr>
            <p:nvPr/>
          </p:nvSpPr>
          <p:spPr bwMode="auto">
            <a:xfrm>
              <a:off x="3456" y="297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25629" name="Text Box 35"/>
            <p:cNvSpPr txBox="1">
              <a:spLocks noChangeArrowheads="1"/>
            </p:cNvSpPr>
            <p:nvPr/>
          </p:nvSpPr>
          <p:spPr bwMode="auto">
            <a:xfrm>
              <a:off x="1392" y="187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25630" name="Oval 36"/>
            <p:cNvSpPr>
              <a:spLocks noChangeArrowheads="1"/>
            </p:cNvSpPr>
            <p:nvPr/>
          </p:nvSpPr>
          <p:spPr bwMode="auto">
            <a:xfrm>
              <a:off x="4848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grpSp>
          <p:nvGrpSpPr>
            <p:cNvPr id="25631" name="Group 37"/>
            <p:cNvGrpSpPr>
              <a:grpSpLocks/>
            </p:cNvGrpSpPr>
            <p:nvPr/>
          </p:nvGrpSpPr>
          <p:grpSpPr bwMode="auto">
            <a:xfrm>
              <a:off x="4128" y="3364"/>
              <a:ext cx="816" cy="336"/>
              <a:chOff x="528" y="3216"/>
              <a:chExt cx="816" cy="336"/>
            </a:xfrm>
          </p:grpSpPr>
          <p:sp>
            <p:nvSpPr>
              <p:cNvPr id="25646" name="Oval 38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5647" name="Text Box 39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1100</a:t>
                </a:r>
              </a:p>
            </p:txBody>
          </p:sp>
        </p:grpSp>
        <p:grpSp>
          <p:nvGrpSpPr>
            <p:cNvPr id="25632" name="Group 40"/>
            <p:cNvGrpSpPr>
              <a:grpSpLocks/>
            </p:cNvGrpSpPr>
            <p:nvPr/>
          </p:nvGrpSpPr>
          <p:grpSpPr bwMode="auto">
            <a:xfrm>
              <a:off x="4944" y="3412"/>
              <a:ext cx="816" cy="336"/>
              <a:chOff x="528" y="3216"/>
              <a:chExt cx="816" cy="336"/>
            </a:xfrm>
          </p:grpSpPr>
          <p:sp>
            <p:nvSpPr>
              <p:cNvPr id="25644" name="Oval 41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5645" name="Text Box 42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1101</a:t>
                </a:r>
              </a:p>
            </p:txBody>
          </p:sp>
        </p:grpSp>
        <p:grpSp>
          <p:nvGrpSpPr>
            <p:cNvPr id="25633" name="Group 43"/>
            <p:cNvGrpSpPr>
              <a:grpSpLocks/>
            </p:cNvGrpSpPr>
            <p:nvPr/>
          </p:nvGrpSpPr>
          <p:grpSpPr bwMode="auto">
            <a:xfrm>
              <a:off x="4560" y="2976"/>
              <a:ext cx="332" cy="432"/>
              <a:chOff x="4560" y="2976"/>
              <a:chExt cx="332" cy="432"/>
            </a:xfrm>
          </p:grpSpPr>
          <p:sp>
            <p:nvSpPr>
              <p:cNvPr id="25642" name="Line 44"/>
              <p:cNvSpPr>
                <a:spLocks noChangeShapeType="1"/>
              </p:cNvSpPr>
              <p:nvPr/>
            </p:nvSpPr>
            <p:spPr bwMode="auto">
              <a:xfrm flipH="1">
                <a:off x="4652" y="2976"/>
                <a:ext cx="24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643" name="Text Box 45"/>
              <p:cNvSpPr txBox="1">
                <a:spLocks noChangeArrowheads="1"/>
              </p:cNvSpPr>
              <p:nvPr/>
            </p:nvSpPr>
            <p:spPr bwMode="auto">
              <a:xfrm>
                <a:off x="4560" y="3028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hlink"/>
                    </a:solidFill>
                  </a:rPr>
                  <a:t>0</a:t>
                </a:r>
              </a:p>
            </p:txBody>
          </p:sp>
        </p:grpSp>
        <p:grpSp>
          <p:nvGrpSpPr>
            <p:cNvPr id="25634" name="Group 46"/>
            <p:cNvGrpSpPr>
              <a:grpSpLocks/>
            </p:cNvGrpSpPr>
            <p:nvPr/>
          </p:nvGrpSpPr>
          <p:grpSpPr bwMode="auto">
            <a:xfrm>
              <a:off x="5084" y="2976"/>
              <a:ext cx="388" cy="480"/>
              <a:chOff x="5084" y="2976"/>
              <a:chExt cx="388" cy="480"/>
            </a:xfrm>
          </p:grpSpPr>
          <p:sp>
            <p:nvSpPr>
              <p:cNvPr id="25640" name="Line 47"/>
              <p:cNvSpPr>
                <a:spLocks noChangeShapeType="1"/>
              </p:cNvSpPr>
              <p:nvPr/>
            </p:nvSpPr>
            <p:spPr bwMode="auto">
              <a:xfrm>
                <a:off x="5084" y="2976"/>
                <a:ext cx="192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641" name="Text Box 48"/>
              <p:cNvSpPr txBox="1">
                <a:spLocks noChangeArrowheads="1"/>
              </p:cNvSpPr>
              <p:nvPr/>
            </p:nvSpPr>
            <p:spPr bwMode="auto">
              <a:xfrm>
                <a:off x="5184" y="3028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hlink"/>
                    </a:solidFill>
                  </a:rPr>
                  <a:t>1</a:t>
                </a:r>
              </a:p>
            </p:txBody>
          </p:sp>
        </p:grpSp>
        <p:sp>
          <p:nvSpPr>
            <p:cNvPr id="25635" name="Text Box 49"/>
            <p:cNvSpPr txBox="1">
              <a:spLocks noChangeArrowheads="1"/>
            </p:cNvSpPr>
            <p:nvPr/>
          </p:nvSpPr>
          <p:spPr bwMode="auto">
            <a:xfrm>
              <a:off x="2592" y="720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010000"/>
                  </a:solidFill>
                  <a:latin typeface="Arial Black" panose="020B0A04020102020204" pitchFamily="34" charset="0"/>
                </a:rPr>
                <a:t>1</a:t>
              </a:r>
            </a:p>
          </p:txBody>
        </p:sp>
        <p:sp>
          <p:nvSpPr>
            <p:cNvPr id="25636" name="Text Box 50"/>
            <p:cNvSpPr txBox="1">
              <a:spLocks noChangeArrowheads="1"/>
            </p:cNvSpPr>
            <p:nvPr/>
          </p:nvSpPr>
          <p:spPr bwMode="auto">
            <a:xfrm>
              <a:off x="4320" y="1536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010000"/>
                  </a:solidFill>
                  <a:latin typeface="Arial Black" panose="020B0A04020102020204" pitchFamily="34" charset="0"/>
                </a:rPr>
                <a:t>2</a:t>
              </a:r>
            </a:p>
          </p:txBody>
        </p:sp>
        <p:sp>
          <p:nvSpPr>
            <p:cNvPr id="25637" name="Text Box 51"/>
            <p:cNvSpPr txBox="1">
              <a:spLocks noChangeArrowheads="1"/>
            </p:cNvSpPr>
            <p:nvPr/>
          </p:nvSpPr>
          <p:spPr bwMode="auto">
            <a:xfrm>
              <a:off x="816" y="1440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010000"/>
                  </a:solidFill>
                  <a:latin typeface="Arial Black" panose="020B0A04020102020204" pitchFamily="34" charset="0"/>
                </a:rPr>
                <a:t>3</a:t>
              </a:r>
            </a:p>
          </p:txBody>
        </p:sp>
        <p:sp>
          <p:nvSpPr>
            <p:cNvPr id="25638" name="Text Box 52"/>
            <p:cNvSpPr txBox="1">
              <a:spLocks noChangeArrowheads="1"/>
            </p:cNvSpPr>
            <p:nvPr/>
          </p:nvSpPr>
          <p:spPr bwMode="auto">
            <a:xfrm>
              <a:off x="2832" y="2592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010000"/>
                  </a:solidFill>
                  <a:latin typeface="Arial Black" panose="020B0A04020102020204" pitchFamily="34" charset="0"/>
                </a:rPr>
                <a:t>4</a:t>
              </a:r>
            </a:p>
          </p:txBody>
        </p:sp>
        <p:sp>
          <p:nvSpPr>
            <p:cNvPr id="25639" name="Text Box 53"/>
            <p:cNvSpPr txBox="1">
              <a:spLocks noChangeArrowheads="1"/>
            </p:cNvSpPr>
            <p:nvPr/>
          </p:nvSpPr>
          <p:spPr bwMode="auto">
            <a:xfrm>
              <a:off x="4608" y="2640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010000"/>
                  </a:solidFill>
                  <a:latin typeface="Arial Black" panose="020B0A04020102020204" pitchFamily="34" charset="0"/>
                </a:rPr>
                <a:t>4</a:t>
              </a:r>
            </a:p>
          </p:txBody>
        </p:sp>
      </p:grpSp>
      <p:sp>
        <p:nvSpPr>
          <p:cNvPr id="364598" name="Text Box 54"/>
          <p:cNvSpPr txBox="1">
            <a:spLocks noChangeArrowheads="1"/>
          </p:cNvSpPr>
          <p:nvPr/>
        </p:nvSpPr>
        <p:spPr bwMode="auto">
          <a:xfrm>
            <a:off x="304800" y="6096000"/>
            <a:ext cx="2743200" cy="579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>
                <a:solidFill>
                  <a:srgbClr val="010000"/>
                </a:solidFill>
              </a:rPr>
              <a:t>Insert</a:t>
            </a:r>
            <a:r>
              <a:rPr lang="en-US" altLang="en-US">
                <a:solidFill>
                  <a:schemeClr val="hlink"/>
                </a:solidFill>
              </a:rPr>
              <a:t> 0010</a:t>
            </a:r>
            <a:r>
              <a:rPr lang="en-US" altLang="en-US">
                <a:solidFill>
                  <a:schemeClr val="bg2"/>
                </a:solidFill>
              </a:rPr>
              <a:t>.</a:t>
            </a:r>
          </a:p>
        </p:txBody>
      </p:sp>
      <p:sp>
        <p:nvSpPr>
          <p:cNvPr id="364599" name="Freeform 55"/>
          <p:cNvSpPr>
            <a:spLocks/>
          </p:cNvSpPr>
          <p:nvPr/>
        </p:nvSpPr>
        <p:spPr bwMode="auto">
          <a:xfrm>
            <a:off x="1752600" y="3581400"/>
            <a:ext cx="1828800" cy="1012825"/>
          </a:xfrm>
          <a:custGeom>
            <a:avLst/>
            <a:gdLst>
              <a:gd name="T0" fmla="*/ 2147483646 w 824"/>
              <a:gd name="T1" fmla="*/ 2147483646 h 965"/>
              <a:gd name="T2" fmla="*/ 2147483646 w 824"/>
              <a:gd name="T3" fmla="*/ 2147483646 h 965"/>
              <a:gd name="T4" fmla="*/ 2147483646 w 824"/>
              <a:gd name="T5" fmla="*/ 2147483646 h 965"/>
              <a:gd name="T6" fmla="*/ 2147483646 w 824"/>
              <a:gd name="T7" fmla="*/ 2147483646 h 965"/>
              <a:gd name="T8" fmla="*/ 2147483646 w 824"/>
              <a:gd name="T9" fmla="*/ 2147483646 h 965"/>
              <a:gd name="T10" fmla="*/ 2147483646 w 824"/>
              <a:gd name="T11" fmla="*/ 2147483646 h 965"/>
              <a:gd name="T12" fmla="*/ 2147483646 w 824"/>
              <a:gd name="T13" fmla="*/ 2147483646 h 965"/>
              <a:gd name="T14" fmla="*/ 2147483646 w 824"/>
              <a:gd name="T15" fmla="*/ 2147483646 h 965"/>
              <a:gd name="T16" fmla="*/ 2147483646 w 824"/>
              <a:gd name="T17" fmla="*/ 2147483646 h 965"/>
              <a:gd name="T18" fmla="*/ 2147483646 w 824"/>
              <a:gd name="T19" fmla="*/ 2147483646 h 965"/>
              <a:gd name="T20" fmla="*/ 2147483646 w 824"/>
              <a:gd name="T21" fmla="*/ 2147483646 h 965"/>
              <a:gd name="T22" fmla="*/ 2147483646 w 824"/>
              <a:gd name="T23" fmla="*/ 2147483646 h 965"/>
              <a:gd name="T24" fmla="*/ 0 w 824"/>
              <a:gd name="T25" fmla="*/ 2147483646 h 965"/>
              <a:gd name="T26" fmla="*/ 2147483646 w 824"/>
              <a:gd name="T27" fmla="*/ 2147483646 h 965"/>
              <a:gd name="T28" fmla="*/ 2147483646 w 824"/>
              <a:gd name="T29" fmla="*/ 2147483646 h 965"/>
              <a:gd name="T30" fmla="*/ 2147483646 w 824"/>
              <a:gd name="T31" fmla="*/ 2147483646 h 965"/>
              <a:gd name="T32" fmla="*/ 2147483646 w 824"/>
              <a:gd name="T33" fmla="*/ 2147483646 h 965"/>
              <a:gd name="T34" fmla="*/ 2147483646 w 824"/>
              <a:gd name="T35" fmla="*/ 2147483646 h 965"/>
              <a:gd name="T36" fmla="*/ 2147483646 w 824"/>
              <a:gd name="T37" fmla="*/ 2147483646 h 965"/>
              <a:gd name="T38" fmla="*/ 2147483646 w 824"/>
              <a:gd name="T39" fmla="*/ 2147483646 h 965"/>
              <a:gd name="T40" fmla="*/ 2147483646 w 824"/>
              <a:gd name="T41" fmla="*/ 2147483646 h 965"/>
              <a:gd name="T42" fmla="*/ 2147483646 w 824"/>
              <a:gd name="T43" fmla="*/ 2147483646 h 965"/>
              <a:gd name="T44" fmla="*/ 2147483646 w 824"/>
              <a:gd name="T45" fmla="*/ 2147483646 h 965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824"/>
              <a:gd name="T70" fmla="*/ 0 h 965"/>
              <a:gd name="T71" fmla="*/ 824 w 824"/>
              <a:gd name="T72" fmla="*/ 965 h 965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824" h="965">
                <a:moveTo>
                  <a:pt x="672" y="854"/>
                </a:moveTo>
                <a:cubicBezTo>
                  <a:pt x="720" y="830"/>
                  <a:pt x="824" y="835"/>
                  <a:pt x="816" y="782"/>
                </a:cubicBezTo>
                <a:cubicBezTo>
                  <a:pt x="800" y="669"/>
                  <a:pt x="812" y="525"/>
                  <a:pt x="744" y="434"/>
                </a:cubicBezTo>
                <a:cubicBezTo>
                  <a:pt x="716" y="349"/>
                  <a:pt x="749" y="457"/>
                  <a:pt x="720" y="302"/>
                </a:cubicBezTo>
                <a:cubicBezTo>
                  <a:pt x="706" y="227"/>
                  <a:pt x="676" y="156"/>
                  <a:pt x="648" y="86"/>
                </a:cubicBezTo>
                <a:cubicBezTo>
                  <a:pt x="621" y="18"/>
                  <a:pt x="629" y="40"/>
                  <a:pt x="552" y="14"/>
                </a:cubicBezTo>
                <a:cubicBezTo>
                  <a:pt x="540" y="10"/>
                  <a:pt x="516" y="2"/>
                  <a:pt x="516" y="2"/>
                </a:cubicBezTo>
                <a:cubicBezTo>
                  <a:pt x="452" y="6"/>
                  <a:pt x="388" y="14"/>
                  <a:pt x="324" y="14"/>
                </a:cubicBezTo>
                <a:cubicBezTo>
                  <a:pt x="308" y="14"/>
                  <a:pt x="292" y="0"/>
                  <a:pt x="276" y="2"/>
                </a:cubicBezTo>
                <a:cubicBezTo>
                  <a:pt x="211" y="12"/>
                  <a:pt x="84" y="50"/>
                  <a:pt x="84" y="50"/>
                </a:cubicBezTo>
                <a:cubicBezTo>
                  <a:pt x="76" y="66"/>
                  <a:pt x="73" y="85"/>
                  <a:pt x="60" y="98"/>
                </a:cubicBezTo>
                <a:cubicBezTo>
                  <a:pt x="51" y="107"/>
                  <a:pt x="33" y="101"/>
                  <a:pt x="24" y="110"/>
                </a:cubicBezTo>
                <a:cubicBezTo>
                  <a:pt x="11" y="123"/>
                  <a:pt x="8" y="142"/>
                  <a:pt x="0" y="158"/>
                </a:cubicBezTo>
                <a:cubicBezTo>
                  <a:pt x="26" y="235"/>
                  <a:pt x="38" y="306"/>
                  <a:pt x="48" y="386"/>
                </a:cubicBezTo>
                <a:cubicBezTo>
                  <a:pt x="41" y="442"/>
                  <a:pt x="20" y="498"/>
                  <a:pt x="24" y="554"/>
                </a:cubicBezTo>
                <a:cubicBezTo>
                  <a:pt x="26" y="587"/>
                  <a:pt x="44" y="617"/>
                  <a:pt x="48" y="650"/>
                </a:cubicBezTo>
                <a:cubicBezTo>
                  <a:pt x="52" y="682"/>
                  <a:pt x="33" y="728"/>
                  <a:pt x="60" y="746"/>
                </a:cubicBezTo>
                <a:cubicBezTo>
                  <a:pt x="176" y="823"/>
                  <a:pt x="313" y="864"/>
                  <a:pt x="444" y="914"/>
                </a:cubicBezTo>
                <a:cubicBezTo>
                  <a:pt x="482" y="929"/>
                  <a:pt x="524" y="930"/>
                  <a:pt x="564" y="938"/>
                </a:cubicBezTo>
                <a:cubicBezTo>
                  <a:pt x="576" y="946"/>
                  <a:pt x="586" y="965"/>
                  <a:pt x="600" y="962"/>
                </a:cubicBezTo>
                <a:cubicBezTo>
                  <a:pt x="614" y="959"/>
                  <a:pt x="615" y="937"/>
                  <a:pt x="624" y="926"/>
                </a:cubicBezTo>
                <a:cubicBezTo>
                  <a:pt x="635" y="913"/>
                  <a:pt x="645" y="898"/>
                  <a:pt x="660" y="890"/>
                </a:cubicBezTo>
                <a:cubicBezTo>
                  <a:pt x="724" y="854"/>
                  <a:pt x="778" y="875"/>
                  <a:pt x="672" y="854"/>
                </a:cubicBezTo>
                <a:close/>
              </a:path>
            </a:pathLst>
          </a:custGeom>
          <a:noFill/>
          <a:ln w="76200" cap="flat" cmpd="sng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460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4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4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98" grpId="0" animBg="1" autoUpdateAnimBg="0"/>
      <p:bldP spid="36459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Insert </a:t>
            </a:r>
          </a:p>
        </p:txBody>
      </p:sp>
      <p:sp>
        <p:nvSpPr>
          <p:cNvPr id="365571" name="Text Box 3"/>
          <p:cNvSpPr txBox="1">
            <a:spLocks noChangeArrowheads="1"/>
          </p:cNvSpPr>
          <p:nvPr/>
        </p:nvSpPr>
        <p:spPr bwMode="auto">
          <a:xfrm>
            <a:off x="304800" y="6096000"/>
            <a:ext cx="2895600" cy="579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>
                <a:solidFill>
                  <a:srgbClr val="010000"/>
                </a:solidFill>
              </a:rPr>
              <a:t>Insert</a:t>
            </a:r>
            <a:r>
              <a:rPr lang="en-US" altLang="en-US">
                <a:solidFill>
                  <a:schemeClr val="hlink"/>
                </a:solidFill>
              </a:rPr>
              <a:t> 0100</a:t>
            </a:r>
            <a:r>
              <a:rPr lang="en-US" altLang="en-US">
                <a:solidFill>
                  <a:schemeClr val="bg2"/>
                </a:solidFill>
              </a:rPr>
              <a:t>.</a:t>
            </a:r>
          </a:p>
        </p:txBody>
      </p:sp>
      <p:grpSp>
        <p:nvGrpSpPr>
          <p:cNvPr id="26628" name="Group 4"/>
          <p:cNvGrpSpPr>
            <a:grpSpLocks/>
          </p:cNvGrpSpPr>
          <p:nvPr/>
        </p:nvGrpSpPr>
        <p:grpSpPr bwMode="auto">
          <a:xfrm>
            <a:off x="533400" y="1143000"/>
            <a:ext cx="8610600" cy="4806950"/>
            <a:chOff x="336" y="720"/>
            <a:chExt cx="5424" cy="3028"/>
          </a:xfrm>
        </p:grpSpPr>
        <p:sp>
          <p:nvSpPr>
            <p:cNvPr id="26631" name="Oval 5"/>
            <p:cNvSpPr>
              <a:spLocks noChangeArrowheads="1"/>
            </p:cNvSpPr>
            <p:nvPr/>
          </p:nvSpPr>
          <p:spPr bwMode="auto">
            <a:xfrm>
              <a:off x="4224" y="182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6632" name="Line 6"/>
            <p:cNvSpPr>
              <a:spLocks noChangeShapeType="1"/>
            </p:cNvSpPr>
            <p:nvPr/>
          </p:nvSpPr>
          <p:spPr bwMode="auto">
            <a:xfrm>
              <a:off x="3072" y="1152"/>
              <a:ext cx="1248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633" name="Line 7"/>
            <p:cNvSpPr>
              <a:spLocks noChangeShapeType="1"/>
            </p:cNvSpPr>
            <p:nvPr/>
          </p:nvSpPr>
          <p:spPr bwMode="auto">
            <a:xfrm flipH="1">
              <a:off x="3216" y="2064"/>
              <a:ext cx="1056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634" name="Line 8"/>
            <p:cNvSpPr>
              <a:spLocks noChangeShapeType="1"/>
            </p:cNvSpPr>
            <p:nvPr/>
          </p:nvSpPr>
          <p:spPr bwMode="auto">
            <a:xfrm>
              <a:off x="4416" y="2064"/>
              <a:ext cx="624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635" name="Text Box 9"/>
            <p:cNvSpPr txBox="1">
              <a:spLocks noChangeArrowheads="1"/>
            </p:cNvSpPr>
            <p:nvPr/>
          </p:nvSpPr>
          <p:spPr bwMode="auto">
            <a:xfrm>
              <a:off x="3552" y="211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26636" name="Text Box 10"/>
            <p:cNvSpPr txBox="1">
              <a:spLocks noChangeArrowheads="1"/>
            </p:cNvSpPr>
            <p:nvPr/>
          </p:nvSpPr>
          <p:spPr bwMode="auto">
            <a:xfrm>
              <a:off x="4752" y="2160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26637" name="Oval 11"/>
            <p:cNvSpPr>
              <a:spLocks noChangeArrowheads="1"/>
            </p:cNvSpPr>
            <p:nvPr/>
          </p:nvSpPr>
          <p:spPr bwMode="auto">
            <a:xfrm>
              <a:off x="2784" y="96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6638" name="Oval 12"/>
            <p:cNvSpPr>
              <a:spLocks noChangeArrowheads="1"/>
            </p:cNvSpPr>
            <p:nvPr/>
          </p:nvSpPr>
          <p:spPr bwMode="auto">
            <a:xfrm>
              <a:off x="1056" y="163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6639" name="Line 13"/>
            <p:cNvSpPr>
              <a:spLocks noChangeShapeType="1"/>
            </p:cNvSpPr>
            <p:nvPr/>
          </p:nvSpPr>
          <p:spPr bwMode="auto">
            <a:xfrm flipH="1">
              <a:off x="1248" y="1152"/>
              <a:ext cx="1536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640" name="Line 14"/>
            <p:cNvSpPr>
              <a:spLocks noChangeShapeType="1"/>
            </p:cNvSpPr>
            <p:nvPr/>
          </p:nvSpPr>
          <p:spPr bwMode="auto">
            <a:xfrm flipH="1">
              <a:off x="860" y="1868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641" name="Line 15"/>
            <p:cNvSpPr>
              <a:spLocks noChangeShapeType="1"/>
            </p:cNvSpPr>
            <p:nvPr/>
          </p:nvSpPr>
          <p:spPr bwMode="auto">
            <a:xfrm>
              <a:off x="1292" y="1868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642" name="Oval 16"/>
            <p:cNvSpPr>
              <a:spLocks noChangeArrowheads="1"/>
            </p:cNvSpPr>
            <p:nvPr/>
          </p:nvSpPr>
          <p:spPr bwMode="auto">
            <a:xfrm>
              <a:off x="3120" y="268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grpSp>
          <p:nvGrpSpPr>
            <p:cNvPr id="26643" name="Group 17"/>
            <p:cNvGrpSpPr>
              <a:grpSpLocks/>
            </p:cNvGrpSpPr>
            <p:nvPr/>
          </p:nvGrpSpPr>
          <p:grpSpPr bwMode="auto">
            <a:xfrm>
              <a:off x="336" y="2256"/>
              <a:ext cx="816" cy="336"/>
              <a:chOff x="528" y="3216"/>
              <a:chExt cx="816" cy="336"/>
            </a:xfrm>
          </p:grpSpPr>
          <p:sp>
            <p:nvSpPr>
              <p:cNvPr id="26688" name="Oval 18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6689" name="Text Box 19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0001</a:t>
                </a:r>
              </a:p>
            </p:txBody>
          </p:sp>
        </p:grpSp>
        <p:sp>
          <p:nvSpPr>
            <p:cNvPr id="26644" name="Line 20"/>
            <p:cNvSpPr>
              <a:spLocks noChangeShapeType="1"/>
            </p:cNvSpPr>
            <p:nvPr/>
          </p:nvSpPr>
          <p:spPr bwMode="auto">
            <a:xfrm flipH="1">
              <a:off x="2924" y="2924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645" name="Line 21"/>
            <p:cNvSpPr>
              <a:spLocks noChangeShapeType="1"/>
            </p:cNvSpPr>
            <p:nvPr/>
          </p:nvSpPr>
          <p:spPr bwMode="auto">
            <a:xfrm>
              <a:off x="3356" y="2924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6646" name="Group 22"/>
            <p:cNvGrpSpPr>
              <a:grpSpLocks/>
            </p:cNvGrpSpPr>
            <p:nvPr/>
          </p:nvGrpSpPr>
          <p:grpSpPr bwMode="auto">
            <a:xfrm>
              <a:off x="2400" y="3312"/>
              <a:ext cx="816" cy="336"/>
              <a:chOff x="528" y="3216"/>
              <a:chExt cx="816" cy="336"/>
            </a:xfrm>
          </p:grpSpPr>
          <p:sp>
            <p:nvSpPr>
              <p:cNvPr id="26686" name="Oval 23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6687" name="Text Box 24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1000</a:t>
                </a:r>
              </a:p>
            </p:txBody>
          </p:sp>
        </p:grpSp>
        <p:grpSp>
          <p:nvGrpSpPr>
            <p:cNvPr id="26647" name="Group 25"/>
            <p:cNvGrpSpPr>
              <a:grpSpLocks/>
            </p:cNvGrpSpPr>
            <p:nvPr/>
          </p:nvGrpSpPr>
          <p:grpSpPr bwMode="auto">
            <a:xfrm>
              <a:off x="3216" y="3360"/>
              <a:ext cx="816" cy="336"/>
              <a:chOff x="528" y="3216"/>
              <a:chExt cx="816" cy="336"/>
            </a:xfrm>
          </p:grpSpPr>
          <p:sp>
            <p:nvSpPr>
              <p:cNvPr id="26684" name="Oval 26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6685" name="Text Box 27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1001</a:t>
                </a:r>
              </a:p>
            </p:txBody>
          </p:sp>
        </p:grpSp>
        <p:sp>
          <p:nvSpPr>
            <p:cNvPr id="26648" name="Text Box 28"/>
            <p:cNvSpPr txBox="1">
              <a:spLocks noChangeArrowheads="1"/>
            </p:cNvSpPr>
            <p:nvPr/>
          </p:nvSpPr>
          <p:spPr bwMode="auto">
            <a:xfrm>
              <a:off x="2016" y="81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26649" name="Text Box 29"/>
            <p:cNvSpPr txBox="1">
              <a:spLocks noChangeArrowheads="1"/>
            </p:cNvSpPr>
            <p:nvPr/>
          </p:nvSpPr>
          <p:spPr bwMode="auto">
            <a:xfrm>
              <a:off x="720" y="187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26650" name="Text Box 30"/>
            <p:cNvSpPr txBox="1">
              <a:spLocks noChangeArrowheads="1"/>
            </p:cNvSpPr>
            <p:nvPr/>
          </p:nvSpPr>
          <p:spPr bwMode="auto">
            <a:xfrm>
              <a:off x="2832" y="297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26651" name="Text Box 31"/>
            <p:cNvSpPr txBox="1">
              <a:spLocks noChangeArrowheads="1"/>
            </p:cNvSpPr>
            <p:nvPr/>
          </p:nvSpPr>
          <p:spPr bwMode="auto">
            <a:xfrm>
              <a:off x="3792" y="105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26652" name="Text Box 32"/>
            <p:cNvSpPr txBox="1">
              <a:spLocks noChangeArrowheads="1"/>
            </p:cNvSpPr>
            <p:nvPr/>
          </p:nvSpPr>
          <p:spPr bwMode="auto">
            <a:xfrm>
              <a:off x="3456" y="297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26653" name="Text Box 33"/>
            <p:cNvSpPr txBox="1">
              <a:spLocks noChangeArrowheads="1"/>
            </p:cNvSpPr>
            <p:nvPr/>
          </p:nvSpPr>
          <p:spPr bwMode="auto">
            <a:xfrm>
              <a:off x="1392" y="187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26654" name="Oval 34"/>
            <p:cNvSpPr>
              <a:spLocks noChangeArrowheads="1"/>
            </p:cNvSpPr>
            <p:nvPr/>
          </p:nvSpPr>
          <p:spPr bwMode="auto">
            <a:xfrm>
              <a:off x="4848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grpSp>
          <p:nvGrpSpPr>
            <p:cNvPr id="26655" name="Group 35"/>
            <p:cNvGrpSpPr>
              <a:grpSpLocks/>
            </p:cNvGrpSpPr>
            <p:nvPr/>
          </p:nvGrpSpPr>
          <p:grpSpPr bwMode="auto">
            <a:xfrm>
              <a:off x="4128" y="3364"/>
              <a:ext cx="816" cy="336"/>
              <a:chOff x="528" y="3216"/>
              <a:chExt cx="816" cy="336"/>
            </a:xfrm>
          </p:grpSpPr>
          <p:sp>
            <p:nvSpPr>
              <p:cNvPr id="26682" name="Oval 36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6683" name="Text Box 37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1100</a:t>
                </a:r>
              </a:p>
            </p:txBody>
          </p:sp>
        </p:grpSp>
        <p:grpSp>
          <p:nvGrpSpPr>
            <p:cNvPr id="26656" name="Group 38"/>
            <p:cNvGrpSpPr>
              <a:grpSpLocks/>
            </p:cNvGrpSpPr>
            <p:nvPr/>
          </p:nvGrpSpPr>
          <p:grpSpPr bwMode="auto">
            <a:xfrm>
              <a:off x="4944" y="3412"/>
              <a:ext cx="816" cy="336"/>
              <a:chOff x="528" y="3216"/>
              <a:chExt cx="816" cy="336"/>
            </a:xfrm>
          </p:grpSpPr>
          <p:sp>
            <p:nvSpPr>
              <p:cNvPr id="26680" name="Oval 39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6681" name="Text Box 40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1101</a:t>
                </a:r>
              </a:p>
            </p:txBody>
          </p:sp>
        </p:grpSp>
        <p:grpSp>
          <p:nvGrpSpPr>
            <p:cNvPr id="26657" name="Group 41"/>
            <p:cNvGrpSpPr>
              <a:grpSpLocks/>
            </p:cNvGrpSpPr>
            <p:nvPr/>
          </p:nvGrpSpPr>
          <p:grpSpPr bwMode="auto">
            <a:xfrm>
              <a:off x="4560" y="2976"/>
              <a:ext cx="332" cy="432"/>
              <a:chOff x="4560" y="2976"/>
              <a:chExt cx="332" cy="432"/>
            </a:xfrm>
          </p:grpSpPr>
          <p:sp>
            <p:nvSpPr>
              <p:cNvPr id="26678" name="Line 42"/>
              <p:cNvSpPr>
                <a:spLocks noChangeShapeType="1"/>
              </p:cNvSpPr>
              <p:nvPr/>
            </p:nvSpPr>
            <p:spPr bwMode="auto">
              <a:xfrm flipH="1">
                <a:off x="4652" y="2976"/>
                <a:ext cx="24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679" name="Text Box 43"/>
              <p:cNvSpPr txBox="1">
                <a:spLocks noChangeArrowheads="1"/>
              </p:cNvSpPr>
              <p:nvPr/>
            </p:nvSpPr>
            <p:spPr bwMode="auto">
              <a:xfrm>
                <a:off x="4560" y="3028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hlink"/>
                    </a:solidFill>
                  </a:rPr>
                  <a:t>0</a:t>
                </a:r>
              </a:p>
            </p:txBody>
          </p:sp>
        </p:grpSp>
        <p:grpSp>
          <p:nvGrpSpPr>
            <p:cNvPr id="26658" name="Group 44"/>
            <p:cNvGrpSpPr>
              <a:grpSpLocks/>
            </p:cNvGrpSpPr>
            <p:nvPr/>
          </p:nvGrpSpPr>
          <p:grpSpPr bwMode="auto">
            <a:xfrm>
              <a:off x="5084" y="2976"/>
              <a:ext cx="388" cy="480"/>
              <a:chOff x="5084" y="2976"/>
              <a:chExt cx="388" cy="480"/>
            </a:xfrm>
          </p:grpSpPr>
          <p:sp>
            <p:nvSpPr>
              <p:cNvPr id="26676" name="Line 45"/>
              <p:cNvSpPr>
                <a:spLocks noChangeShapeType="1"/>
              </p:cNvSpPr>
              <p:nvPr/>
            </p:nvSpPr>
            <p:spPr bwMode="auto">
              <a:xfrm>
                <a:off x="5084" y="2976"/>
                <a:ext cx="192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677" name="Text Box 46"/>
              <p:cNvSpPr txBox="1">
                <a:spLocks noChangeArrowheads="1"/>
              </p:cNvSpPr>
              <p:nvPr/>
            </p:nvSpPr>
            <p:spPr bwMode="auto">
              <a:xfrm>
                <a:off x="5184" y="3028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hlink"/>
                    </a:solidFill>
                  </a:rPr>
                  <a:t>1</a:t>
                </a:r>
              </a:p>
            </p:txBody>
          </p:sp>
        </p:grpSp>
        <p:sp>
          <p:nvSpPr>
            <p:cNvPr id="26659" name="Text Box 47"/>
            <p:cNvSpPr txBox="1">
              <a:spLocks noChangeArrowheads="1"/>
            </p:cNvSpPr>
            <p:nvPr/>
          </p:nvSpPr>
          <p:spPr bwMode="auto">
            <a:xfrm>
              <a:off x="2592" y="720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010000"/>
                  </a:solidFill>
                  <a:latin typeface="Arial Black" panose="020B0A04020102020204" pitchFamily="34" charset="0"/>
                </a:rPr>
                <a:t>1</a:t>
              </a:r>
            </a:p>
          </p:txBody>
        </p:sp>
        <p:sp>
          <p:nvSpPr>
            <p:cNvPr id="26660" name="Text Box 48"/>
            <p:cNvSpPr txBox="1">
              <a:spLocks noChangeArrowheads="1"/>
            </p:cNvSpPr>
            <p:nvPr/>
          </p:nvSpPr>
          <p:spPr bwMode="auto">
            <a:xfrm>
              <a:off x="4320" y="1536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010000"/>
                  </a:solidFill>
                  <a:latin typeface="Arial Black" panose="020B0A04020102020204" pitchFamily="34" charset="0"/>
                </a:rPr>
                <a:t>2</a:t>
              </a:r>
            </a:p>
          </p:txBody>
        </p:sp>
        <p:sp>
          <p:nvSpPr>
            <p:cNvPr id="26661" name="Text Box 49"/>
            <p:cNvSpPr txBox="1">
              <a:spLocks noChangeArrowheads="1"/>
            </p:cNvSpPr>
            <p:nvPr/>
          </p:nvSpPr>
          <p:spPr bwMode="auto">
            <a:xfrm>
              <a:off x="816" y="1440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010000"/>
                  </a:solidFill>
                  <a:latin typeface="Arial Black" panose="020B0A04020102020204" pitchFamily="34" charset="0"/>
                </a:rPr>
                <a:t>3</a:t>
              </a:r>
            </a:p>
          </p:txBody>
        </p:sp>
        <p:sp>
          <p:nvSpPr>
            <p:cNvPr id="26662" name="Text Box 50"/>
            <p:cNvSpPr txBox="1">
              <a:spLocks noChangeArrowheads="1"/>
            </p:cNvSpPr>
            <p:nvPr/>
          </p:nvSpPr>
          <p:spPr bwMode="auto">
            <a:xfrm>
              <a:off x="2832" y="2592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010000"/>
                  </a:solidFill>
                  <a:latin typeface="Arial Black" panose="020B0A04020102020204" pitchFamily="34" charset="0"/>
                </a:rPr>
                <a:t>4</a:t>
              </a:r>
            </a:p>
          </p:txBody>
        </p:sp>
        <p:sp>
          <p:nvSpPr>
            <p:cNvPr id="26663" name="Text Box 51"/>
            <p:cNvSpPr txBox="1">
              <a:spLocks noChangeArrowheads="1"/>
            </p:cNvSpPr>
            <p:nvPr/>
          </p:nvSpPr>
          <p:spPr bwMode="auto">
            <a:xfrm>
              <a:off x="4608" y="2640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010000"/>
                  </a:solidFill>
                  <a:latin typeface="Arial Black" panose="020B0A04020102020204" pitchFamily="34" charset="0"/>
                </a:rPr>
                <a:t>4</a:t>
              </a:r>
            </a:p>
          </p:txBody>
        </p:sp>
        <p:sp>
          <p:nvSpPr>
            <p:cNvPr id="26664" name="Oval 52"/>
            <p:cNvSpPr>
              <a:spLocks noChangeArrowheads="1"/>
            </p:cNvSpPr>
            <p:nvPr/>
          </p:nvSpPr>
          <p:spPr bwMode="auto">
            <a:xfrm>
              <a:off x="1392" y="235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6665" name="Line 53"/>
            <p:cNvSpPr>
              <a:spLocks noChangeShapeType="1"/>
            </p:cNvSpPr>
            <p:nvPr/>
          </p:nvSpPr>
          <p:spPr bwMode="auto">
            <a:xfrm flipH="1">
              <a:off x="1196" y="2588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666" name="Line 54"/>
            <p:cNvSpPr>
              <a:spLocks noChangeShapeType="1"/>
            </p:cNvSpPr>
            <p:nvPr/>
          </p:nvSpPr>
          <p:spPr bwMode="auto">
            <a:xfrm>
              <a:off x="1628" y="2588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6667" name="Group 55"/>
            <p:cNvGrpSpPr>
              <a:grpSpLocks/>
            </p:cNvGrpSpPr>
            <p:nvPr/>
          </p:nvGrpSpPr>
          <p:grpSpPr bwMode="auto">
            <a:xfrm>
              <a:off x="672" y="2976"/>
              <a:ext cx="816" cy="336"/>
              <a:chOff x="528" y="3216"/>
              <a:chExt cx="816" cy="336"/>
            </a:xfrm>
          </p:grpSpPr>
          <p:sp>
            <p:nvSpPr>
              <p:cNvPr id="26674" name="Oval 56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6675" name="Text Box 57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0010</a:t>
                </a:r>
              </a:p>
            </p:txBody>
          </p:sp>
        </p:grpSp>
        <p:grpSp>
          <p:nvGrpSpPr>
            <p:cNvPr id="26668" name="Group 58"/>
            <p:cNvGrpSpPr>
              <a:grpSpLocks/>
            </p:cNvGrpSpPr>
            <p:nvPr/>
          </p:nvGrpSpPr>
          <p:grpSpPr bwMode="auto">
            <a:xfrm>
              <a:off x="1488" y="3024"/>
              <a:ext cx="816" cy="336"/>
              <a:chOff x="528" y="3216"/>
              <a:chExt cx="816" cy="336"/>
            </a:xfrm>
          </p:grpSpPr>
          <p:sp>
            <p:nvSpPr>
              <p:cNvPr id="26672" name="Oval 59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6673" name="Text Box 60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0011</a:t>
                </a:r>
              </a:p>
            </p:txBody>
          </p:sp>
        </p:grpSp>
        <p:sp>
          <p:nvSpPr>
            <p:cNvPr id="26669" name="Text Box 61"/>
            <p:cNvSpPr txBox="1">
              <a:spLocks noChangeArrowheads="1"/>
            </p:cNvSpPr>
            <p:nvPr/>
          </p:nvSpPr>
          <p:spPr bwMode="auto">
            <a:xfrm>
              <a:off x="1104" y="2640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26670" name="Text Box 62"/>
            <p:cNvSpPr txBox="1">
              <a:spLocks noChangeArrowheads="1"/>
            </p:cNvSpPr>
            <p:nvPr/>
          </p:nvSpPr>
          <p:spPr bwMode="auto">
            <a:xfrm>
              <a:off x="1728" y="2640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26671" name="Text Box 63"/>
            <p:cNvSpPr txBox="1">
              <a:spLocks noChangeArrowheads="1"/>
            </p:cNvSpPr>
            <p:nvPr/>
          </p:nvSpPr>
          <p:spPr bwMode="auto">
            <a:xfrm>
              <a:off x="1632" y="2304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010000"/>
                  </a:solidFill>
                  <a:latin typeface="Arial Black" panose="020B0A04020102020204" pitchFamily="34" charset="0"/>
                </a:rPr>
                <a:t>4</a:t>
              </a:r>
            </a:p>
          </p:txBody>
        </p:sp>
      </p:grpSp>
      <p:sp>
        <p:nvSpPr>
          <p:cNvPr id="365632" name="Freeform 64"/>
          <p:cNvSpPr>
            <a:spLocks/>
          </p:cNvSpPr>
          <p:nvPr/>
        </p:nvSpPr>
        <p:spPr bwMode="auto">
          <a:xfrm>
            <a:off x="304800" y="3429000"/>
            <a:ext cx="1828800" cy="1012825"/>
          </a:xfrm>
          <a:custGeom>
            <a:avLst/>
            <a:gdLst>
              <a:gd name="T0" fmla="*/ 2147483646 w 824"/>
              <a:gd name="T1" fmla="*/ 2147483646 h 965"/>
              <a:gd name="T2" fmla="*/ 2147483646 w 824"/>
              <a:gd name="T3" fmla="*/ 2147483646 h 965"/>
              <a:gd name="T4" fmla="*/ 2147483646 w 824"/>
              <a:gd name="T5" fmla="*/ 2147483646 h 965"/>
              <a:gd name="T6" fmla="*/ 2147483646 w 824"/>
              <a:gd name="T7" fmla="*/ 2147483646 h 965"/>
              <a:gd name="T8" fmla="*/ 2147483646 w 824"/>
              <a:gd name="T9" fmla="*/ 2147483646 h 965"/>
              <a:gd name="T10" fmla="*/ 2147483646 w 824"/>
              <a:gd name="T11" fmla="*/ 2147483646 h 965"/>
              <a:gd name="T12" fmla="*/ 2147483646 w 824"/>
              <a:gd name="T13" fmla="*/ 2147483646 h 965"/>
              <a:gd name="T14" fmla="*/ 2147483646 w 824"/>
              <a:gd name="T15" fmla="*/ 2147483646 h 965"/>
              <a:gd name="T16" fmla="*/ 2147483646 w 824"/>
              <a:gd name="T17" fmla="*/ 2147483646 h 965"/>
              <a:gd name="T18" fmla="*/ 2147483646 w 824"/>
              <a:gd name="T19" fmla="*/ 2147483646 h 965"/>
              <a:gd name="T20" fmla="*/ 2147483646 w 824"/>
              <a:gd name="T21" fmla="*/ 2147483646 h 965"/>
              <a:gd name="T22" fmla="*/ 2147483646 w 824"/>
              <a:gd name="T23" fmla="*/ 2147483646 h 965"/>
              <a:gd name="T24" fmla="*/ 0 w 824"/>
              <a:gd name="T25" fmla="*/ 2147483646 h 965"/>
              <a:gd name="T26" fmla="*/ 2147483646 w 824"/>
              <a:gd name="T27" fmla="*/ 2147483646 h 965"/>
              <a:gd name="T28" fmla="*/ 2147483646 w 824"/>
              <a:gd name="T29" fmla="*/ 2147483646 h 965"/>
              <a:gd name="T30" fmla="*/ 2147483646 w 824"/>
              <a:gd name="T31" fmla="*/ 2147483646 h 965"/>
              <a:gd name="T32" fmla="*/ 2147483646 w 824"/>
              <a:gd name="T33" fmla="*/ 2147483646 h 965"/>
              <a:gd name="T34" fmla="*/ 2147483646 w 824"/>
              <a:gd name="T35" fmla="*/ 2147483646 h 965"/>
              <a:gd name="T36" fmla="*/ 2147483646 w 824"/>
              <a:gd name="T37" fmla="*/ 2147483646 h 965"/>
              <a:gd name="T38" fmla="*/ 2147483646 w 824"/>
              <a:gd name="T39" fmla="*/ 2147483646 h 965"/>
              <a:gd name="T40" fmla="*/ 2147483646 w 824"/>
              <a:gd name="T41" fmla="*/ 2147483646 h 965"/>
              <a:gd name="T42" fmla="*/ 2147483646 w 824"/>
              <a:gd name="T43" fmla="*/ 2147483646 h 965"/>
              <a:gd name="T44" fmla="*/ 2147483646 w 824"/>
              <a:gd name="T45" fmla="*/ 2147483646 h 965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824"/>
              <a:gd name="T70" fmla="*/ 0 h 965"/>
              <a:gd name="T71" fmla="*/ 824 w 824"/>
              <a:gd name="T72" fmla="*/ 965 h 965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824" h="965">
                <a:moveTo>
                  <a:pt x="672" y="854"/>
                </a:moveTo>
                <a:cubicBezTo>
                  <a:pt x="720" y="830"/>
                  <a:pt x="824" y="835"/>
                  <a:pt x="816" y="782"/>
                </a:cubicBezTo>
                <a:cubicBezTo>
                  <a:pt x="800" y="669"/>
                  <a:pt x="812" y="525"/>
                  <a:pt x="744" y="434"/>
                </a:cubicBezTo>
                <a:cubicBezTo>
                  <a:pt x="716" y="349"/>
                  <a:pt x="749" y="457"/>
                  <a:pt x="720" y="302"/>
                </a:cubicBezTo>
                <a:cubicBezTo>
                  <a:pt x="706" y="227"/>
                  <a:pt x="676" y="156"/>
                  <a:pt x="648" y="86"/>
                </a:cubicBezTo>
                <a:cubicBezTo>
                  <a:pt x="621" y="18"/>
                  <a:pt x="629" y="40"/>
                  <a:pt x="552" y="14"/>
                </a:cubicBezTo>
                <a:cubicBezTo>
                  <a:pt x="540" y="10"/>
                  <a:pt x="516" y="2"/>
                  <a:pt x="516" y="2"/>
                </a:cubicBezTo>
                <a:cubicBezTo>
                  <a:pt x="452" y="6"/>
                  <a:pt x="388" y="14"/>
                  <a:pt x="324" y="14"/>
                </a:cubicBezTo>
                <a:cubicBezTo>
                  <a:pt x="308" y="14"/>
                  <a:pt x="292" y="0"/>
                  <a:pt x="276" y="2"/>
                </a:cubicBezTo>
                <a:cubicBezTo>
                  <a:pt x="211" y="12"/>
                  <a:pt x="84" y="50"/>
                  <a:pt x="84" y="50"/>
                </a:cubicBezTo>
                <a:cubicBezTo>
                  <a:pt x="76" y="66"/>
                  <a:pt x="73" y="85"/>
                  <a:pt x="60" y="98"/>
                </a:cubicBezTo>
                <a:cubicBezTo>
                  <a:pt x="51" y="107"/>
                  <a:pt x="33" y="101"/>
                  <a:pt x="24" y="110"/>
                </a:cubicBezTo>
                <a:cubicBezTo>
                  <a:pt x="11" y="123"/>
                  <a:pt x="8" y="142"/>
                  <a:pt x="0" y="158"/>
                </a:cubicBezTo>
                <a:cubicBezTo>
                  <a:pt x="26" y="235"/>
                  <a:pt x="38" y="306"/>
                  <a:pt x="48" y="386"/>
                </a:cubicBezTo>
                <a:cubicBezTo>
                  <a:pt x="41" y="442"/>
                  <a:pt x="20" y="498"/>
                  <a:pt x="24" y="554"/>
                </a:cubicBezTo>
                <a:cubicBezTo>
                  <a:pt x="26" y="587"/>
                  <a:pt x="44" y="617"/>
                  <a:pt x="48" y="650"/>
                </a:cubicBezTo>
                <a:cubicBezTo>
                  <a:pt x="52" y="682"/>
                  <a:pt x="33" y="728"/>
                  <a:pt x="60" y="746"/>
                </a:cubicBezTo>
                <a:cubicBezTo>
                  <a:pt x="176" y="823"/>
                  <a:pt x="313" y="864"/>
                  <a:pt x="444" y="914"/>
                </a:cubicBezTo>
                <a:cubicBezTo>
                  <a:pt x="482" y="929"/>
                  <a:pt x="524" y="930"/>
                  <a:pt x="564" y="938"/>
                </a:cubicBezTo>
                <a:cubicBezTo>
                  <a:pt x="576" y="946"/>
                  <a:pt x="586" y="965"/>
                  <a:pt x="600" y="962"/>
                </a:cubicBezTo>
                <a:cubicBezTo>
                  <a:pt x="614" y="959"/>
                  <a:pt x="615" y="937"/>
                  <a:pt x="624" y="926"/>
                </a:cubicBezTo>
                <a:cubicBezTo>
                  <a:pt x="635" y="913"/>
                  <a:pt x="645" y="898"/>
                  <a:pt x="660" y="890"/>
                </a:cubicBezTo>
                <a:cubicBezTo>
                  <a:pt x="724" y="854"/>
                  <a:pt x="778" y="875"/>
                  <a:pt x="672" y="854"/>
                </a:cubicBezTo>
                <a:close/>
              </a:path>
            </a:pathLst>
          </a:custGeom>
          <a:noFill/>
          <a:ln w="76200" cap="flat" cmpd="sng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5633" name="Line 65"/>
          <p:cNvSpPr>
            <a:spLocks noChangeShapeType="1"/>
          </p:cNvSpPr>
          <p:nvPr/>
        </p:nvSpPr>
        <p:spPr bwMode="auto">
          <a:xfrm>
            <a:off x="2819400" y="1905000"/>
            <a:ext cx="609600" cy="6858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39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5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5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71" grpId="0" animBg="1" autoUpdateAnimBg="0"/>
      <p:bldP spid="365632" grpId="0" animBg="1"/>
      <p:bldP spid="36563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762000"/>
          </a:xfrm>
        </p:spPr>
        <p:txBody>
          <a:bodyPr/>
          <a:lstStyle/>
          <a:p>
            <a:r>
              <a:rPr lang="en-US" altLang="en-US"/>
              <a:t>Insert </a:t>
            </a:r>
          </a:p>
        </p:txBody>
      </p:sp>
      <p:sp>
        <p:nvSpPr>
          <p:cNvPr id="27651" name="Oval 3"/>
          <p:cNvSpPr>
            <a:spLocks noChangeArrowheads="1"/>
          </p:cNvSpPr>
          <p:nvPr/>
        </p:nvSpPr>
        <p:spPr bwMode="auto">
          <a:xfrm>
            <a:off x="6781800" y="25146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>
              <a:solidFill>
                <a:srgbClr val="FFFF00"/>
              </a:solidFill>
            </a:endParaRPr>
          </a:p>
        </p:txBody>
      </p:sp>
      <p:sp>
        <p:nvSpPr>
          <p:cNvPr id="27652" name="Line 4"/>
          <p:cNvSpPr>
            <a:spLocks noChangeShapeType="1"/>
          </p:cNvSpPr>
          <p:nvPr/>
        </p:nvSpPr>
        <p:spPr bwMode="auto">
          <a:xfrm>
            <a:off x="4953000" y="1447800"/>
            <a:ext cx="1981200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7653" name="Line 5"/>
          <p:cNvSpPr>
            <a:spLocks noChangeShapeType="1"/>
          </p:cNvSpPr>
          <p:nvPr/>
        </p:nvSpPr>
        <p:spPr bwMode="auto">
          <a:xfrm flipH="1">
            <a:off x="5181600" y="2895600"/>
            <a:ext cx="1676400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7654" name="Line 6"/>
          <p:cNvSpPr>
            <a:spLocks noChangeShapeType="1"/>
          </p:cNvSpPr>
          <p:nvPr/>
        </p:nvSpPr>
        <p:spPr bwMode="auto">
          <a:xfrm>
            <a:off x="7086600" y="2895600"/>
            <a:ext cx="990600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5715000" y="29718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27656" name="Text Box 8"/>
          <p:cNvSpPr txBox="1">
            <a:spLocks noChangeArrowheads="1"/>
          </p:cNvSpPr>
          <p:nvPr/>
        </p:nvSpPr>
        <p:spPr bwMode="auto">
          <a:xfrm>
            <a:off x="7620000" y="30480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4495800" y="11430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>
              <a:solidFill>
                <a:srgbClr val="FFFF00"/>
              </a:solidFill>
            </a:endParaRPr>
          </a:p>
        </p:txBody>
      </p:sp>
      <p:sp>
        <p:nvSpPr>
          <p:cNvPr id="27658" name="Oval 10"/>
          <p:cNvSpPr>
            <a:spLocks noChangeArrowheads="1"/>
          </p:cNvSpPr>
          <p:nvPr/>
        </p:nvSpPr>
        <p:spPr bwMode="auto">
          <a:xfrm>
            <a:off x="1219200" y="36576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>
              <a:solidFill>
                <a:srgbClr val="FFFF00"/>
              </a:solidFill>
            </a:endParaRPr>
          </a:p>
        </p:txBody>
      </p:sp>
      <p:sp>
        <p:nvSpPr>
          <p:cNvPr id="27659" name="Line 11"/>
          <p:cNvSpPr>
            <a:spLocks noChangeShapeType="1"/>
          </p:cNvSpPr>
          <p:nvPr/>
        </p:nvSpPr>
        <p:spPr bwMode="auto">
          <a:xfrm flipH="1">
            <a:off x="2057400" y="1447800"/>
            <a:ext cx="2438400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7660" name="Line 12"/>
          <p:cNvSpPr>
            <a:spLocks noChangeShapeType="1"/>
          </p:cNvSpPr>
          <p:nvPr/>
        </p:nvSpPr>
        <p:spPr bwMode="auto">
          <a:xfrm flipH="1">
            <a:off x="908050" y="403225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7661" name="Line 13"/>
          <p:cNvSpPr>
            <a:spLocks noChangeShapeType="1"/>
          </p:cNvSpPr>
          <p:nvPr/>
        </p:nvSpPr>
        <p:spPr bwMode="auto">
          <a:xfrm>
            <a:off x="1593850" y="403225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7662" name="Oval 14"/>
          <p:cNvSpPr>
            <a:spLocks noChangeArrowheads="1"/>
          </p:cNvSpPr>
          <p:nvPr/>
        </p:nvSpPr>
        <p:spPr bwMode="auto">
          <a:xfrm>
            <a:off x="5029200" y="38862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>
              <a:solidFill>
                <a:srgbClr val="FFFF00"/>
              </a:solidFill>
            </a:endParaRPr>
          </a:p>
        </p:txBody>
      </p:sp>
      <p:grpSp>
        <p:nvGrpSpPr>
          <p:cNvPr id="27663" name="Group 15"/>
          <p:cNvGrpSpPr>
            <a:grpSpLocks/>
          </p:cNvGrpSpPr>
          <p:nvPr/>
        </p:nvGrpSpPr>
        <p:grpSpPr bwMode="auto">
          <a:xfrm>
            <a:off x="0" y="4648200"/>
            <a:ext cx="1295400" cy="533400"/>
            <a:chOff x="528" y="3216"/>
            <a:chExt cx="816" cy="336"/>
          </a:xfrm>
        </p:grpSpPr>
        <p:sp>
          <p:nvSpPr>
            <p:cNvPr id="27717" name="Oval 16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7718" name="Text Box 17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bg2"/>
                  </a:solidFill>
                </a:rPr>
                <a:t>0001</a:t>
              </a:r>
            </a:p>
          </p:txBody>
        </p:sp>
      </p:grpSp>
      <p:sp>
        <p:nvSpPr>
          <p:cNvPr id="27664" name="Line 18"/>
          <p:cNvSpPr>
            <a:spLocks noChangeShapeType="1"/>
          </p:cNvSpPr>
          <p:nvPr/>
        </p:nvSpPr>
        <p:spPr bwMode="auto">
          <a:xfrm flipH="1">
            <a:off x="4718050" y="426085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7665" name="Line 19"/>
          <p:cNvSpPr>
            <a:spLocks noChangeShapeType="1"/>
          </p:cNvSpPr>
          <p:nvPr/>
        </p:nvSpPr>
        <p:spPr bwMode="auto">
          <a:xfrm>
            <a:off x="5403850" y="426085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27666" name="Group 20"/>
          <p:cNvGrpSpPr>
            <a:grpSpLocks/>
          </p:cNvGrpSpPr>
          <p:nvPr/>
        </p:nvGrpSpPr>
        <p:grpSpPr bwMode="auto">
          <a:xfrm>
            <a:off x="3886200" y="4876800"/>
            <a:ext cx="1295400" cy="533400"/>
            <a:chOff x="528" y="3216"/>
            <a:chExt cx="816" cy="336"/>
          </a:xfrm>
        </p:grpSpPr>
        <p:sp>
          <p:nvSpPr>
            <p:cNvPr id="27715" name="Oval 21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7716" name="Text Box 22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bg2"/>
                  </a:solidFill>
                </a:rPr>
                <a:t>1000</a:t>
              </a:r>
            </a:p>
          </p:txBody>
        </p:sp>
      </p:grpSp>
      <p:grpSp>
        <p:nvGrpSpPr>
          <p:cNvPr id="27667" name="Group 23"/>
          <p:cNvGrpSpPr>
            <a:grpSpLocks/>
          </p:cNvGrpSpPr>
          <p:nvPr/>
        </p:nvGrpSpPr>
        <p:grpSpPr bwMode="auto">
          <a:xfrm>
            <a:off x="5181600" y="4953000"/>
            <a:ext cx="1295400" cy="533400"/>
            <a:chOff x="528" y="3216"/>
            <a:chExt cx="816" cy="336"/>
          </a:xfrm>
        </p:grpSpPr>
        <p:sp>
          <p:nvSpPr>
            <p:cNvPr id="27713" name="Oval 24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7714" name="Text Box 25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bg2"/>
                  </a:solidFill>
                </a:rPr>
                <a:t>1001</a:t>
              </a:r>
            </a:p>
          </p:txBody>
        </p:sp>
      </p:grpSp>
      <p:sp>
        <p:nvSpPr>
          <p:cNvPr id="27668" name="Text Box 26"/>
          <p:cNvSpPr txBox="1">
            <a:spLocks noChangeArrowheads="1"/>
          </p:cNvSpPr>
          <p:nvPr/>
        </p:nvSpPr>
        <p:spPr bwMode="auto">
          <a:xfrm>
            <a:off x="3276600" y="9144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27669" name="Text Box 27"/>
          <p:cNvSpPr txBox="1">
            <a:spLocks noChangeArrowheads="1"/>
          </p:cNvSpPr>
          <p:nvPr/>
        </p:nvSpPr>
        <p:spPr bwMode="auto">
          <a:xfrm>
            <a:off x="685800" y="40386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27670" name="Text Box 28"/>
          <p:cNvSpPr txBox="1">
            <a:spLocks noChangeArrowheads="1"/>
          </p:cNvSpPr>
          <p:nvPr/>
        </p:nvSpPr>
        <p:spPr bwMode="auto">
          <a:xfrm>
            <a:off x="4572000" y="43434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27671" name="Text Box 29"/>
          <p:cNvSpPr txBox="1">
            <a:spLocks noChangeArrowheads="1"/>
          </p:cNvSpPr>
          <p:nvPr/>
        </p:nvSpPr>
        <p:spPr bwMode="auto">
          <a:xfrm>
            <a:off x="6096000" y="12954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7672" name="Text Box 30"/>
          <p:cNvSpPr txBox="1">
            <a:spLocks noChangeArrowheads="1"/>
          </p:cNvSpPr>
          <p:nvPr/>
        </p:nvSpPr>
        <p:spPr bwMode="auto">
          <a:xfrm>
            <a:off x="5562600" y="43434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7673" name="Text Box 31"/>
          <p:cNvSpPr txBox="1">
            <a:spLocks noChangeArrowheads="1"/>
          </p:cNvSpPr>
          <p:nvPr/>
        </p:nvSpPr>
        <p:spPr bwMode="auto">
          <a:xfrm>
            <a:off x="1752600" y="40386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7674" name="Oval 32"/>
          <p:cNvSpPr>
            <a:spLocks noChangeArrowheads="1"/>
          </p:cNvSpPr>
          <p:nvPr/>
        </p:nvSpPr>
        <p:spPr bwMode="auto">
          <a:xfrm>
            <a:off x="7772400" y="396875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>
              <a:solidFill>
                <a:srgbClr val="FFFF00"/>
              </a:solidFill>
            </a:endParaRPr>
          </a:p>
        </p:txBody>
      </p:sp>
      <p:grpSp>
        <p:nvGrpSpPr>
          <p:cNvPr id="27675" name="Group 33"/>
          <p:cNvGrpSpPr>
            <a:grpSpLocks/>
          </p:cNvGrpSpPr>
          <p:nvPr/>
        </p:nvGrpSpPr>
        <p:grpSpPr bwMode="auto">
          <a:xfrm>
            <a:off x="6629400" y="4959350"/>
            <a:ext cx="1295400" cy="533400"/>
            <a:chOff x="528" y="3216"/>
            <a:chExt cx="816" cy="336"/>
          </a:xfrm>
        </p:grpSpPr>
        <p:sp>
          <p:nvSpPr>
            <p:cNvPr id="27711" name="Oval 34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7712" name="Text Box 35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bg2"/>
                  </a:solidFill>
                </a:rPr>
                <a:t>1100</a:t>
              </a:r>
            </a:p>
          </p:txBody>
        </p:sp>
      </p:grpSp>
      <p:grpSp>
        <p:nvGrpSpPr>
          <p:cNvPr id="27676" name="Group 36"/>
          <p:cNvGrpSpPr>
            <a:grpSpLocks/>
          </p:cNvGrpSpPr>
          <p:nvPr/>
        </p:nvGrpSpPr>
        <p:grpSpPr bwMode="auto">
          <a:xfrm>
            <a:off x="7924800" y="5029200"/>
            <a:ext cx="1295400" cy="533400"/>
            <a:chOff x="528" y="3216"/>
            <a:chExt cx="816" cy="336"/>
          </a:xfrm>
        </p:grpSpPr>
        <p:sp>
          <p:nvSpPr>
            <p:cNvPr id="27709" name="Oval 37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7710" name="Text Box 38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bg2"/>
                  </a:solidFill>
                </a:rPr>
                <a:t>1101</a:t>
              </a:r>
            </a:p>
          </p:txBody>
        </p:sp>
      </p:grpSp>
      <p:grpSp>
        <p:nvGrpSpPr>
          <p:cNvPr id="27677" name="Group 39"/>
          <p:cNvGrpSpPr>
            <a:grpSpLocks/>
          </p:cNvGrpSpPr>
          <p:nvPr/>
        </p:nvGrpSpPr>
        <p:grpSpPr bwMode="auto">
          <a:xfrm>
            <a:off x="7315200" y="4343400"/>
            <a:ext cx="527050" cy="685800"/>
            <a:chOff x="4560" y="2976"/>
            <a:chExt cx="332" cy="432"/>
          </a:xfrm>
        </p:grpSpPr>
        <p:sp>
          <p:nvSpPr>
            <p:cNvPr id="27707" name="Line 40"/>
            <p:cNvSpPr>
              <a:spLocks noChangeShapeType="1"/>
            </p:cNvSpPr>
            <p:nvPr/>
          </p:nvSpPr>
          <p:spPr bwMode="auto">
            <a:xfrm flipH="1">
              <a:off x="4652" y="2976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708" name="Text Box 41"/>
            <p:cNvSpPr txBox="1">
              <a:spLocks noChangeArrowheads="1"/>
            </p:cNvSpPr>
            <p:nvPr/>
          </p:nvSpPr>
          <p:spPr bwMode="auto">
            <a:xfrm>
              <a:off x="4560" y="3028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</p:grpSp>
      <p:grpSp>
        <p:nvGrpSpPr>
          <p:cNvPr id="27678" name="Group 42"/>
          <p:cNvGrpSpPr>
            <a:grpSpLocks/>
          </p:cNvGrpSpPr>
          <p:nvPr/>
        </p:nvGrpSpPr>
        <p:grpSpPr bwMode="auto">
          <a:xfrm>
            <a:off x="8147050" y="4343400"/>
            <a:ext cx="615950" cy="762000"/>
            <a:chOff x="5084" y="2976"/>
            <a:chExt cx="388" cy="480"/>
          </a:xfrm>
        </p:grpSpPr>
        <p:sp>
          <p:nvSpPr>
            <p:cNvPr id="27705" name="Line 43"/>
            <p:cNvSpPr>
              <a:spLocks noChangeShapeType="1"/>
            </p:cNvSpPr>
            <p:nvPr/>
          </p:nvSpPr>
          <p:spPr bwMode="auto">
            <a:xfrm>
              <a:off x="5084" y="2976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706" name="Text Box 44"/>
            <p:cNvSpPr txBox="1">
              <a:spLocks noChangeArrowheads="1"/>
            </p:cNvSpPr>
            <p:nvPr/>
          </p:nvSpPr>
          <p:spPr bwMode="auto">
            <a:xfrm>
              <a:off x="5184" y="3028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</p:grpSp>
      <p:sp>
        <p:nvSpPr>
          <p:cNvPr id="27679" name="Text Box 45"/>
          <p:cNvSpPr txBox="1">
            <a:spLocks noChangeArrowheads="1"/>
          </p:cNvSpPr>
          <p:nvPr/>
        </p:nvSpPr>
        <p:spPr bwMode="auto">
          <a:xfrm>
            <a:off x="4191000" y="7620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010000"/>
                </a:solidFill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27680" name="Text Box 46"/>
          <p:cNvSpPr txBox="1">
            <a:spLocks noChangeArrowheads="1"/>
          </p:cNvSpPr>
          <p:nvPr/>
        </p:nvSpPr>
        <p:spPr bwMode="auto">
          <a:xfrm>
            <a:off x="6934200" y="20574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010000"/>
                </a:solidFill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27681" name="Text Box 47"/>
          <p:cNvSpPr txBox="1">
            <a:spLocks noChangeArrowheads="1"/>
          </p:cNvSpPr>
          <p:nvPr/>
        </p:nvSpPr>
        <p:spPr bwMode="auto">
          <a:xfrm>
            <a:off x="838200" y="33528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010000"/>
                </a:solidFill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27682" name="Text Box 48"/>
          <p:cNvSpPr txBox="1">
            <a:spLocks noChangeArrowheads="1"/>
          </p:cNvSpPr>
          <p:nvPr/>
        </p:nvSpPr>
        <p:spPr bwMode="auto">
          <a:xfrm>
            <a:off x="4572000" y="37338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010000"/>
                </a:solidFill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27683" name="Text Box 49"/>
          <p:cNvSpPr txBox="1">
            <a:spLocks noChangeArrowheads="1"/>
          </p:cNvSpPr>
          <p:nvPr/>
        </p:nvSpPr>
        <p:spPr bwMode="auto">
          <a:xfrm>
            <a:off x="7391400" y="38100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010000"/>
                </a:solidFill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27684" name="Oval 50"/>
          <p:cNvSpPr>
            <a:spLocks noChangeArrowheads="1"/>
          </p:cNvSpPr>
          <p:nvPr/>
        </p:nvSpPr>
        <p:spPr bwMode="auto">
          <a:xfrm>
            <a:off x="1752600" y="48006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>
              <a:solidFill>
                <a:srgbClr val="FFFF00"/>
              </a:solidFill>
            </a:endParaRPr>
          </a:p>
        </p:txBody>
      </p:sp>
      <p:sp>
        <p:nvSpPr>
          <p:cNvPr id="27685" name="Line 51"/>
          <p:cNvSpPr>
            <a:spLocks noChangeShapeType="1"/>
          </p:cNvSpPr>
          <p:nvPr/>
        </p:nvSpPr>
        <p:spPr bwMode="auto">
          <a:xfrm flipH="1">
            <a:off x="1441450" y="517525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7686" name="Line 52"/>
          <p:cNvSpPr>
            <a:spLocks noChangeShapeType="1"/>
          </p:cNvSpPr>
          <p:nvPr/>
        </p:nvSpPr>
        <p:spPr bwMode="auto">
          <a:xfrm>
            <a:off x="2127250" y="517525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27687" name="Group 53"/>
          <p:cNvGrpSpPr>
            <a:grpSpLocks/>
          </p:cNvGrpSpPr>
          <p:nvPr/>
        </p:nvGrpSpPr>
        <p:grpSpPr bwMode="auto">
          <a:xfrm>
            <a:off x="609600" y="5791200"/>
            <a:ext cx="1295400" cy="533400"/>
            <a:chOff x="528" y="3216"/>
            <a:chExt cx="816" cy="336"/>
          </a:xfrm>
        </p:grpSpPr>
        <p:sp>
          <p:nvSpPr>
            <p:cNvPr id="27703" name="Oval 54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7704" name="Text Box 55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bg2"/>
                  </a:solidFill>
                </a:rPr>
                <a:t>0010</a:t>
              </a:r>
            </a:p>
          </p:txBody>
        </p:sp>
      </p:grpSp>
      <p:grpSp>
        <p:nvGrpSpPr>
          <p:cNvPr id="27688" name="Group 56"/>
          <p:cNvGrpSpPr>
            <a:grpSpLocks/>
          </p:cNvGrpSpPr>
          <p:nvPr/>
        </p:nvGrpSpPr>
        <p:grpSpPr bwMode="auto">
          <a:xfrm>
            <a:off x="1905000" y="5867400"/>
            <a:ext cx="1295400" cy="533400"/>
            <a:chOff x="528" y="3216"/>
            <a:chExt cx="816" cy="336"/>
          </a:xfrm>
        </p:grpSpPr>
        <p:sp>
          <p:nvSpPr>
            <p:cNvPr id="27701" name="Oval 57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7702" name="Text Box 58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bg2"/>
                  </a:solidFill>
                </a:rPr>
                <a:t>0011</a:t>
              </a:r>
            </a:p>
          </p:txBody>
        </p:sp>
      </p:grpSp>
      <p:sp>
        <p:nvSpPr>
          <p:cNvPr id="27689" name="Text Box 59"/>
          <p:cNvSpPr txBox="1">
            <a:spLocks noChangeArrowheads="1"/>
          </p:cNvSpPr>
          <p:nvPr/>
        </p:nvSpPr>
        <p:spPr bwMode="auto">
          <a:xfrm>
            <a:off x="1295400" y="52578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27690" name="Text Box 60"/>
          <p:cNvSpPr txBox="1">
            <a:spLocks noChangeArrowheads="1"/>
          </p:cNvSpPr>
          <p:nvPr/>
        </p:nvSpPr>
        <p:spPr bwMode="auto">
          <a:xfrm>
            <a:off x="2286000" y="52578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7691" name="Text Box 61"/>
          <p:cNvSpPr txBox="1">
            <a:spLocks noChangeArrowheads="1"/>
          </p:cNvSpPr>
          <p:nvPr/>
        </p:nvSpPr>
        <p:spPr bwMode="auto">
          <a:xfrm>
            <a:off x="2133600" y="47244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010000"/>
                </a:solidFill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27692" name="Oval 62"/>
          <p:cNvSpPr>
            <a:spLocks noChangeArrowheads="1"/>
          </p:cNvSpPr>
          <p:nvPr/>
        </p:nvSpPr>
        <p:spPr bwMode="auto">
          <a:xfrm>
            <a:off x="1752600" y="2514600"/>
            <a:ext cx="444500" cy="444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>
              <a:solidFill>
                <a:srgbClr val="FFFF00"/>
              </a:solidFill>
            </a:endParaRPr>
          </a:p>
        </p:txBody>
      </p:sp>
      <p:sp>
        <p:nvSpPr>
          <p:cNvPr id="27693" name="Text Box 63"/>
          <p:cNvSpPr txBox="1">
            <a:spLocks noChangeArrowheads="1"/>
          </p:cNvSpPr>
          <p:nvPr/>
        </p:nvSpPr>
        <p:spPr bwMode="auto">
          <a:xfrm>
            <a:off x="1371600" y="2133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rgbClr val="010000"/>
                </a:solidFill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27694" name="Line 64"/>
          <p:cNvSpPr>
            <a:spLocks noChangeShapeType="1"/>
          </p:cNvSpPr>
          <p:nvPr/>
        </p:nvSpPr>
        <p:spPr bwMode="auto">
          <a:xfrm flipH="1">
            <a:off x="1524000" y="2971800"/>
            <a:ext cx="381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7695" name="Text Box 65"/>
          <p:cNvSpPr txBox="1">
            <a:spLocks noChangeArrowheads="1"/>
          </p:cNvSpPr>
          <p:nvPr/>
        </p:nvSpPr>
        <p:spPr bwMode="auto">
          <a:xfrm>
            <a:off x="1377950" y="305435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27696" name="Line 66"/>
          <p:cNvSpPr>
            <a:spLocks noChangeShapeType="1"/>
          </p:cNvSpPr>
          <p:nvPr/>
        </p:nvSpPr>
        <p:spPr bwMode="auto">
          <a:xfrm>
            <a:off x="2127250" y="2889250"/>
            <a:ext cx="304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27697" name="Group 67"/>
          <p:cNvGrpSpPr>
            <a:grpSpLocks/>
          </p:cNvGrpSpPr>
          <p:nvPr/>
        </p:nvGrpSpPr>
        <p:grpSpPr bwMode="auto">
          <a:xfrm>
            <a:off x="1905000" y="3581400"/>
            <a:ext cx="1295400" cy="533400"/>
            <a:chOff x="528" y="3216"/>
            <a:chExt cx="816" cy="336"/>
          </a:xfrm>
        </p:grpSpPr>
        <p:sp>
          <p:nvSpPr>
            <p:cNvPr id="27699" name="Oval 68"/>
            <p:cNvSpPr>
              <a:spLocks noChangeArrowheads="1"/>
            </p:cNvSpPr>
            <p:nvPr/>
          </p:nvSpPr>
          <p:spPr bwMode="auto">
            <a:xfrm>
              <a:off x="528" y="3264"/>
              <a:ext cx="768" cy="2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7700" name="Text Box 69"/>
            <p:cNvSpPr txBox="1">
              <a:spLocks noChangeArrowheads="1"/>
            </p:cNvSpPr>
            <p:nvPr/>
          </p:nvSpPr>
          <p:spPr bwMode="auto">
            <a:xfrm>
              <a:off x="672" y="321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bg2"/>
                  </a:solidFill>
                </a:rPr>
                <a:t>0100</a:t>
              </a:r>
            </a:p>
          </p:txBody>
        </p:sp>
      </p:grpSp>
      <p:sp>
        <p:nvSpPr>
          <p:cNvPr id="27698" name="Text Box 70"/>
          <p:cNvSpPr txBox="1">
            <a:spLocks noChangeArrowheads="1"/>
          </p:cNvSpPr>
          <p:nvPr/>
        </p:nvSpPr>
        <p:spPr bwMode="auto">
          <a:xfrm>
            <a:off x="2286000" y="29718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 sz="2800">
                <a:solidFill>
                  <a:schemeClr val="hlink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940401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762000"/>
          </a:xfrm>
        </p:spPr>
        <p:txBody>
          <a:bodyPr/>
          <a:lstStyle/>
          <a:p>
            <a:r>
              <a:rPr lang="en-US" altLang="en-US"/>
              <a:t>Delete 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762000"/>
            <a:ext cx="9144000" cy="5638800"/>
            <a:chOff x="0" y="720"/>
            <a:chExt cx="5760" cy="3552"/>
          </a:xfrm>
        </p:grpSpPr>
        <p:grpSp>
          <p:nvGrpSpPr>
            <p:cNvPr id="28678" name="Group 4"/>
            <p:cNvGrpSpPr>
              <a:grpSpLocks/>
            </p:cNvGrpSpPr>
            <p:nvPr/>
          </p:nvGrpSpPr>
          <p:grpSpPr bwMode="auto">
            <a:xfrm>
              <a:off x="0" y="3168"/>
              <a:ext cx="816" cy="336"/>
              <a:chOff x="528" y="3216"/>
              <a:chExt cx="816" cy="336"/>
            </a:xfrm>
          </p:grpSpPr>
          <p:sp>
            <p:nvSpPr>
              <p:cNvPr id="28745" name="Oval 5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746" name="Text Box 6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0001</a:t>
                </a:r>
              </a:p>
            </p:txBody>
          </p:sp>
        </p:grpSp>
        <p:grpSp>
          <p:nvGrpSpPr>
            <p:cNvPr id="28679" name="Group 7"/>
            <p:cNvGrpSpPr>
              <a:grpSpLocks/>
            </p:cNvGrpSpPr>
            <p:nvPr/>
          </p:nvGrpSpPr>
          <p:grpSpPr bwMode="auto">
            <a:xfrm>
              <a:off x="336" y="720"/>
              <a:ext cx="5424" cy="3552"/>
              <a:chOff x="336" y="720"/>
              <a:chExt cx="5424" cy="3552"/>
            </a:xfrm>
          </p:grpSpPr>
          <p:sp>
            <p:nvSpPr>
              <p:cNvPr id="28680" name="Oval 8"/>
              <p:cNvSpPr>
                <a:spLocks noChangeArrowheads="1"/>
              </p:cNvSpPr>
              <p:nvPr/>
            </p:nvSpPr>
            <p:spPr bwMode="auto">
              <a:xfrm>
                <a:off x="4224" y="1824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681" name="Line 9"/>
              <p:cNvSpPr>
                <a:spLocks noChangeShapeType="1"/>
              </p:cNvSpPr>
              <p:nvPr/>
            </p:nvSpPr>
            <p:spPr bwMode="auto">
              <a:xfrm>
                <a:off x="3072" y="1152"/>
                <a:ext cx="1248" cy="67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682" name="Line 10"/>
              <p:cNvSpPr>
                <a:spLocks noChangeShapeType="1"/>
              </p:cNvSpPr>
              <p:nvPr/>
            </p:nvSpPr>
            <p:spPr bwMode="auto">
              <a:xfrm flipH="1">
                <a:off x="3216" y="2064"/>
                <a:ext cx="1056" cy="67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683" name="Line 11"/>
              <p:cNvSpPr>
                <a:spLocks noChangeShapeType="1"/>
              </p:cNvSpPr>
              <p:nvPr/>
            </p:nvSpPr>
            <p:spPr bwMode="auto">
              <a:xfrm>
                <a:off x="4416" y="2064"/>
                <a:ext cx="624" cy="72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684" name="Text Box 12"/>
              <p:cNvSpPr txBox="1">
                <a:spLocks noChangeArrowheads="1"/>
              </p:cNvSpPr>
              <p:nvPr/>
            </p:nvSpPr>
            <p:spPr bwMode="auto">
              <a:xfrm>
                <a:off x="3552" y="2112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hlink"/>
                    </a:solidFill>
                  </a:rPr>
                  <a:t>0</a:t>
                </a:r>
              </a:p>
            </p:txBody>
          </p:sp>
          <p:sp>
            <p:nvSpPr>
              <p:cNvPr id="28685" name="Text Box 13"/>
              <p:cNvSpPr txBox="1">
                <a:spLocks noChangeArrowheads="1"/>
              </p:cNvSpPr>
              <p:nvPr/>
            </p:nvSpPr>
            <p:spPr bwMode="auto">
              <a:xfrm>
                <a:off x="4752" y="2160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hlink"/>
                    </a:solidFill>
                  </a:rPr>
                  <a:t>1</a:t>
                </a:r>
              </a:p>
            </p:txBody>
          </p:sp>
          <p:sp>
            <p:nvSpPr>
              <p:cNvPr id="28686" name="Oval 14"/>
              <p:cNvSpPr>
                <a:spLocks noChangeArrowheads="1"/>
              </p:cNvSpPr>
              <p:nvPr/>
            </p:nvSpPr>
            <p:spPr bwMode="auto">
              <a:xfrm>
                <a:off x="2784" y="960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687" name="Oval 15"/>
              <p:cNvSpPr>
                <a:spLocks noChangeArrowheads="1"/>
              </p:cNvSpPr>
              <p:nvPr/>
            </p:nvSpPr>
            <p:spPr bwMode="auto">
              <a:xfrm>
                <a:off x="720" y="2544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688" name="Line 16"/>
              <p:cNvSpPr>
                <a:spLocks noChangeShapeType="1"/>
              </p:cNvSpPr>
              <p:nvPr/>
            </p:nvSpPr>
            <p:spPr bwMode="auto">
              <a:xfrm flipH="1">
                <a:off x="1248" y="1152"/>
                <a:ext cx="1536" cy="67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689" name="Line 17"/>
              <p:cNvSpPr>
                <a:spLocks noChangeShapeType="1"/>
              </p:cNvSpPr>
              <p:nvPr/>
            </p:nvSpPr>
            <p:spPr bwMode="auto">
              <a:xfrm flipH="1">
                <a:off x="524" y="2780"/>
                <a:ext cx="24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690" name="Line 18"/>
              <p:cNvSpPr>
                <a:spLocks noChangeShapeType="1"/>
              </p:cNvSpPr>
              <p:nvPr/>
            </p:nvSpPr>
            <p:spPr bwMode="auto">
              <a:xfrm>
                <a:off x="956" y="2780"/>
                <a:ext cx="192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691" name="Oval 19"/>
              <p:cNvSpPr>
                <a:spLocks noChangeArrowheads="1"/>
              </p:cNvSpPr>
              <p:nvPr/>
            </p:nvSpPr>
            <p:spPr bwMode="auto">
              <a:xfrm>
                <a:off x="3120" y="2688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692" name="Line 20"/>
              <p:cNvSpPr>
                <a:spLocks noChangeShapeType="1"/>
              </p:cNvSpPr>
              <p:nvPr/>
            </p:nvSpPr>
            <p:spPr bwMode="auto">
              <a:xfrm flipH="1">
                <a:off x="2924" y="2924"/>
                <a:ext cx="24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693" name="Line 21"/>
              <p:cNvSpPr>
                <a:spLocks noChangeShapeType="1"/>
              </p:cNvSpPr>
              <p:nvPr/>
            </p:nvSpPr>
            <p:spPr bwMode="auto">
              <a:xfrm>
                <a:off x="3356" y="2924"/>
                <a:ext cx="192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28694" name="Group 22"/>
              <p:cNvGrpSpPr>
                <a:grpSpLocks/>
              </p:cNvGrpSpPr>
              <p:nvPr/>
            </p:nvGrpSpPr>
            <p:grpSpPr bwMode="auto">
              <a:xfrm>
                <a:off x="2400" y="3312"/>
                <a:ext cx="816" cy="336"/>
                <a:chOff x="528" y="3216"/>
                <a:chExt cx="816" cy="336"/>
              </a:xfrm>
            </p:grpSpPr>
            <p:sp>
              <p:nvSpPr>
                <p:cNvPr id="28743" name="Oval 23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>
                    <a:solidFill>
                      <a:srgbClr val="FFFF00"/>
                    </a:solidFill>
                  </a:endParaRPr>
                </a:p>
              </p:txBody>
            </p:sp>
            <p:sp>
              <p:nvSpPr>
                <p:cNvPr id="28744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chemeClr val="bg2"/>
                      </a:solidFill>
                    </a:rPr>
                    <a:t>1000</a:t>
                  </a:r>
                </a:p>
              </p:txBody>
            </p:sp>
          </p:grpSp>
          <p:grpSp>
            <p:nvGrpSpPr>
              <p:cNvPr id="28695" name="Group 25"/>
              <p:cNvGrpSpPr>
                <a:grpSpLocks/>
              </p:cNvGrpSpPr>
              <p:nvPr/>
            </p:nvGrpSpPr>
            <p:grpSpPr bwMode="auto">
              <a:xfrm>
                <a:off x="3216" y="3360"/>
                <a:ext cx="816" cy="336"/>
                <a:chOff x="528" y="3216"/>
                <a:chExt cx="816" cy="336"/>
              </a:xfrm>
            </p:grpSpPr>
            <p:sp>
              <p:nvSpPr>
                <p:cNvPr id="28741" name="Oval 26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>
                    <a:solidFill>
                      <a:srgbClr val="FFFF00"/>
                    </a:solidFill>
                  </a:endParaRPr>
                </a:p>
              </p:txBody>
            </p:sp>
            <p:sp>
              <p:nvSpPr>
                <p:cNvPr id="28742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chemeClr val="bg2"/>
                      </a:solidFill>
                    </a:rPr>
                    <a:t>1001</a:t>
                  </a:r>
                </a:p>
              </p:txBody>
            </p:sp>
          </p:grpSp>
          <p:sp>
            <p:nvSpPr>
              <p:cNvPr id="28696" name="Text Box 28"/>
              <p:cNvSpPr txBox="1">
                <a:spLocks noChangeArrowheads="1"/>
              </p:cNvSpPr>
              <p:nvPr/>
            </p:nvSpPr>
            <p:spPr bwMode="auto">
              <a:xfrm>
                <a:off x="2016" y="816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hlink"/>
                    </a:solidFill>
                  </a:rPr>
                  <a:t>0</a:t>
                </a:r>
              </a:p>
            </p:txBody>
          </p:sp>
          <p:sp>
            <p:nvSpPr>
              <p:cNvPr id="28697" name="Text Box 29"/>
              <p:cNvSpPr txBox="1">
                <a:spLocks noChangeArrowheads="1"/>
              </p:cNvSpPr>
              <p:nvPr/>
            </p:nvSpPr>
            <p:spPr bwMode="auto">
              <a:xfrm>
                <a:off x="384" y="2784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hlink"/>
                    </a:solidFill>
                  </a:rPr>
                  <a:t>0</a:t>
                </a:r>
              </a:p>
            </p:txBody>
          </p:sp>
          <p:sp>
            <p:nvSpPr>
              <p:cNvPr id="28698" name="Text Box 30"/>
              <p:cNvSpPr txBox="1">
                <a:spLocks noChangeArrowheads="1"/>
              </p:cNvSpPr>
              <p:nvPr/>
            </p:nvSpPr>
            <p:spPr bwMode="auto">
              <a:xfrm>
                <a:off x="2832" y="2976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hlink"/>
                    </a:solidFill>
                  </a:rPr>
                  <a:t>0</a:t>
                </a:r>
              </a:p>
            </p:txBody>
          </p:sp>
          <p:sp>
            <p:nvSpPr>
              <p:cNvPr id="28699" name="Text Box 31"/>
              <p:cNvSpPr txBox="1">
                <a:spLocks noChangeArrowheads="1"/>
              </p:cNvSpPr>
              <p:nvPr/>
            </p:nvSpPr>
            <p:spPr bwMode="auto">
              <a:xfrm>
                <a:off x="3792" y="1056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hlink"/>
                    </a:solidFill>
                  </a:rPr>
                  <a:t>1</a:t>
                </a:r>
              </a:p>
            </p:txBody>
          </p:sp>
          <p:sp>
            <p:nvSpPr>
              <p:cNvPr id="28700" name="Text Box 32"/>
              <p:cNvSpPr txBox="1">
                <a:spLocks noChangeArrowheads="1"/>
              </p:cNvSpPr>
              <p:nvPr/>
            </p:nvSpPr>
            <p:spPr bwMode="auto">
              <a:xfrm>
                <a:off x="3456" y="2976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hlink"/>
                    </a:solidFill>
                  </a:rPr>
                  <a:t>1</a:t>
                </a:r>
              </a:p>
            </p:txBody>
          </p:sp>
          <p:sp>
            <p:nvSpPr>
              <p:cNvPr id="28701" name="Text Box 33"/>
              <p:cNvSpPr txBox="1">
                <a:spLocks noChangeArrowheads="1"/>
              </p:cNvSpPr>
              <p:nvPr/>
            </p:nvSpPr>
            <p:spPr bwMode="auto">
              <a:xfrm>
                <a:off x="1056" y="2784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hlink"/>
                    </a:solidFill>
                  </a:rPr>
                  <a:t>1</a:t>
                </a:r>
              </a:p>
            </p:txBody>
          </p:sp>
          <p:sp>
            <p:nvSpPr>
              <p:cNvPr id="28702" name="Oval 34"/>
              <p:cNvSpPr>
                <a:spLocks noChangeArrowheads="1"/>
              </p:cNvSpPr>
              <p:nvPr/>
            </p:nvSpPr>
            <p:spPr bwMode="auto">
              <a:xfrm>
                <a:off x="4848" y="2740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grpSp>
            <p:nvGrpSpPr>
              <p:cNvPr id="28703" name="Group 35"/>
              <p:cNvGrpSpPr>
                <a:grpSpLocks/>
              </p:cNvGrpSpPr>
              <p:nvPr/>
            </p:nvGrpSpPr>
            <p:grpSpPr bwMode="auto">
              <a:xfrm>
                <a:off x="4128" y="3364"/>
                <a:ext cx="816" cy="336"/>
                <a:chOff x="528" y="3216"/>
                <a:chExt cx="816" cy="336"/>
              </a:xfrm>
            </p:grpSpPr>
            <p:sp>
              <p:nvSpPr>
                <p:cNvPr id="28739" name="Oval 36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>
                    <a:solidFill>
                      <a:srgbClr val="FFFF00"/>
                    </a:solidFill>
                  </a:endParaRPr>
                </a:p>
              </p:txBody>
            </p:sp>
            <p:sp>
              <p:nvSpPr>
                <p:cNvPr id="28740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chemeClr val="bg2"/>
                      </a:solidFill>
                    </a:rPr>
                    <a:t>1100</a:t>
                  </a:r>
                </a:p>
              </p:txBody>
            </p:sp>
          </p:grpSp>
          <p:grpSp>
            <p:nvGrpSpPr>
              <p:cNvPr id="28704" name="Group 38"/>
              <p:cNvGrpSpPr>
                <a:grpSpLocks/>
              </p:cNvGrpSpPr>
              <p:nvPr/>
            </p:nvGrpSpPr>
            <p:grpSpPr bwMode="auto">
              <a:xfrm>
                <a:off x="4944" y="3412"/>
                <a:ext cx="816" cy="336"/>
                <a:chOff x="528" y="3216"/>
                <a:chExt cx="816" cy="336"/>
              </a:xfrm>
            </p:grpSpPr>
            <p:sp>
              <p:nvSpPr>
                <p:cNvPr id="28737" name="Oval 39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>
                    <a:solidFill>
                      <a:srgbClr val="FFFF00"/>
                    </a:solidFill>
                  </a:endParaRPr>
                </a:p>
              </p:txBody>
            </p:sp>
            <p:sp>
              <p:nvSpPr>
                <p:cNvPr id="28738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chemeClr val="bg2"/>
                      </a:solidFill>
                    </a:rPr>
                    <a:t>1101</a:t>
                  </a:r>
                </a:p>
              </p:txBody>
            </p:sp>
          </p:grpSp>
          <p:grpSp>
            <p:nvGrpSpPr>
              <p:cNvPr id="28705" name="Group 41"/>
              <p:cNvGrpSpPr>
                <a:grpSpLocks/>
              </p:cNvGrpSpPr>
              <p:nvPr/>
            </p:nvGrpSpPr>
            <p:grpSpPr bwMode="auto">
              <a:xfrm>
                <a:off x="4560" y="2976"/>
                <a:ext cx="332" cy="432"/>
                <a:chOff x="4560" y="2976"/>
                <a:chExt cx="332" cy="432"/>
              </a:xfrm>
            </p:grpSpPr>
            <p:sp>
              <p:nvSpPr>
                <p:cNvPr id="28735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4652" y="2976"/>
                  <a:ext cx="240" cy="4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8736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4560" y="3028"/>
                  <a:ext cx="288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chemeClr val="hlink"/>
                      </a:solidFill>
                    </a:rPr>
                    <a:t>0</a:t>
                  </a:r>
                </a:p>
              </p:txBody>
            </p:sp>
          </p:grpSp>
          <p:grpSp>
            <p:nvGrpSpPr>
              <p:cNvPr id="28706" name="Group 44"/>
              <p:cNvGrpSpPr>
                <a:grpSpLocks/>
              </p:cNvGrpSpPr>
              <p:nvPr/>
            </p:nvGrpSpPr>
            <p:grpSpPr bwMode="auto">
              <a:xfrm>
                <a:off x="5084" y="2976"/>
                <a:ext cx="388" cy="480"/>
                <a:chOff x="5084" y="2976"/>
                <a:chExt cx="388" cy="480"/>
              </a:xfrm>
            </p:grpSpPr>
            <p:sp>
              <p:nvSpPr>
                <p:cNvPr id="28733" name="Line 45"/>
                <p:cNvSpPr>
                  <a:spLocks noChangeShapeType="1"/>
                </p:cNvSpPr>
                <p:nvPr/>
              </p:nvSpPr>
              <p:spPr bwMode="auto">
                <a:xfrm>
                  <a:off x="5084" y="2976"/>
                  <a:ext cx="192" cy="48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8734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5184" y="3028"/>
                  <a:ext cx="288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chemeClr val="hlink"/>
                      </a:solidFill>
                    </a:rPr>
                    <a:t>1</a:t>
                  </a:r>
                </a:p>
              </p:txBody>
            </p:sp>
          </p:grpSp>
          <p:sp>
            <p:nvSpPr>
              <p:cNvPr id="28707" name="Text Box 47"/>
              <p:cNvSpPr txBox="1">
                <a:spLocks noChangeArrowheads="1"/>
              </p:cNvSpPr>
              <p:nvPr/>
            </p:nvSpPr>
            <p:spPr bwMode="auto">
              <a:xfrm>
                <a:off x="2592" y="720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010000"/>
                    </a:solidFill>
                    <a:latin typeface="Arial Black" panose="020B0A04020102020204" pitchFamily="34" charset="0"/>
                  </a:rPr>
                  <a:t>1</a:t>
                </a:r>
              </a:p>
            </p:txBody>
          </p:sp>
          <p:sp>
            <p:nvSpPr>
              <p:cNvPr id="28708" name="Text Box 48"/>
              <p:cNvSpPr txBox="1">
                <a:spLocks noChangeArrowheads="1"/>
              </p:cNvSpPr>
              <p:nvPr/>
            </p:nvSpPr>
            <p:spPr bwMode="auto">
              <a:xfrm>
                <a:off x="4320" y="1536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010000"/>
                    </a:solidFill>
                    <a:latin typeface="Arial Black" panose="020B0A04020102020204" pitchFamily="34" charset="0"/>
                  </a:rPr>
                  <a:t>2</a:t>
                </a:r>
              </a:p>
            </p:txBody>
          </p:sp>
          <p:sp>
            <p:nvSpPr>
              <p:cNvPr id="28709" name="Text Box 49"/>
              <p:cNvSpPr txBox="1">
                <a:spLocks noChangeArrowheads="1"/>
              </p:cNvSpPr>
              <p:nvPr/>
            </p:nvSpPr>
            <p:spPr bwMode="auto">
              <a:xfrm>
                <a:off x="480" y="235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010000"/>
                    </a:solidFill>
                    <a:latin typeface="Arial Black" panose="020B0A04020102020204" pitchFamily="34" charset="0"/>
                  </a:rPr>
                  <a:t>3</a:t>
                </a:r>
              </a:p>
            </p:txBody>
          </p:sp>
          <p:sp>
            <p:nvSpPr>
              <p:cNvPr id="28710" name="Text Box 50"/>
              <p:cNvSpPr txBox="1">
                <a:spLocks noChangeArrowheads="1"/>
              </p:cNvSpPr>
              <p:nvPr/>
            </p:nvSpPr>
            <p:spPr bwMode="auto">
              <a:xfrm>
                <a:off x="2832" y="259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010000"/>
                    </a:solidFill>
                    <a:latin typeface="Arial Black" panose="020B0A04020102020204" pitchFamily="34" charset="0"/>
                  </a:rPr>
                  <a:t>4</a:t>
                </a:r>
              </a:p>
            </p:txBody>
          </p:sp>
          <p:sp>
            <p:nvSpPr>
              <p:cNvPr id="28711" name="Text Box 51"/>
              <p:cNvSpPr txBox="1">
                <a:spLocks noChangeArrowheads="1"/>
              </p:cNvSpPr>
              <p:nvPr/>
            </p:nvSpPr>
            <p:spPr bwMode="auto">
              <a:xfrm>
                <a:off x="4608" y="2640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010000"/>
                    </a:solidFill>
                    <a:latin typeface="Arial Black" panose="020B0A04020102020204" pitchFamily="34" charset="0"/>
                  </a:rPr>
                  <a:t>4</a:t>
                </a:r>
              </a:p>
            </p:txBody>
          </p:sp>
          <p:sp>
            <p:nvSpPr>
              <p:cNvPr id="28712" name="Oval 52"/>
              <p:cNvSpPr>
                <a:spLocks noChangeArrowheads="1"/>
              </p:cNvSpPr>
              <p:nvPr/>
            </p:nvSpPr>
            <p:spPr bwMode="auto">
              <a:xfrm>
                <a:off x="1056" y="3264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713" name="Line 53"/>
              <p:cNvSpPr>
                <a:spLocks noChangeShapeType="1"/>
              </p:cNvSpPr>
              <p:nvPr/>
            </p:nvSpPr>
            <p:spPr bwMode="auto">
              <a:xfrm flipH="1">
                <a:off x="860" y="3500"/>
                <a:ext cx="24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14" name="Line 54"/>
              <p:cNvSpPr>
                <a:spLocks noChangeShapeType="1"/>
              </p:cNvSpPr>
              <p:nvPr/>
            </p:nvSpPr>
            <p:spPr bwMode="auto">
              <a:xfrm>
                <a:off x="1292" y="3500"/>
                <a:ext cx="192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28715" name="Group 55"/>
              <p:cNvGrpSpPr>
                <a:grpSpLocks/>
              </p:cNvGrpSpPr>
              <p:nvPr/>
            </p:nvGrpSpPr>
            <p:grpSpPr bwMode="auto">
              <a:xfrm>
                <a:off x="336" y="3888"/>
                <a:ext cx="816" cy="336"/>
                <a:chOff x="528" y="3216"/>
                <a:chExt cx="816" cy="336"/>
              </a:xfrm>
            </p:grpSpPr>
            <p:sp>
              <p:nvSpPr>
                <p:cNvPr id="28731" name="Oval 56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>
                    <a:solidFill>
                      <a:srgbClr val="FFFF00"/>
                    </a:solidFill>
                  </a:endParaRPr>
                </a:p>
              </p:txBody>
            </p:sp>
            <p:sp>
              <p:nvSpPr>
                <p:cNvPr id="28732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chemeClr val="bg2"/>
                      </a:solidFill>
                    </a:rPr>
                    <a:t>0010</a:t>
                  </a:r>
                </a:p>
              </p:txBody>
            </p:sp>
          </p:grpSp>
          <p:grpSp>
            <p:nvGrpSpPr>
              <p:cNvPr id="28716" name="Group 58"/>
              <p:cNvGrpSpPr>
                <a:grpSpLocks/>
              </p:cNvGrpSpPr>
              <p:nvPr/>
            </p:nvGrpSpPr>
            <p:grpSpPr bwMode="auto">
              <a:xfrm>
                <a:off x="1152" y="3936"/>
                <a:ext cx="816" cy="336"/>
                <a:chOff x="528" y="3216"/>
                <a:chExt cx="816" cy="336"/>
              </a:xfrm>
            </p:grpSpPr>
            <p:sp>
              <p:nvSpPr>
                <p:cNvPr id="28729" name="Oval 59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>
                    <a:solidFill>
                      <a:srgbClr val="FFFF00"/>
                    </a:solidFill>
                  </a:endParaRPr>
                </a:p>
              </p:txBody>
            </p:sp>
            <p:sp>
              <p:nvSpPr>
                <p:cNvPr id="28730" name="Text Box 60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chemeClr val="bg2"/>
                      </a:solidFill>
                    </a:rPr>
                    <a:t>0011</a:t>
                  </a:r>
                </a:p>
              </p:txBody>
            </p:sp>
          </p:grpSp>
          <p:sp>
            <p:nvSpPr>
              <p:cNvPr id="28717" name="Text Box 61"/>
              <p:cNvSpPr txBox="1">
                <a:spLocks noChangeArrowheads="1"/>
              </p:cNvSpPr>
              <p:nvPr/>
            </p:nvSpPr>
            <p:spPr bwMode="auto">
              <a:xfrm>
                <a:off x="768" y="3552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hlink"/>
                    </a:solidFill>
                  </a:rPr>
                  <a:t>0</a:t>
                </a:r>
              </a:p>
            </p:txBody>
          </p:sp>
          <p:sp>
            <p:nvSpPr>
              <p:cNvPr id="28718" name="Text Box 62"/>
              <p:cNvSpPr txBox="1">
                <a:spLocks noChangeArrowheads="1"/>
              </p:cNvSpPr>
              <p:nvPr/>
            </p:nvSpPr>
            <p:spPr bwMode="auto">
              <a:xfrm>
                <a:off x="1392" y="3552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hlink"/>
                    </a:solidFill>
                  </a:rPr>
                  <a:t>1</a:t>
                </a:r>
              </a:p>
            </p:txBody>
          </p:sp>
          <p:sp>
            <p:nvSpPr>
              <p:cNvPr id="28719" name="Text Box 63"/>
              <p:cNvSpPr txBox="1">
                <a:spLocks noChangeArrowheads="1"/>
              </p:cNvSpPr>
              <p:nvPr/>
            </p:nvSpPr>
            <p:spPr bwMode="auto">
              <a:xfrm>
                <a:off x="1296" y="3216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010000"/>
                    </a:solidFill>
                    <a:latin typeface="Arial Black" panose="020B0A04020102020204" pitchFamily="34" charset="0"/>
                  </a:rPr>
                  <a:t>4</a:t>
                </a:r>
              </a:p>
            </p:txBody>
          </p:sp>
          <p:sp>
            <p:nvSpPr>
              <p:cNvPr id="28720" name="Oval 64"/>
              <p:cNvSpPr>
                <a:spLocks noChangeArrowheads="1"/>
              </p:cNvSpPr>
              <p:nvPr/>
            </p:nvSpPr>
            <p:spPr bwMode="auto">
              <a:xfrm>
                <a:off x="1056" y="1824"/>
                <a:ext cx="280" cy="28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8721" name="Text Box 65"/>
              <p:cNvSpPr txBox="1">
                <a:spLocks noChangeArrowheads="1"/>
              </p:cNvSpPr>
              <p:nvPr/>
            </p:nvSpPr>
            <p:spPr bwMode="auto">
              <a:xfrm>
                <a:off x="816" y="1584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rgbClr val="010000"/>
                    </a:solidFill>
                    <a:latin typeface="Arial Black" panose="020B0A04020102020204" pitchFamily="34" charset="0"/>
                  </a:rPr>
                  <a:t>2</a:t>
                </a:r>
              </a:p>
            </p:txBody>
          </p:sp>
          <p:sp>
            <p:nvSpPr>
              <p:cNvPr id="28722" name="Line 66"/>
              <p:cNvSpPr>
                <a:spLocks noChangeShapeType="1"/>
              </p:cNvSpPr>
              <p:nvPr/>
            </p:nvSpPr>
            <p:spPr bwMode="auto">
              <a:xfrm flipH="1">
                <a:off x="912" y="2112"/>
                <a:ext cx="24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723" name="Text Box 67"/>
              <p:cNvSpPr txBox="1">
                <a:spLocks noChangeArrowheads="1"/>
              </p:cNvSpPr>
              <p:nvPr/>
            </p:nvSpPr>
            <p:spPr bwMode="auto">
              <a:xfrm>
                <a:off x="820" y="2164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hlink"/>
                    </a:solidFill>
                  </a:rPr>
                  <a:t>0</a:t>
                </a:r>
              </a:p>
            </p:txBody>
          </p:sp>
          <p:sp>
            <p:nvSpPr>
              <p:cNvPr id="28724" name="Line 68"/>
              <p:cNvSpPr>
                <a:spLocks noChangeShapeType="1"/>
              </p:cNvSpPr>
              <p:nvPr/>
            </p:nvSpPr>
            <p:spPr bwMode="auto">
              <a:xfrm>
                <a:off x="1292" y="2060"/>
                <a:ext cx="192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28725" name="Group 69"/>
              <p:cNvGrpSpPr>
                <a:grpSpLocks/>
              </p:cNvGrpSpPr>
              <p:nvPr/>
            </p:nvGrpSpPr>
            <p:grpSpPr bwMode="auto">
              <a:xfrm>
                <a:off x="1152" y="2496"/>
                <a:ext cx="816" cy="336"/>
                <a:chOff x="528" y="3216"/>
                <a:chExt cx="816" cy="336"/>
              </a:xfrm>
            </p:grpSpPr>
            <p:sp>
              <p:nvSpPr>
                <p:cNvPr id="28727" name="Oval 70"/>
                <p:cNvSpPr>
                  <a:spLocks noChangeArrowheads="1"/>
                </p:cNvSpPr>
                <p:nvPr/>
              </p:nvSpPr>
              <p:spPr bwMode="auto">
                <a:xfrm>
                  <a:off x="528" y="3264"/>
                  <a:ext cx="768" cy="288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>
                    <a:solidFill>
                      <a:srgbClr val="FFFF00"/>
                    </a:solidFill>
                  </a:endParaRPr>
                </a:p>
              </p:txBody>
            </p:sp>
            <p:sp>
              <p:nvSpPr>
                <p:cNvPr id="28728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672" y="3216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2800">
                      <a:solidFill>
                        <a:schemeClr val="bg2"/>
                      </a:solidFill>
                    </a:rPr>
                    <a:t>0100</a:t>
                  </a:r>
                </a:p>
              </p:txBody>
            </p:sp>
          </p:grpSp>
          <p:sp>
            <p:nvSpPr>
              <p:cNvPr id="28726" name="Text Box 72"/>
              <p:cNvSpPr txBox="1">
                <a:spLocks noChangeArrowheads="1"/>
              </p:cNvSpPr>
              <p:nvPr/>
            </p:nvSpPr>
            <p:spPr bwMode="auto">
              <a:xfrm>
                <a:off x="1392" y="2112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hlink"/>
                    </a:solidFill>
                  </a:rPr>
                  <a:t>1</a:t>
                </a:r>
              </a:p>
            </p:txBody>
          </p:sp>
        </p:grpSp>
      </p:grpSp>
      <p:sp>
        <p:nvSpPr>
          <p:cNvPr id="367689" name="Text Box 73"/>
          <p:cNvSpPr txBox="1">
            <a:spLocks noChangeArrowheads="1"/>
          </p:cNvSpPr>
          <p:nvPr/>
        </p:nvSpPr>
        <p:spPr bwMode="auto">
          <a:xfrm>
            <a:off x="4876800" y="5638800"/>
            <a:ext cx="2895600" cy="579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>
                <a:solidFill>
                  <a:srgbClr val="010000"/>
                </a:solidFill>
              </a:rPr>
              <a:t>Delete</a:t>
            </a:r>
            <a:r>
              <a:rPr lang="en-US" altLang="en-US">
                <a:solidFill>
                  <a:schemeClr val="hlink"/>
                </a:solidFill>
              </a:rPr>
              <a:t> 0010</a:t>
            </a:r>
            <a:r>
              <a:rPr lang="en-US" altLang="en-US">
                <a:solidFill>
                  <a:schemeClr val="bg2"/>
                </a:solidFill>
              </a:rPr>
              <a:t>.</a:t>
            </a:r>
          </a:p>
        </p:txBody>
      </p:sp>
      <p:sp>
        <p:nvSpPr>
          <p:cNvPr id="367690" name="Freeform 74"/>
          <p:cNvSpPr>
            <a:spLocks/>
          </p:cNvSpPr>
          <p:nvPr/>
        </p:nvSpPr>
        <p:spPr bwMode="auto">
          <a:xfrm>
            <a:off x="0" y="5464175"/>
            <a:ext cx="1828800" cy="1012825"/>
          </a:xfrm>
          <a:custGeom>
            <a:avLst/>
            <a:gdLst>
              <a:gd name="T0" fmla="*/ 2147483646 w 824"/>
              <a:gd name="T1" fmla="*/ 2147483646 h 965"/>
              <a:gd name="T2" fmla="*/ 2147483646 w 824"/>
              <a:gd name="T3" fmla="*/ 2147483646 h 965"/>
              <a:gd name="T4" fmla="*/ 2147483646 w 824"/>
              <a:gd name="T5" fmla="*/ 2147483646 h 965"/>
              <a:gd name="T6" fmla="*/ 2147483646 w 824"/>
              <a:gd name="T7" fmla="*/ 2147483646 h 965"/>
              <a:gd name="T8" fmla="*/ 2147483646 w 824"/>
              <a:gd name="T9" fmla="*/ 2147483646 h 965"/>
              <a:gd name="T10" fmla="*/ 2147483646 w 824"/>
              <a:gd name="T11" fmla="*/ 2147483646 h 965"/>
              <a:gd name="T12" fmla="*/ 2147483646 w 824"/>
              <a:gd name="T13" fmla="*/ 2147483646 h 965"/>
              <a:gd name="T14" fmla="*/ 2147483646 w 824"/>
              <a:gd name="T15" fmla="*/ 2147483646 h 965"/>
              <a:gd name="T16" fmla="*/ 2147483646 w 824"/>
              <a:gd name="T17" fmla="*/ 2147483646 h 965"/>
              <a:gd name="T18" fmla="*/ 2147483646 w 824"/>
              <a:gd name="T19" fmla="*/ 2147483646 h 965"/>
              <a:gd name="T20" fmla="*/ 2147483646 w 824"/>
              <a:gd name="T21" fmla="*/ 2147483646 h 965"/>
              <a:gd name="T22" fmla="*/ 2147483646 w 824"/>
              <a:gd name="T23" fmla="*/ 2147483646 h 965"/>
              <a:gd name="T24" fmla="*/ 0 w 824"/>
              <a:gd name="T25" fmla="*/ 2147483646 h 965"/>
              <a:gd name="T26" fmla="*/ 2147483646 w 824"/>
              <a:gd name="T27" fmla="*/ 2147483646 h 965"/>
              <a:gd name="T28" fmla="*/ 2147483646 w 824"/>
              <a:gd name="T29" fmla="*/ 2147483646 h 965"/>
              <a:gd name="T30" fmla="*/ 2147483646 w 824"/>
              <a:gd name="T31" fmla="*/ 2147483646 h 965"/>
              <a:gd name="T32" fmla="*/ 2147483646 w 824"/>
              <a:gd name="T33" fmla="*/ 2147483646 h 965"/>
              <a:gd name="T34" fmla="*/ 2147483646 w 824"/>
              <a:gd name="T35" fmla="*/ 2147483646 h 965"/>
              <a:gd name="T36" fmla="*/ 2147483646 w 824"/>
              <a:gd name="T37" fmla="*/ 2147483646 h 965"/>
              <a:gd name="T38" fmla="*/ 2147483646 w 824"/>
              <a:gd name="T39" fmla="*/ 2147483646 h 965"/>
              <a:gd name="T40" fmla="*/ 2147483646 w 824"/>
              <a:gd name="T41" fmla="*/ 2147483646 h 965"/>
              <a:gd name="T42" fmla="*/ 2147483646 w 824"/>
              <a:gd name="T43" fmla="*/ 2147483646 h 965"/>
              <a:gd name="T44" fmla="*/ 2147483646 w 824"/>
              <a:gd name="T45" fmla="*/ 2147483646 h 965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824"/>
              <a:gd name="T70" fmla="*/ 0 h 965"/>
              <a:gd name="T71" fmla="*/ 824 w 824"/>
              <a:gd name="T72" fmla="*/ 965 h 965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824" h="965">
                <a:moveTo>
                  <a:pt x="672" y="854"/>
                </a:moveTo>
                <a:cubicBezTo>
                  <a:pt x="720" y="830"/>
                  <a:pt x="824" y="835"/>
                  <a:pt x="816" y="782"/>
                </a:cubicBezTo>
                <a:cubicBezTo>
                  <a:pt x="800" y="669"/>
                  <a:pt x="812" y="525"/>
                  <a:pt x="744" y="434"/>
                </a:cubicBezTo>
                <a:cubicBezTo>
                  <a:pt x="716" y="349"/>
                  <a:pt x="749" y="457"/>
                  <a:pt x="720" y="302"/>
                </a:cubicBezTo>
                <a:cubicBezTo>
                  <a:pt x="706" y="227"/>
                  <a:pt x="676" y="156"/>
                  <a:pt x="648" y="86"/>
                </a:cubicBezTo>
                <a:cubicBezTo>
                  <a:pt x="621" y="18"/>
                  <a:pt x="629" y="40"/>
                  <a:pt x="552" y="14"/>
                </a:cubicBezTo>
                <a:cubicBezTo>
                  <a:pt x="540" y="10"/>
                  <a:pt x="516" y="2"/>
                  <a:pt x="516" y="2"/>
                </a:cubicBezTo>
                <a:cubicBezTo>
                  <a:pt x="452" y="6"/>
                  <a:pt x="388" y="14"/>
                  <a:pt x="324" y="14"/>
                </a:cubicBezTo>
                <a:cubicBezTo>
                  <a:pt x="308" y="14"/>
                  <a:pt x="292" y="0"/>
                  <a:pt x="276" y="2"/>
                </a:cubicBezTo>
                <a:cubicBezTo>
                  <a:pt x="211" y="12"/>
                  <a:pt x="84" y="50"/>
                  <a:pt x="84" y="50"/>
                </a:cubicBezTo>
                <a:cubicBezTo>
                  <a:pt x="76" y="66"/>
                  <a:pt x="73" y="85"/>
                  <a:pt x="60" y="98"/>
                </a:cubicBezTo>
                <a:cubicBezTo>
                  <a:pt x="51" y="107"/>
                  <a:pt x="33" y="101"/>
                  <a:pt x="24" y="110"/>
                </a:cubicBezTo>
                <a:cubicBezTo>
                  <a:pt x="11" y="123"/>
                  <a:pt x="8" y="142"/>
                  <a:pt x="0" y="158"/>
                </a:cubicBezTo>
                <a:cubicBezTo>
                  <a:pt x="26" y="235"/>
                  <a:pt x="38" y="306"/>
                  <a:pt x="48" y="386"/>
                </a:cubicBezTo>
                <a:cubicBezTo>
                  <a:pt x="41" y="442"/>
                  <a:pt x="20" y="498"/>
                  <a:pt x="24" y="554"/>
                </a:cubicBezTo>
                <a:cubicBezTo>
                  <a:pt x="26" y="587"/>
                  <a:pt x="44" y="617"/>
                  <a:pt x="48" y="650"/>
                </a:cubicBezTo>
                <a:cubicBezTo>
                  <a:pt x="52" y="682"/>
                  <a:pt x="33" y="728"/>
                  <a:pt x="60" y="746"/>
                </a:cubicBezTo>
                <a:cubicBezTo>
                  <a:pt x="176" y="823"/>
                  <a:pt x="313" y="864"/>
                  <a:pt x="444" y="914"/>
                </a:cubicBezTo>
                <a:cubicBezTo>
                  <a:pt x="482" y="929"/>
                  <a:pt x="524" y="930"/>
                  <a:pt x="564" y="938"/>
                </a:cubicBezTo>
                <a:cubicBezTo>
                  <a:pt x="576" y="946"/>
                  <a:pt x="586" y="965"/>
                  <a:pt x="600" y="962"/>
                </a:cubicBezTo>
                <a:cubicBezTo>
                  <a:pt x="614" y="959"/>
                  <a:pt x="615" y="937"/>
                  <a:pt x="624" y="926"/>
                </a:cubicBezTo>
                <a:cubicBezTo>
                  <a:pt x="635" y="913"/>
                  <a:pt x="645" y="898"/>
                  <a:pt x="660" y="890"/>
                </a:cubicBezTo>
                <a:cubicBezTo>
                  <a:pt x="724" y="854"/>
                  <a:pt x="778" y="875"/>
                  <a:pt x="672" y="854"/>
                </a:cubicBezTo>
                <a:close/>
              </a:path>
            </a:pathLst>
          </a:custGeom>
          <a:noFill/>
          <a:ln w="76200" cap="flat" cmpd="sng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739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67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689" grpId="0" animBg="1" autoUpdateAnimBg="0"/>
      <p:bldP spid="36769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Delete </a:t>
            </a:r>
          </a:p>
        </p:txBody>
      </p:sp>
      <p:grpSp>
        <p:nvGrpSpPr>
          <p:cNvPr id="29699" name="Group 3"/>
          <p:cNvGrpSpPr>
            <a:grpSpLocks/>
          </p:cNvGrpSpPr>
          <p:nvPr/>
        </p:nvGrpSpPr>
        <p:grpSpPr bwMode="auto">
          <a:xfrm>
            <a:off x="0" y="1143000"/>
            <a:ext cx="9144000" cy="4806950"/>
            <a:chOff x="0" y="720"/>
            <a:chExt cx="5760" cy="3028"/>
          </a:xfrm>
        </p:grpSpPr>
        <p:grpSp>
          <p:nvGrpSpPr>
            <p:cNvPr id="29702" name="Group 4"/>
            <p:cNvGrpSpPr>
              <a:grpSpLocks/>
            </p:cNvGrpSpPr>
            <p:nvPr/>
          </p:nvGrpSpPr>
          <p:grpSpPr bwMode="auto">
            <a:xfrm>
              <a:off x="0" y="3168"/>
              <a:ext cx="816" cy="336"/>
              <a:chOff x="528" y="3216"/>
              <a:chExt cx="816" cy="336"/>
            </a:xfrm>
          </p:grpSpPr>
          <p:sp>
            <p:nvSpPr>
              <p:cNvPr id="29759" name="Oval 5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9760" name="Text Box 6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0001</a:t>
                </a:r>
              </a:p>
            </p:txBody>
          </p:sp>
        </p:grpSp>
        <p:sp>
          <p:nvSpPr>
            <p:cNvPr id="29703" name="Oval 7"/>
            <p:cNvSpPr>
              <a:spLocks noChangeArrowheads="1"/>
            </p:cNvSpPr>
            <p:nvPr/>
          </p:nvSpPr>
          <p:spPr bwMode="auto">
            <a:xfrm>
              <a:off x="4224" y="182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9704" name="Line 8"/>
            <p:cNvSpPr>
              <a:spLocks noChangeShapeType="1"/>
            </p:cNvSpPr>
            <p:nvPr/>
          </p:nvSpPr>
          <p:spPr bwMode="auto">
            <a:xfrm>
              <a:off x="3072" y="1152"/>
              <a:ext cx="1248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705" name="Line 9"/>
            <p:cNvSpPr>
              <a:spLocks noChangeShapeType="1"/>
            </p:cNvSpPr>
            <p:nvPr/>
          </p:nvSpPr>
          <p:spPr bwMode="auto">
            <a:xfrm flipH="1">
              <a:off x="3216" y="2064"/>
              <a:ext cx="1056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706" name="Line 10"/>
            <p:cNvSpPr>
              <a:spLocks noChangeShapeType="1"/>
            </p:cNvSpPr>
            <p:nvPr/>
          </p:nvSpPr>
          <p:spPr bwMode="auto">
            <a:xfrm>
              <a:off x="4416" y="2064"/>
              <a:ext cx="624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707" name="Text Box 11"/>
            <p:cNvSpPr txBox="1">
              <a:spLocks noChangeArrowheads="1"/>
            </p:cNvSpPr>
            <p:nvPr/>
          </p:nvSpPr>
          <p:spPr bwMode="auto">
            <a:xfrm>
              <a:off x="3552" y="211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29708" name="Text Box 12"/>
            <p:cNvSpPr txBox="1">
              <a:spLocks noChangeArrowheads="1"/>
            </p:cNvSpPr>
            <p:nvPr/>
          </p:nvSpPr>
          <p:spPr bwMode="auto">
            <a:xfrm>
              <a:off x="4752" y="2160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29709" name="Oval 13"/>
            <p:cNvSpPr>
              <a:spLocks noChangeArrowheads="1"/>
            </p:cNvSpPr>
            <p:nvPr/>
          </p:nvSpPr>
          <p:spPr bwMode="auto">
            <a:xfrm>
              <a:off x="2784" y="96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9710" name="Oval 14"/>
            <p:cNvSpPr>
              <a:spLocks noChangeArrowheads="1"/>
            </p:cNvSpPr>
            <p:nvPr/>
          </p:nvSpPr>
          <p:spPr bwMode="auto">
            <a:xfrm>
              <a:off x="720" y="254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9711" name="Line 15"/>
            <p:cNvSpPr>
              <a:spLocks noChangeShapeType="1"/>
            </p:cNvSpPr>
            <p:nvPr/>
          </p:nvSpPr>
          <p:spPr bwMode="auto">
            <a:xfrm flipH="1">
              <a:off x="1248" y="1152"/>
              <a:ext cx="1536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712" name="Line 16"/>
            <p:cNvSpPr>
              <a:spLocks noChangeShapeType="1"/>
            </p:cNvSpPr>
            <p:nvPr/>
          </p:nvSpPr>
          <p:spPr bwMode="auto">
            <a:xfrm flipH="1">
              <a:off x="524" y="2780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713" name="Line 17"/>
            <p:cNvSpPr>
              <a:spLocks noChangeShapeType="1"/>
            </p:cNvSpPr>
            <p:nvPr/>
          </p:nvSpPr>
          <p:spPr bwMode="auto">
            <a:xfrm>
              <a:off x="956" y="2780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714" name="Oval 18"/>
            <p:cNvSpPr>
              <a:spLocks noChangeArrowheads="1"/>
            </p:cNvSpPr>
            <p:nvPr/>
          </p:nvSpPr>
          <p:spPr bwMode="auto">
            <a:xfrm>
              <a:off x="3120" y="268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9715" name="Line 19"/>
            <p:cNvSpPr>
              <a:spLocks noChangeShapeType="1"/>
            </p:cNvSpPr>
            <p:nvPr/>
          </p:nvSpPr>
          <p:spPr bwMode="auto">
            <a:xfrm flipH="1">
              <a:off x="2924" y="2924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716" name="Line 20"/>
            <p:cNvSpPr>
              <a:spLocks noChangeShapeType="1"/>
            </p:cNvSpPr>
            <p:nvPr/>
          </p:nvSpPr>
          <p:spPr bwMode="auto">
            <a:xfrm>
              <a:off x="3356" y="2924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9717" name="Group 21"/>
            <p:cNvGrpSpPr>
              <a:grpSpLocks/>
            </p:cNvGrpSpPr>
            <p:nvPr/>
          </p:nvGrpSpPr>
          <p:grpSpPr bwMode="auto">
            <a:xfrm>
              <a:off x="2400" y="3312"/>
              <a:ext cx="816" cy="336"/>
              <a:chOff x="528" y="3216"/>
              <a:chExt cx="816" cy="336"/>
            </a:xfrm>
          </p:grpSpPr>
          <p:sp>
            <p:nvSpPr>
              <p:cNvPr id="29757" name="Oval 22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9758" name="Text Box 23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1000</a:t>
                </a:r>
              </a:p>
            </p:txBody>
          </p:sp>
        </p:grpSp>
        <p:grpSp>
          <p:nvGrpSpPr>
            <p:cNvPr id="29718" name="Group 24"/>
            <p:cNvGrpSpPr>
              <a:grpSpLocks/>
            </p:cNvGrpSpPr>
            <p:nvPr/>
          </p:nvGrpSpPr>
          <p:grpSpPr bwMode="auto">
            <a:xfrm>
              <a:off x="3216" y="3360"/>
              <a:ext cx="816" cy="336"/>
              <a:chOff x="528" y="3216"/>
              <a:chExt cx="816" cy="336"/>
            </a:xfrm>
          </p:grpSpPr>
          <p:sp>
            <p:nvSpPr>
              <p:cNvPr id="29755" name="Oval 25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9756" name="Text Box 26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1001</a:t>
                </a:r>
              </a:p>
            </p:txBody>
          </p:sp>
        </p:grpSp>
        <p:sp>
          <p:nvSpPr>
            <p:cNvPr id="29719" name="Text Box 27"/>
            <p:cNvSpPr txBox="1">
              <a:spLocks noChangeArrowheads="1"/>
            </p:cNvSpPr>
            <p:nvPr/>
          </p:nvSpPr>
          <p:spPr bwMode="auto">
            <a:xfrm>
              <a:off x="2016" y="81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29720" name="Text Box 28"/>
            <p:cNvSpPr txBox="1">
              <a:spLocks noChangeArrowheads="1"/>
            </p:cNvSpPr>
            <p:nvPr/>
          </p:nvSpPr>
          <p:spPr bwMode="auto">
            <a:xfrm>
              <a:off x="384" y="278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29721" name="Text Box 29"/>
            <p:cNvSpPr txBox="1">
              <a:spLocks noChangeArrowheads="1"/>
            </p:cNvSpPr>
            <p:nvPr/>
          </p:nvSpPr>
          <p:spPr bwMode="auto">
            <a:xfrm>
              <a:off x="2832" y="297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29722" name="Text Box 30"/>
            <p:cNvSpPr txBox="1">
              <a:spLocks noChangeArrowheads="1"/>
            </p:cNvSpPr>
            <p:nvPr/>
          </p:nvSpPr>
          <p:spPr bwMode="auto">
            <a:xfrm>
              <a:off x="3792" y="105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29723" name="Text Box 31"/>
            <p:cNvSpPr txBox="1">
              <a:spLocks noChangeArrowheads="1"/>
            </p:cNvSpPr>
            <p:nvPr/>
          </p:nvSpPr>
          <p:spPr bwMode="auto">
            <a:xfrm>
              <a:off x="3456" y="297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29724" name="Text Box 32"/>
            <p:cNvSpPr txBox="1">
              <a:spLocks noChangeArrowheads="1"/>
            </p:cNvSpPr>
            <p:nvPr/>
          </p:nvSpPr>
          <p:spPr bwMode="auto">
            <a:xfrm>
              <a:off x="1056" y="278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29725" name="Oval 33"/>
            <p:cNvSpPr>
              <a:spLocks noChangeArrowheads="1"/>
            </p:cNvSpPr>
            <p:nvPr/>
          </p:nvSpPr>
          <p:spPr bwMode="auto">
            <a:xfrm>
              <a:off x="4848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grpSp>
          <p:nvGrpSpPr>
            <p:cNvPr id="29726" name="Group 34"/>
            <p:cNvGrpSpPr>
              <a:grpSpLocks/>
            </p:cNvGrpSpPr>
            <p:nvPr/>
          </p:nvGrpSpPr>
          <p:grpSpPr bwMode="auto">
            <a:xfrm>
              <a:off x="4128" y="3364"/>
              <a:ext cx="816" cy="336"/>
              <a:chOff x="528" y="3216"/>
              <a:chExt cx="816" cy="336"/>
            </a:xfrm>
          </p:grpSpPr>
          <p:sp>
            <p:nvSpPr>
              <p:cNvPr id="29753" name="Oval 35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9754" name="Text Box 36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1100</a:t>
                </a:r>
              </a:p>
            </p:txBody>
          </p:sp>
        </p:grpSp>
        <p:grpSp>
          <p:nvGrpSpPr>
            <p:cNvPr id="29727" name="Group 37"/>
            <p:cNvGrpSpPr>
              <a:grpSpLocks/>
            </p:cNvGrpSpPr>
            <p:nvPr/>
          </p:nvGrpSpPr>
          <p:grpSpPr bwMode="auto">
            <a:xfrm>
              <a:off x="4944" y="3412"/>
              <a:ext cx="816" cy="336"/>
              <a:chOff x="528" y="3216"/>
              <a:chExt cx="816" cy="336"/>
            </a:xfrm>
          </p:grpSpPr>
          <p:sp>
            <p:nvSpPr>
              <p:cNvPr id="29751" name="Oval 38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9752" name="Text Box 39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1101</a:t>
                </a:r>
              </a:p>
            </p:txBody>
          </p:sp>
        </p:grpSp>
        <p:grpSp>
          <p:nvGrpSpPr>
            <p:cNvPr id="29728" name="Group 40"/>
            <p:cNvGrpSpPr>
              <a:grpSpLocks/>
            </p:cNvGrpSpPr>
            <p:nvPr/>
          </p:nvGrpSpPr>
          <p:grpSpPr bwMode="auto">
            <a:xfrm>
              <a:off x="4560" y="2976"/>
              <a:ext cx="332" cy="432"/>
              <a:chOff x="4560" y="2976"/>
              <a:chExt cx="332" cy="432"/>
            </a:xfrm>
          </p:grpSpPr>
          <p:sp>
            <p:nvSpPr>
              <p:cNvPr id="29749" name="Line 41"/>
              <p:cNvSpPr>
                <a:spLocks noChangeShapeType="1"/>
              </p:cNvSpPr>
              <p:nvPr/>
            </p:nvSpPr>
            <p:spPr bwMode="auto">
              <a:xfrm flipH="1">
                <a:off x="4652" y="2976"/>
                <a:ext cx="24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750" name="Text Box 42"/>
              <p:cNvSpPr txBox="1">
                <a:spLocks noChangeArrowheads="1"/>
              </p:cNvSpPr>
              <p:nvPr/>
            </p:nvSpPr>
            <p:spPr bwMode="auto">
              <a:xfrm>
                <a:off x="4560" y="3028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hlink"/>
                    </a:solidFill>
                  </a:rPr>
                  <a:t>0</a:t>
                </a:r>
              </a:p>
            </p:txBody>
          </p:sp>
        </p:grpSp>
        <p:grpSp>
          <p:nvGrpSpPr>
            <p:cNvPr id="29729" name="Group 43"/>
            <p:cNvGrpSpPr>
              <a:grpSpLocks/>
            </p:cNvGrpSpPr>
            <p:nvPr/>
          </p:nvGrpSpPr>
          <p:grpSpPr bwMode="auto">
            <a:xfrm>
              <a:off x="5084" y="2976"/>
              <a:ext cx="388" cy="480"/>
              <a:chOff x="5084" y="2976"/>
              <a:chExt cx="388" cy="480"/>
            </a:xfrm>
          </p:grpSpPr>
          <p:sp>
            <p:nvSpPr>
              <p:cNvPr id="29747" name="Line 44"/>
              <p:cNvSpPr>
                <a:spLocks noChangeShapeType="1"/>
              </p:cNvSpPr>
              <p:nvPr/>
            </p:nvSpPr>
            <p:spPr bwMode="auto">
              <a:xfrm>
                <a:off x="5084" y="2976"/>
                <a:ext cx="192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748" name="Text Box 45"/>
              <p:cNvSpPr txBox="1">
                <a:spLocks noChangeArrowheads="1"/>
              </p:cNvSpPr>
              <p:nvPr/>
            </p:nvSpPr>
            <p:spPr bwMode="auto">
              <a:xfrm>
                <a:off x="5184" y="3028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hlink"/>
                    </a:solidFill>
                  </a:rPr>
                  <a:t>1</a:t>
                </a:r>
              </a:p>
            </p:txBody>
          </p:sp>
        </p:grpSp>
        <p:sp>
          <p:nvSpPr>
            <p:cNvPr id="29730" name="Text Box 46"/>
            <p:cNvSpPr txBox="1">
              <a:spLocks noChangeArrowheads="1"/>
            </p:cNvSpPr>
            <p:nvPr/>
          </p:nvSpPr>
          <p:spPr bwMode="auto">
            <a:xfrm>
              <a:off x="2592" y="720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010000"/>
                  </a:solidFill>
                  <a:latin typeface="Arial Black" panose="020B0A04020102020204" pitchFamily="34" charset="0"/>
                </a:rPr>
                <a:t>1</a:t>
              </a:r>
            </a:p>
          </p:txBody>
        </p:sp>
        <p:sp>
          <p:nvSpPr>
            <p:cNvPr id="29731" name="Text Box 47"/>
            <p:cNvSpPr txBox="1">
              <a:spLocks noChangeArrowheads="1"/>
            </p:cNvSpPr>
            <p:nvPr/>
          </p:nvSpPr>
          <p:spPr bwMode="auto">
            <a:xfrm>
              <a:off x="4320" y="1536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010000"/>
                  </a:solidFill>
                  <a:latin typeface="Arial Black" panose="020B0A04020102020204" pitchFamily="34" charset="0"/>
                </a:rPr>
                <a:t>2</a:t>
              </a:r>
            </a:p>
          </p:txBody>
        </p:sp>
        <p:sp>
          <p:nvSpPr>
            <p:cNvPr id="29732" name="Text Box 48"/>
            <p:cNvSpPr txBox="1">
              <a:spLocks noChangeArrowheads="1"/>
            </p:cNvSpPr>
            <p:nvPr/>
          </p:nvSpPr>
          <p:spPr bwMode="auto">
            <a:xfrm>
              <a:off x="480" y="2352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010000"/>
                  </a:solidFill>
                  <a:latin typeface="Arial Black" panose="020B0A04020102020204" pitchFamily="34" charset="0"/>
                </a:rPr>
                <a:t>3</a:t>
              </a:r>
            </a:p>
          </p:txBody>
        </p:sp>
        <p:sp>
          <p:nvSpPr>
            <p:cNvPr id="29733" name="Text Box 49"/>
            <p:cNvSpPr txBox="1">
              <a:spLocks noChangeArrowheads="1"/>
            </p:cNvSpPr>
            <p:nvPr/>
          </p:nvSpPr>
          <p:spPr bwMode="auto">
            <a:xfrm>
              <a:off x="2832" y="2592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010000"/>
                  </a:solidFill>
                  <a:latin typeface="Arial Black" panose="020B0A04020102020204" pitchFamily="34" charset="0"/>
                </a:rPr>
                <a:t>4</a:t>
              </a:r>
            </a:p>
          </p:txBody>
        </p:sp>
        <p:sp>
          <p:nvSpPr>
            <p:cNvPr id="29734" name="Text Box 50"/>
            <p:cNvSpPr txBox="1">
              <a:spLocks noChangeArrowheads="1"/>
            </p:cNvSpPr>
            <p:nvPr/>
          </p:nvSpPr>
          <p:spPr bwMode="auto">
            <a:xfrm>
              <a:off x="4608" y="2640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010000"/>
                  </a:solidFill>
                  <a:latin typeface="Arial Black" panose="020B0A04020102020204" pitchFamily="34" charset="0"/>
                </a:rPr>
                <a:t>4</a:t>
              </a:r>
            </a:p>
          </p:txBody>
        </p:sp>
        <p:grpSp>
          <p:nvGrpSpPr>
            <p:cNvPr id="29735" name="Group 51"/>
            <p:cNvGrpSpPr>
              <a:grpSpLocks/>
            </p:cNvGrpSpPr>
            <p:nvPr/>
          </p:nvGrpSpPr>
          <p:grpSpPr bwMode="auto">
            <a:xfrm>
              <a:off x="816" y="3216"/>
              <a:ext cx="816" cy="336"/>
              <a:chOff x="528" y="3216"/>
              <a:chExt cx="816" cy="336"/>
            </a:xfrm>
          </p:grpSpPr>
          <p:sp>
            <p:nvSpPr>
              <p:cNvPr id="29745" name="Oval 52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9746" name="Text Box 53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0011</a:t>
                </a:r>
              </a:p>
            </p:txBody>
          </p:sp>
        </p:grpSp>
        <p:sp>
          <p:nvSpPr>
            <p:cNvPr id="29736" name="Oval 54"/>
            <p:cNvSpPr>
              <a:spLocks noChangeArrowheads="1"/>
            </p:cNvSpPr>
            <p:nvPr/>
          </p:nvSpPr>
          <p:spPr bwMode="auto">
            <a:xfrm>
              <a:off x="1056" y="182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29737" name="Text Box 55"/>
            <p:cNvSpPr txBox="1">
              <a:spLocks noChangeArrowheads="1"/>
            </p:cNvSpPr>
            <p:nvPr/>
          </p:nvSpPr>
          <p:spPr bwMode="auto">
            <a:xfrm>
              <a:off x="816" y="1584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010000"/>
                  </a:solidFill>
                  <a:latin typeface="Arial Black" panose="020B0A04020102020204" pitchFamily="34" charset="0"/>
                </a:rPr>
                <a:t>2</a:t>
              </a:r>
            </a:p>
          </p:txBody>
        </p:sp>
        <p:sp>
          <p:nvSpPr>
            <p:cNvPr id="29738" name="Line 56"/>
            <p:cNvSpPr>
              <a:spLocks noChangeShapeType="1"/>
            </p:cNvSpPr>
            <p:nvPr/>
          </p:nvSpPr>
          <p:spPr bwMode="auto">
            <a:xfrm flipH="1">
              <a:off x="912" y="2112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739" name="Text Box 57"/>
            <p:cNvSpPr txBox="1">
              <a:spLocks noChangeArrowheads="1"/>
            </p:cNvSpPr>
            <p:nvPr/>
          </p:nvSpPr>
          <p:spPr bwMode="auto">
            <a:xfrm>
              <a:off x="820" y="216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29740" name="Line 58"/>
            <p:cNvSpPr>
              <a:spLocks noChangeShapeType="1"/>
            </p:cNvSpPr>
            <p:nvPr/>
          </p:nvSpPr>
          <p:spPr bwMode="auto">
            <a:xfrm>
              <a:off x="1292" y="2060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9741" name="Group 59"/>
            <p:cNvGrpSpPr>
              <a:grpSpLocks/>
            </p:cNvGrpSpPr>
            <p:nvPr/>
          </p:nvGrpSpPr>
          <p:grpSpPr bwMode="auto">
            <a:xfrm>
              <a:off x="1152" y="2496"/>
              <a:ext cx="816" cy="336"/>
              <a:chOff x="528" y="3216"/>
              <a:chExt cx="816" cy="336"/>
            </a:xfrm>
          </p:grpSpPr>
          <p:sp>
            <p:nvSpPr>
              <p:cNvPr id="29743" name="Oval 60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29744" name="Text Box 61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0100</a:t>
                </a:r>
              </a:p>
            </p:txBody>
          </p:sp>
        </p:grpSp>
        <p:sp>
          <p:nvSpPr>
            <p:cNvPr id="29742" name="Text Box 62"/>
            <p:cNvSpPr txBox="1">
              <a:spLocks noChangeArrowheads="1"/>
            </p:cNvSpPr>
            <p:nvPr/>
          </p:nvSpPr>
          <p:spPr bwMode="auto">
            <a:xfrm>
              <a:off x="1392" y="211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</p:grpSp>
      <p:sp>
        <p:nvSpPr>
          <p:cNvPr id="368703" name="Freeform 63"/>
          <p:cNvSpPr>
            <a:spLocks/>
          </p:cNvSpPr>
          <p:nvPr/>
        </p:nvSpPr>
        <p:spPr bwMode="auto">
          <a:xfrm>
            <a:off x="4953000" y="5181600"/>
            <a:ext cx="1828800" cy="1012825"/>
          </a:xfrm>
          <a:custGeom>
            <a:avLst/>
            <a:gdLst>
              <a:gd name="T0" fmla="*/ 2147483646 w 824"/>
              <a:gd name="T1" fmla="*/ 2147483646 h 965"/>
              <a:gd name="T2" fmla="*/ 2147483646 w 824"/>
              <a:gd name="T3" fmla="*/ 2147483646 h 965"/>
              <a:gd name="T4" fmla="*/ 2147483646 w 824"/>
              <a:gd name="T5" fmla="*/ 2147483646 h 965"/>
              <a:gd name="T6" fmla="*/ 2147483646 w 824"/>
              <a:gd name="T7" fmla="*/ 2147483646 h 965"/>
              <a:gd name="T8" fmla="*/ 2147483646 w 824"/>
              <a:gd name="T9" fmla="*/ 2147483646 h 965"/>
              <a:gd name="T10" fmla="*/ 2147483646 w 824"/>
              <a:gd name="T11" fmla="*/ 2147483646 h 965"/>
              <a:gd name="T12" fmla="*/ 2147483646 w 824"/>
              <a:gd name="T13" fmla="*/ 2147483646 h 965"/>
              <a:gd name="T14" fmla="*/ 2147483646 w 824"/>
              <a:gd name="T15" fmla="*/ 2147483646 h 965"/>
              <a:gd name="T16" fmla="*/ 2147483646 w 824"/>
              <a:gd name="T17" fmla="*/ 2147483646 h 965"/>
              <a:gd name="T18" fmla="*/ 2147483646 w 824"/>
              <a:gd name="T19" fmla="*/ 2147483646 h 965"/>
              <a:gd name="T20" fmla="*/ 2147483646 w 824"/>
              <a:gd name="T21" fmla="*/ 2147483646 h 965"/>
              <a:gd name="T22" fmla="*/ 2147483646 w 824"/>
              <a:gd name="T23" fmla="*/ 2147483646 h 965"/>
              <a:gd name="T24" fmla="*/ 0 w 824"/>
              <a:gd name="T25" fmla="*/ 2147483646 h 965"/>
              <a:gd name="T26" fmla="*/ 2147483646 w 824"/>
              <a:gd name="T27" fmla="*/ 2147483646 h 965"/>
              <a:gd name="T28" fmla="*/ 2147483646 w 824"/>
              <a:gd name="T29" fmla="*/ 2147483646 h 965"/>
              <a:gd name="T30" fmla="*/ 2147483646 w 824"/>
              <a:gd name="T31" fmla="*/ 2147483646 h 965"/>
              <a:gd name="T32" fmla="*/ 2147483646 w 824"/>
              <a:gd name="T33" fmla="*/ 2147483646 h 965"/>
              <a:gd name="T34" fmla="*/ 2147483646 w 824"/>
              <a:gd name="T35" fmla="*/ 2147483646 h 965"/>
              <a:gd name="T36" fmla="*/ 2147483646 w 824"/>
              <a:gd name="T37" fmla="*/ 2147483646 h 965"/>
              <a:gd name="T38" fmla="*/ 2147483646 w 824"/>
              <a:gd name="T39" fmla="*/ 2147483646 h 965"/>
              <a:gd name="T40" fmla="*/ 2147483646 w 824"/>
              <a:gd name="T41" fmla="*/ 2147483646 h 965"/>
              <a:gd name="T42" fmla="*/ 2147483646 w 824"/>
              <a:gd name="T43" fmla="*/ 2147483646 h 965"/>
              <a:gd name="T44" fmla="*/ 2147483646 w 824"/>
              <a:gd name="T45" fmla="*/ 2147483646 h 965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824"/>
              <a:gd name="T70" fmla="*/ 0 h 965"/>
              <a:gd name="T71" fmla="*/ 824 w 824"/>
              <a:gd name="T72" fmla="*/ 965 h 965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824" h="965">
                <a:moveTo>
                  <a:pt x="672" y="854"/>
                </a:moveTo>
                <a:cubicBezTo>
                  <a:pt x="720" y="830"/>
                  <a:pt x="824" y="835"/>
                  <a:pt x="816" y="782"/>
                </a:cubicBezTo>
                <a:cubicBezTo>
                  <a:pt x="800" y="669"/>
                  <a:pt x="812" y="525"/>
                  <a:pt x="744" y="434"/>
                </a:cubicBezTo>
                <a:cubicBezTo>
                  <a:pt x="716" y="349"/>
                  <a:pt x="749" y="457"/>
                  <a:pt x="720" y="302"/>
                </a:cubicBezTo>
                <a:cubicBezTo>
                  <a:pt x="706" y="227"/>
                  <a:pt x="676" y="156"/>
                  <a:pt x="648" y="86"/>
                </a:cubicBezTo>
                <a:cubicBezTo>
                  <a:pt x="621" y="18"/>
                  <a:pt x="629" y="40"/>
                  <a:pt x="552" y="14"/>
                </a:cubicBezTo>
                <a:cubicBezTo>
                  <a:pt x="540" y="10"/>
                  <a:pt x="516" y="2"/>
                  <a:pt x="516" y="2"/>
                </a:cubicBezTo>
                <a:cubicBezTo>
                  <a:pt x="452" y="6"/>
                  <a:pt x="388" y="14"/>
                  <a:pt x="324" y="14"/>
                </a:cubicBezTo>
                <a:cubicBezTo>
                  <a:pt x="308" y="14"/>
                  <a:pt x="292" y="0"/>
                  <a:pt x="276" y="2"/>
                </a:cubicBezTo>
                <a:cubicBezTo>
                  <a:pt x="211" y="12"/>
                  <a:pt x="84" y="50"/>
                  <a:pt x="84" y="50"/>
                </a:cubicBezTo>
                <a:cubicBezTo>
                  <a:pt x="76" y="66"/>
                  <a:pt x="73" y="85"/>
                  <a:pt x="60" y="98"/>
                </a:cubicBezTo>
                <a:cubicBezTo>
                  <a:pt x="51" y="107"/>
                  <a:pt x="33" y="101"/>
                  <a:pt x="24" y="110"/>
                </a:cubicBezTo>
                <a:cubicBezTo>
                  <a:pt x="11" y="123"/>
                  <a:pt x="8" y="142"/>
                  <a:pt x="0" y="158"/>
                </a:cubicBezTo>
                <a:cubicBezTo>
                  <a:pt x="26" y="235"/>
                  <a:pt x="38" y="306"/>
                  <a:pt x="48" y="386"/>
                </a:cubicBezTo>
                <a:cubicBezTo>
                  <a:pt x="41" y="442"/>
                  <a:pt x="20" y="498"/>
                  <a:pt x="24" y="554"/>
                </a:cubicBezTo>
                <a:cubicBezTo>
                  <a:pt x="26" y="587"/>
                  <a:pt x="44" y="617"/>
                  <a:pt x="48" y="650"/>
                </a:cubicBezTo>
                <a:cubicBezTo>
                  <a:pt x="52" y="682"/>
                  <a:pt x="33" y="728"/>
                  <a:pt x="60" y="746"/>
                </a:cubicBezTo>
                <a:cubicBezTo>
                  <a:pt x="176" y="823"/>
                  <a:pt x="313" y="864"/>
                  <a:pt x="444" y="914"/>
                </a:cubicBezTo>
                <a:cubicBezTo>
                  <a:pt x="482" y="929"/>
                  <a:pt x="524" y="930"/>
                  <a:pt x="564" y="938"/>
                </a:cubicBezTo>
                <a:cubicBezTo>
                  <a:pt x="576" y="946"/>
                  <a:pt x="586" y="965"/>
                  <a:pt x="600" y="962"/>
                </a:cubicBezTo>
                <a:cubicBezTo>
                  <a:pt x="614" y="959"/>
                  <a:pt x="615" y="937"/>
                  <a:pt x="624" y="926"/>
                </a:cubicBezTo>
                <a:cubicBezTo>
                  <a:pt x="635" y="913"/>
                  <a:pt x="645" y="898"/>
                  <a:pt x="660" y="890"/>
                </a:cubicBezTo>
                <a:cubicBezTo>
                  <a:pt x="724" y="854"/>
                  <a:pt x="778" y="875"/>
                  <a:pt x="672" y="854"/>
                </a:cubicBezTo>
                <a:close/>
              </a:path>
            </a:pathLst>
          </a:custGeom>
          <a:noFill/>
          <a:ln w="76200" cap="flat" cmpd="sng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8704" name="Text Box 64"/>
          <p:cNvSpPr txBox="1">
            <a:spLocks noChangeArrowheads="1"/>
          </p:cNvSpPr>
          <p:nvPr/>
        </p:nvSpPr>
        <p:spPr bwMode="auto">
          <a:xfrm>
            <a:off x="609600" y="6019800"/>
            <a:ext cx="2895600" cy="579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>
                <a:solidFill>
                  <a:srgbClr val="010000"/>
                </a:solidFill>
              </a:rPr>
              <a:t>Delete</a:t>
            </a:r>
            <a:r>
              <a:rPr lang="en-US" altLang="en-US">
                <a:solidFill>
                  <a:schemeClr val="hlink"/>
                </a:solidFill>
              </a:rPr>
              <a:t> 1001</a:t>
            </a:r>
            <a:r>
              <a:rPr lang="en-US" altLang="en-US">
                <a:solidFill>
                  <a:schemeClr val="bg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2162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03" grpId="0" animBg="1"/>
      <p:bldP spid="368704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Delete </a:t>
            </a:r>
          </a:p>
        </p:txBody>
      </p:sp>
      <p:grpSp>
        <p:nvGrpSpPr>
          <p:cNvPr id="30723" name="Group 3"/>
          <p:cNvGrpSpPr>
            <a:grpSpLocks/>
          </p:cNvGrpSpPr>
          <p:nvPr/>
        </p:nvGrpSpPr>
        <p:grpSpPr bwMode="auto">
          <a:xfrm>
            <a:off x="0" y="1143000"/>
            <a:ext cx="9144000" cy="4806950"/>
            <a:chOff x="0" y="720"/>
            <a:chExt cx="5760" cy="3028"/>
          </a:xfrm>
        </p:grpSpPr>
        <p:grpSp>
          <p:nvGrpSpPr>
            <p:cNvPr id="30724" name="Group 4"/>
            <p:cNvGrpSpPr>
              <a:grpSpLocks/>
            </p:cNvGrpSpPr>
            <p:nvPr/>
          </p:nvGrpSpPr>
          <p:grpSpPr bwMode="auto">
            <a:xfrm>
              <a:off x="0" y="3168"/>
              <a:ext cx="816" cy="336"/>
              <a:chOff x="528" y="3216"/>
              <a:chExt cx="816" cy="336"/>
            </a:xfrm>
          </p:grpSpPr>
          <p:sp>
            <p:nvSpPr>
              <p:cNvPr id="30772" name="Oval 5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0773" name="Text Box 6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0001</a:t>
                </a:r>
              </a:p>
            </p:txBody>
          </p:sp>
        </p:grpSp>
        <p:sp>
          <p:nvSpPr>
            <p:cNvPr id="30725" name="Oval 7"/>
            <p:cNvSpPr>
              <a:spLocks noChangeArrowheads="1"/>
            </p:cNvSpPr>
            <p:nvPr/>
          </p:nvSpPr>
          <p:spPr bwMode="auto">
            <a:xfrm>
              <a:off x="4224" y="182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30726" name="Line 8"/>
            <p:cNvSpPr>
              <a:spLocks noChangeShapeType="1"/>
            </p:cNvSpPr>
            <p:nvPr/>
          </p:nvSpPr>
          <p:spPr bwMode="auto">
            <a:xfrm>
              <a:off x="3072" y="1152"/>
              <a:ext cx="1248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727" name="Line 9"/>
            <p:cNvSpPr>
              <a:spLocks noChangeShapeType="1"/>
            </p:cNvSpPr>
            <p:nvPr/>
          </p:nvSpPr>
          <p:spPr bwMode="auto">
            <a:xfrm flipH="1">
              <a:off x="3216" y="2064"/>
              <a:ext cx="1056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728" name="Line 10"/>
            <p:cNvSpPr>
              <a:spLocks noChangeShapeType="1"/>
            </p:cNvSpPr>
            <p:nvPr/>
          </p:nvSpPr>
          <p:spPr bwMode="auto">
            <a:xfrm>
              <a:off x="4416" y="2064"/>
              <a:ext cx="624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729" name="Text Box 11"/>
            <p:cNvSpPr txBox="1">
              <a:spLocks noChangeArrowheads="1"/>
            </p:cNvSpPr>
            <p:nvPr/>
          </p:nvSpPr>
          <p:spPr bwMode="auto">
            <a:xfrm>
              <a:off x="3552" y="211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30730" name="Text Box 12"/>
            <p:cNvSpPr txBox="1">
              <a:spLocks noChangeArrowheads="1"/>
            </p:cNvSpPr>
            <p:nvPr/>
          </p:nvSpPr>
          <p:spPr bwMode="auto">
            <a:xfrm>
              <a:off x="4752" y="2160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30731" name="Oval 13"/>
            <p:cNvSpPr>
              <a:spLocks noChangeArrowheads="1"/>
            </p:cNvSpPr>
            <p:nvPr/>
          </p:nvSpPr>
          <p:spPr bwMode="auto">
            <a:xfrm>
              <a:off x="2784" y="96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30732" name="Oval 14"/>
            <p:cNvSpPr>
              <a:spLocks noChangeArrowheads="1"/>
            </p:cNvSpPr>
            <p:nvPr/>
          </p:nvSpPr>
          <p:spPr bwMode="auto">
            <a:xfrm>
              <a:off x="720" y="254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30733" name="Line 15"/>
            <p:cNvSpPr>
              <a:spLocks noChangeShapeType="1"/>
            </p:cNvSpPr>
            <p:nvPr/>
          </p:nvSpPr>
          <p:spPr bwMode="auto">
            <a:xfrm flipH="1">
              <a:off x="1248" y="1152"/>
              <a:ext cx="1536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734" name="Line 16"/>
            <p:cNvSpPr>
              <a:spLocks noChangeShapeType="1"/>
            </p:cNvSpPr>
            <p:nvPr/>
          </p:nvSpPr>
          <p:spPr bwMode="auto">
            <a:xfrm flipH="1">
              <a:off x="524" y="2780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735" name="Line 17"/>
            <p:cNvSpPr>
              <a:spLocks noChangeShapeType="1"/>
            </p:cNvSpPr>
            <p:nvPr/>
          </p:nvSpPr>
          <p:spPr bwMode="auto">
            <a:xfrm>
              <a:off x="956" y="2780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30736" name="Group 18"/>
            <p:cNvGrpSpPr>
              <a:grpSpLocks/>
            </p:cNvGrpSpPr>
            <p:nvPr/>
          </p:nvGrpSpPr>
          <p:grpSpPr bwMode="auto">
            <a:xfrm>
              <a:off x="2880" y="2688"/>
              <a:ext cx="816" cy="336"/>
              <a:chOff x="528" y="3216"/>
              <a:chExt cx="816" cy="336"/>
            </a:xfrm>
          </p:grpSpPr>
          <p:sp>
            <p:nvSpPr>
              <p:cNvPr id="30770" name="Oval 19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0771" name="Text Box 20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1000</a:t>
                </a:r>
              </a:p>
            </p:txBody>
          </p:sp>
        </p:grpSp>
        <p:sp>
          <p:nvSpPr>
            <p:cNvPr id="30737" name="Text Box 21"/>
            <p:cNvSpPr txBox="1">
              <a:spLocks noChangeArrowheads="1"/>
            </p:cNvSpPr>
            <p:nvPr/>
          </p:nvSpPr>
          <p:spPr bwMode="auto">
            <a:xfrm>
              <a:off x="2016" y="81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30738" name="Text Box 22"/>
            <p:cNvSpPr txBox="1">
              <a:spLocks noChangeArrowheads="1"/>
            </p:cNvSpPr>
            <p:nvPr/>
          </p:nvSpPr>
          <p:spPr bwMode="auto">
            <a:xfrm>
              <a:off x="384" y="278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30739" name="Text Box 23"/>
            <p:cNvSpPr txBox="1">
              <a:spLocks noChangeArrowheads="1"/>
            </p:cNvSpPr>
            <p:nvPr/>
          </p:nvSpPr>
          <p:spPr bwMode="auto">
            <a:xfrm>
              <a:off x="3792" y="105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30740" name="Text Box 24"/>
            <p:cNvSpPr txBox="1">
              <a:spLocks noChangeArrowheads="1"/>
            </p:cNvSpPr>
            <p:nvPr/>
          </p:nvSpPr>
          <p:spPr bwMode="auto">
            <a:xfrm>
              <a:off x="1056" y="278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30741" name="Oval 25"/>
            <p:cNvSpPr>
              <a:spLocks noChangeArrowheads="1"/>
            </p:cNvSpPr>
            <p:nvPr/>
          </p:nvSpPr>
          <p:spPr bwMode="auto">
            <a:xfrm>
              <a:off x="4848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grpSp>
          <p:nvGrpSpPr>
            <p:cNvPr id="30742" name="Group 26"/>
            <p:cNvGrpSpPr>
              <a:grpSpLocks/>
            </p:cNvGrpSpPr>
            <p:nvPr/>
          </p:nvGrpSpPr>
          <p:grpSpPr bwMode="auto">
            <a:xfrm>
              <a:off x="4128" y="3364"/>
              <a:ext cx="816" cy="336"/>
              <a:chOff x="528" y="3216"/>
              <a:chExt cx="816" cy="336"/>
            </a:xfrm>
          </p:grpSpPr>
          <p:sp>
            <p:nvSpPr>
              <p:cNvPr id="30768" name="Oval 27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0769" name="Text Box 28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1100</a:t>
                </a:r>
              </a:p>
            </p:txBody>
          </p:sp>
        </p:grpSp>
        <p:grpSp>
          <p:nvGrpSpPr>
            <p:cNvPr id="30743" name="Group 29"/>
            <p:cNvGrpSpPr>
              <a:grpSpLocks/>
            </p:cNvGrpSpPr>
            <p:nvPr/>
          </p:nvGrpSpPr>
          <p:grpSpPr bwMode="auto">
            <a:xfrm>
              <a:off x="4944" y="3412"/>
              <a:ext cx="816" cy="336"/>
              <a:chOff x="528" y="3216"/>
              <a:chExt cx="816" cy="336"/>
            </a:xfrm>
          </p:grpSpPr>
          <p:sp>
            <p:nvSpPr>
              <p:cNvPr id="30766" name="Oval 30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0767" name="Text Box 31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1101</a:t>
                </a:r>
              </a:p>
            </p:txBody>
          </p:sp>
        </p:grpSp>
        <p:grpSp>
          <p:nvGrpSpPr>
            <p:cNvPr id="30744" name="Group 32"/>
            <p:cNvGrpSpPr>
              <a:grpSpLocks/>
            </p:cNvGrpSpPr>
            <p:nvPr/>
          </p:nvGrpSpPr>
          <p:grpSpPr bwMode="auto">
            <a:xfrm>
              <a:off x="4560" y="2976"/>
              <a:ext cx="332" cy="432"/>
              <a:chOff x="4560" y="2976"/>
              <a:chExt cx="332" cy="432"/>
            </a:xfrm>
          </p:grpSpPr>
          <p:sp>
            <p:nvSpPr>
              <p:cNvPr id="30764" name="Line 33"/>
              <p:cNvSpPr>
                <a:spLocks noChangeShapeType="1"/>
              </p:cNvSpPr>
              <p:nvPr/>
            </p:nvSpPr>
            <p:spPr bwMode="auto">
              <a:xfrm flipH="1">
                <a:off x="4652" y="2976"/>
                <a:ext cx="24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765" name="Text Box 34"/>
              <p:cNvSpPr txBox="1">
                <a:spLocks noChangeArrowheads="1"/>
              </p:cNvSpPr>
              <p:nvPr/>
            </p:nvSpPr>
            <p:spPr bwMode="auto">
              <a:xfrm>
                <a:off x="4560" y="3028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hlink"/>
                    </a:solidFill>
                  </a:rPr>
                  <a:t>0</a:t>
                </a:r>
              </a:p>
            </p:txBody>
          </p:sp>
        </p:grpSp>
        <p:grpSp>
          <p:nvGrpSpPr>
            <p:cNvPr id="30745" name="Group 35"/>
            <p:cNvGrpSpPr>
              <a:grpSpLocks/>
            </p:cNvGrpSpPr>
            <p:nvPr/>
          </p:nvGrpSpPr>
          <p:grpSpPr bwMode="auto">
            <a:xfrm>
              <a:off x="5084" y="2976"/>
              <a:ext cx="388" cy="480"/>
              <a:chOff x="5084" y="2976"/>
              <a:chExt cx="388" cy="480"/>
            </a:xfrm>
          </p:grpSpPr>
          <p:sp>
            <p:nvSpPr>
              <p:cNvPr id="30762" name="Line 36"/>
              <p:cNvSpPr>
                <a:spLocks noChangeShapeType="1"/>
              </p:cNvSpPr>
              <p:nvPr/>
            </p:nvSpPr>
            <p:spPr bwMode="auto">
              <a:xfrm>
                <a:off x="5084" y="2976"/>
                <a:ext cx="192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763" name="Text Box 37"/>
              <p:cNvSpPr txBox="1">
                <a:spLocks noChangeArrowheads="1"/>
              </p:cNvSpPr>
              <p:nvPr/>
            </p:nvSpPr>
            <p:spPr bwMode="auto">
              <a:xfrm>
                <a:off x="5184" y="3028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hlink"/>
                    </a:solidFill>
                  </a:rPr>
                  <a:t>1</a:t>
                </a:r>
              </a:p>
            </p:txBody>
          </p:sp>
        </p:grpSp>
        <p:sp>
          <p:nvSpPr>
            <p:cNvPr id="30746" name="Text Box 38"/>
            <p:cNvSpPr txBox="1">
              <a:spLocks noChangeArrowheads="1"/>
            </p:cNvSpPr>
            <p:nvPr/>
          </p:nvSpPr>
          <p:spPr bwMode="auto">
            <a:xfrm>
              <a:off x="2592" y="720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010000"/>
                  </a:solidFill>
                  <a:latin typeface="Arial Black" panose="020B0A04020102020204" pitchFamily="34" charset="0"/>
                </a:rPr>
                <a:t>1</a:t>
              </a:r>
            </a:p>
          </p:txBody>
        </p:sp>
        <p:sp>
          <p:nvSpPr>
            <p:cNvPr id="30747" name="Text Box 39"/>
            <p:cNvSpPr txBox="1">
              <a:spLocks noChangeArrowheads="1"/>
            </p:cNvSpPr>
            <p:nvPr/>
          </p:nvSpPr>
          <p:spPr bwMode="auto">
            <a:xfrm>
              <a:off x="4320" y="1536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010000"/>
                  </a:solidFill>
                  <a:latin typeface="Arial Black" panose="020B0A04020102020204" pitchFamily="34" charset="0"/>
                </a:rPr>
                <a:t>2</a:t>
              </a:r>
            </a:p>
          </p:txBody>
        </p:sp>
        <p:sp>
          <p:nvSpPr>
            <p:cNvPr id="30748" name="Text Box 40"/>
            <p:cNvSpPr txBox="1">
              <a:spLocks noChangeArrowheads="1"/>
            </p:cNvSpPr>
            <p:nvPr/>
          </p:nvSpPr>
          <p:spPr bwMode="auto">
            <a:xfrm>
              <a:off x="480" y="2352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010000"/>
                  </a:solidFill>
                  <a:latin typeface="Arial Black" panose="020B0A04020102020204" pitchFamily="34" charset="0"/>
                </a:rPr>
                <a:t>3</a:t>
              </a:r>
            </a:p>
          </p:txBody>
        </p:sp>
        <p:sp>
          <p:nvSpPr>
            <p:cNvPr id="30749" name="Text Box 41"/>
            <p:cNvSpPr txBox="1">
              <a:spLocks noChangeArrowheads="1"/>
            </p:cNvSpPr>
            <p:nvPr/>
          </p:nvSpPr>
          <p:spPr bwMode="auto">
            <a:xfrm>
              <a:off x="4608" y="2640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010000"/>
                  </a:solidFill>
                  <a:latin typeface="Arial Black" panose="020B0A04020102020204" pitchFamily="34" charset="0"/>
                </a:rPr>
                <a:t>4</a:t>
              </a:r>
            </a:p>
          </p:txBody>
        </p:sp>
        <p:grpSp>
          <p:nvGrpSpPr>
            <p:cNvPr id="30750" name="Group 42"/>
            <p:cNvGrpSpPr>
              <a:grpSpLocks/>
            </p:cNvGrpSpPr>
            <p:nvPr/>
          </p:nvGrpSpPr>
          <p:grpSpPr bwMode="auto">
            <a:xfrm>
              <a:off x="816" y="3216"/>
              <a:ext cx="816" cy="336"/>
              <a:chOff x="528" y="3216"/>
              <a:chExt cx="816" cy="336"/>
            </a:xfrm>
          </p:grpSpPr>
          <p:sp>
            <p:nvSpPr>
              <p:cNvPr id="30760" name="Oval 43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0761" name="Text Box 44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0011</a:t>
                </a:r>
              </a:p>
            </p:txBody>
          </p:sp>
        </p:grpSp>
        <p:sp>
          <p:nvSpPr>
            <p:cNvPr id="30751" name="Oval 45"/>
            <p:cNvSpPr>
              <a:spLocks noChangeArrowheads="1"/>
            </p:cNvSpPr>
            <p:nvPr/>
          </p:nvSpPr>
          <p:spPr bwMode="auto">
            <a:xfrm>
              <a:off x="1056" y="182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>
                <a:solidFill>
                  <a:srgbClr val="FFFF00"/>
                </a:solidFill>
              </a:endParaRPr>
            </a:p>
          </p:txBody>
        </p:sp>
        <p:sp>
          <p:nvSpPr>
            <p:cNvPr id="30752" name="Text Box 46"/>
            <p:cNvSpPr txBox="1">
              <a:spLocks noChangeArrowheads="1"/>
            </p:cNvSpPr>
            <p:nvPr/>
          </p:nvSpPr>
          <p:spPr bwMode="auto">
            <a:xfrm>
              <a:off x="816" y="1584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rgbClr val="010000"/>
                  </a:solidFill>
                  <a:latin typeface="Arial Black" panose="020B0A04020102020204" pitchFamily="34" charset="0"/>
                </a:rPr>
                <a:t>2</a:t>
              </a:r>
            </a:p>
          </p:txBody>
        </p:sp>
        <p:sp>
          <p:nvSpPr>
            <p:cNvPr id="30753" name="Line 47"/>
            <p:cNvSpPr>
              <a:spLocks noChangeShapeType="1"/>
            </p:cNvSpPr>
            <p:nvPr/>
          </p:nvSpPr>
          <p:spPr bwMode="auto">
            <a:xfrm flipH="1">
              <a:off x="912" y="2112"/>
              <a:ext cx="24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754" name="Text Box 48"/>
            <p:cNvSpPr txBox="1">
              <a:spLocks noChangeArrowheads="1"/>
            </p:cNvSpPr>
            <p:nvPr/>
          </p:nvSpPr>
          <p:spPr bwMode="auto">
            <a:xfrm>
              <a:off x="820" y="216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30755" name="Line 49"/>
            <p:cNvSpPr>
              <a:spLocks noChangeShapeType="1"/>
            </p:cNvSpPr>
            <p:nvPr/>
          </p:nvSpPr>
          <p:spPr bwMode="auto">
            <a:xfrm>
              <a:off x="1292" y="2060"/>
              <a:ext cx="19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30756" name="Group 50"/>
            <p:cNvGrpSpPr>
              <a:grpSpLocks/>
            </p:cNvGrpSpPr>
            <p:nvPr/>
          </p:nvGrpSpPr>
          <p:grpSpPr bwMode="auto">
            <a:xfrm>
              <a:off x="1152" y="2496"/>
              <a:ext cx="816" cy="336"/>
              <a:chOff x="528" y="3216"/>
              <a:chExt cx="816" cy="336"/>
            </a:xfrm>
          </p:grpSpPr>
          <p:sp>
            <p:nvSpPr>
              <p:cNvPr id="30758" name="Oval 51"/>
              <p:cNvSpPr>
                <a:spLocks noChangeArrowheads="1"/>
              </p:cNvSpPr>
              <p:nvPr/>
            </p:nvSpPr>
            <p:spPr bwMode="auto">
              <a:xfrm>
                <a:off x="528" y="3264"/>
                <a:ext cx="76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30759" name="Text Box 52"/>
              <p:cNvSpPr txBox="1">
                <a:spLocks noChangeArrowheads="1"/>
              </p:cNvSpPr>
              <p:nvPr/>
            </p:nvSpPr>
            <p:spPr bwMode="auto">
              <a:xfrm>
                <a:off x="672" y="3216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2800">
                    <a:solidFill>
                      <a:schemeClr val="bg2"/>
                    </a:solidFill>
                  </a:rPr>
                  <a:t>0100</a:t>
                </a:r>
              </a:p>
            </p:txBody>
          </p:sp>
        </p:grpSp>
        <p:sp>
          <p:nvSpPr>
            <p:cNvPr id="30757" name="Text Box 53"/>
            <p:cNvSpPr txBox="1">
              <a:spLocks noChangeArrowheads="1"/>
            </p:cNvSpPr>
            <p:nvPr/>
          </p:nvSpPr>
          <p:spPr bwMode="auto">
            <a:xfrm>
              <a:off x="1392" y="211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800">
                  <a:solidFill>
                    <a:schemeClr val="hlink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3631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en-US" altLang="en-US"/>
              <a:t>String/Pattern Matching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772400" cy="4876800"/>
          </a:xfrm>
        </p:spPr>
        <p:txBody>
          <a:bodyPr/>
          <a:lstStyle/>
          <a:p>
            <a:r>
              <a:rPr lang="en-US" altLang="en-US" dirty="0"/>
              <a:t>You are given a source string </a:t>
            </a:r>
            <a:r>
              <a:rPr lang="en-US" altLang="en-US" dirty="0">
                <a:solidFill>
                  <a:schemeClr val="hlink"/>
                </a:solidFill>
              </a:rPr>
              <a:t>S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Answer queries of the form: is the string </a:t>
            </a:r>
            <a:r>
              <a:rPr lang="en-US" altLang="en-US" dirty="0">
                <a:solidFill>
                  <a:schemeClr val="hlink"/>
                </a:solidFill>
              </a:rPr>
              <a:t>p</a:t>
            </a:r>
            <a:r>
              <a:rPr lang="en-US" altLang="en-US" baseline="-25000" dirty="0">
                <a:solidFill>
                  <a:schemeClr val="hlink"/>
                </a:solidFill>
              </a:rPr>
              <a:t>i</a:t>
            </a:r>
            <a:r>
              <a:rPr lang="en-US" altLang="en-US" baseline="-25000" dirty="0"/>
              <a:t> </a:t>
            </a:r>
            <a:r>
              <a:rPr lang="en-US" altLang="en-US" dirty="0"/>
              <a:t>a substring of </a:t>
            </a:r>
            <a:r>
              <a:rPr lang="en-US" altLang="en-US" dirty="0">
                <a:solidFill>
                  <a:schemeClr val="hlink"/>
                </a:solidFill>
              </a:rPr>
              <a:t>S</a:t>
            </a:r>
            <a:r>
              <a:rPr lang="en-US" altLang="en-US" dirty="0"/>
              <a:t>?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1974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5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5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5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5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091" grpId="0" build="p" bldLvl="3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Brute-Force Algorithm</a:t>
            </a:r>
          </a:p>
        </p:txBody>
      </p:sp>
      <p:sp>
        <p:nvSpPr>
          <p:cNvPr id="15363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38862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brute-force pattern matching algorithm compares the pattern </a:t>
            </a:r>
            <a:r>
              <a:rPr lang="en-US" altLang="en-US" sz="2000" b="1" i="1"/>
              <a:t>P</a:t>
            </a:r>
            <a:r>
              <a:rPr lang="en-US" altLang="en-US" sz="2000"/>
              <a:t> with the text </a:t>
            </a:r>
            <a:r>
              <a:rPr lang="en-US" altLang="en-US" sz="2000" b="1" i="1"/>
              <a:t>T</a:t>
            </a:r>
            <a:r>
              <a:rPr lang="en-US" altLang="en-US" sz="2000"/>
              <a:t> for each possible shift of </a:t>
            </a:r>
            <a:r>
              <a:rPr lang="en-US" altLang="en-US" sz="2000" b="1" i="1"/>
              <a:t>P</a:t>
            </a:r>
            <a:r>
              <a:rPr lang="en-US" altLang="en-US" sz="2000"/>
              <a:t> relative to </a:t>
            </a:r>
            <a:r>
              <a:rPr lang="en-US" altLang="en-US" sz="2000" b="1" i="1"/>
              <a:t>T</a:t>
            </a:r>
            <a:r>
              <a:rPr lang="en-US" altLang="en-US" sz="2000"/>
              <a:t>, until either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 match is found, 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all placements of the pattern have been tried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Brute-force pattern matching runs in time </a:t>
            </a:r>
            <a:r>
              <a:rPr lang="en-US" altLang="en-US" sz="2000" b="1" i="1"/>
              <a:t>O</a:t>
            </a:r>
            <a:r>
              <a:rPr lang="en-US" altLang="en-US" sz="2000"/>
              <a:t>(</a:t>
            </a:r>
            <a:r>
              <a:rPr lang="en-US" altLang="en-US" sz="2000" b="1" i="1"/>
              <a:t>nm</a:t>
            </a:r>
            <a:r>
              <a:rPr lang="en-US" altLang="en-US" sz="2000"/>
              <a:t>)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Example of worst case: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/>
              <a:t>T </a:t>
            </a:r>
            <a:r>
              <a:rPr lang="en-US" altLang="en-US" sz="1800">
                <a:latin typeface="Symbol" panose="05050102010706020507" pitchFamily="18" charset="2"/>
              </a:rPr>
              <a:t>=</a:t>
            </a:r>
            <a:r>
              <a:rPr lang="en-US" altLang="en-US" sz="1800" b="1" i="1"/>
              <a:t> aaa … ah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/>
              <a:t>P </a:t>
            </a:r>
            <a:r>
              <a:rPr lang="en-US" altLang="en-US" sz="1800">
                <a:latin typeface="Symbol" panose="05050102010706020507" pitchFamily="18" charset="2"/>
              </a:rPr>
              <a:t>=</a:t>
            </a:r>
            <a:r>
              <a:rPr lang="en-US" altLang="en-US" sz="1800" b="1" i="1"/>
              <a:t> aaah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may occur in images and DNA sequences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unlikely in English text</a:t>
            </a:r>
          </a:p>
        </p:txBody>
      </p:sp>
      <p:sp>
        <p:nvSpPr>
          <p:cNvPr id="9222" name="Text Box 1028"/>
          <p:cNvSpPr txBox="1">
            <a:spLocks noChangeArrowheads="1"/>
          </p:cNvSpPr>
          <p:nvPr/>
        </p:nvSpPr>
        <p:spPr bwMode="auto">
          <a:xfrm>
            <a:off x="4495800" y="1460500"/>
            <a:ext cx="4419600" cy="53403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342900" defTabSz="3429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628650" indent="-228600" defTabSz="3429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3429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BruteForceMatch</a:t>
            </a: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T, P</a:t>
            </a: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000" dirty="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text 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T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of size 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and pattern </a:t>
            </a:r>
            <a:b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P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of size 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m</a:t>
            </a:r>
            <a:endParaRPr lang="en-US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starting index of a </a:t>
            </a:r>
            <a:b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		substring of 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equal to 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P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or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b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		if no such substring exists </a:t>
            </a: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for </a:t>
            </a:r>
            <a:r>
              <a:rPr lang="en-US" altLang="en-US" sz="20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0 </a:t>
            </a:r>
            <a:r>
              <a:rPr lang="en-US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to 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m</a:t>
            </a: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2000" b="1" i="1" dirty="0">
                <a:latin typeface="Times New Roman" panose="02020603050405020304" pitchFamily="18" charset="0"/>
              </a:rPr>
              <a:t>	</a:t>
            </a:r>
            <a:r>
              <a:rPr lang="en-US" altLang="en-US" sz="2000" dirty="0">
                <a:latin typeface="Times New Roman" panose="02020603050405020304" pitchFamily="18" charset="0"/>
              </a:rPr>
              <a:t>{ test shift 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 of the pattern }</a:t>
            </a: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2000" dirty="0">
                <a:latin typeface="Times New Roman" panose="02020603050405020304" pitchFamily="18" charset="0"/>
              </a:rPr>
              <a:t>	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0</a:t>
            </a:r>
            <a:endParaRPr lang="en-US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2000" dirty="0">
                <a:latin typeface="Times New Roman" panose="02020603050405020304" pitchFamily="18" charset="0"/>
              </a:rPr>
              <a:t>	</a:t>
            </a: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while 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&lt;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m </a:t>
            </a:r>
            <a:r>
              <a:rPr lang="en-US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</a:t>
            </a: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          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T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0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+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j</a:t>
            </a:r>
            <a:r>
              <a:rPr lang="en-US" altLang="en-US" sz="20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=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P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]</a:t>
            </a:r>
            <a:endParaRPr lang="en-US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if  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=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m</a:t>
            </a: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return </a:t>
            </a:r>
            <a:r>
              <a:rPr lang="en-US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{match at 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}</a:t>
            </a:r>
            <a:endParaRPr lang="en-US" altLang="en-US" sz="2000" b="1" i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	break </a:t>
            </a:r>
            <a:r>
              <a:rPr lang="en-US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while loop </a:t>
            </a:r>
            <a:r>
              <a:rPr lang="en-US" altLang="en-US" sz="2000" dirty="0">
                <a:latin typeface="Times New Roman" panose="02020603050405020304" pitchFamily="18" charset="0"/>
              </a:rPr>
              <a:t>{mismatch}</a:t>
            </a: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return  </a:t>
            </a:r>
            <a:r>
              <a:rPr lang="en-US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-1</a:t>
            </a:r>
            <a:r>
              <a:rPr lang="en-US" altLang="en-US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{no match anywhere}</a:t>
            </a:r>
          </a:p>
        </p:txBody>
      </p:sp>
    </p:spTree>
    <p:extLst>
      <p:ext uri="{BB962C8B-B14F-4D97-AF65-F5344CB8AC3E}">
        <p14:creationId xmlns:p14="http://schemas.microsoft.com/office/powerpoint/2010/main" val="8429124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KMP Algorithm</a:t>
            </a:r>
          </a:p>
        </p:txBody>
      </p:sp>
      <p:sp>
        <p:nvSpPr>
          <p:cNvPr id="655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23850" y="1557338"/>
            <a:ext cx="3962400" cy="4724400"/>
          </a:xfrm>
        </p:spPr>
        <p:txBody>
          <a:bodyPr/>
          <a:lstStyle/>
          <a:p>
            <a:pPr eaLnBrk="1" hangingPunct="1"/>
            <a:r>
              <a:rPr lang="en-US" altLang="en-US" sz="2000"/>
              <a:t>The failure function can be represented by an array and can be computed in </a:t>
            </a:r>
            <a:r>
              <a:rPr lang="en-US" altLang="en-US" sz="2000" b="1" i="1"/>
              <a:t>O</a:t>
            </a:r>
            <a:r>
              <a:rPr lang="en-US" altLang="en-US" sz="2000"/>
              <a:t>(</a:t>
            </a:r>
            <a:r>
              <a:rPr lang="en-US" altLang="en-US" sz="2000" b="1" i="1"/>
              <a:t>m</a:t>
            </a:r>
            <a:r>
              <a:rPr lang="en-US" altLang="en-US" sz="2000"/>
              <a:t>) time</a:t>
            </a:r>
          </a:p>
          <a:p>
            <a:pPr eaLnBrk="1" hangingPunct="1"/>
            <a:r>
              <a:rPr lang="en-US" altLang="en-US" sz="2000"/>
              <a:t>At each iteration of the while-loop, either</a:t>
            </a:r>
          </a:p>
          <a:p>
            <a:pPr lvl="1" eaLnBrk="1" hangingPunct="1"/>
            <a:r>
              <a:rPr lang="en-US" altLang="en-US" sz="1800" b="1" i="1"/>
              <a:t>i</a:t>
            </a:r>
            <a:r>
              <a:rPr lang="en-US" altLang="en-US" sz="1800"/>
              <a:t> increases by one, or</a:t>
            </a:r>
          </a:p>
          <a:p>
            <a:pPr lvl="1" eaLnBrk="1" hangingPunct="1"/>
            <a:r>
              <a:rPr lang="en-US" altLang="en-US" sz="1800"/>
              <a:t>the shift amount </a:t>
            </a:r>
            <a:r>
              <a:rPr lang="en-US" altLang="en-US" sz="1800" b="1" i="1"/>
              <a:t>i </a:t>
            </a:r>
            <a:r>
              <a:rPr lang="en-US" altLang="en-US" sz="1800">
                <a:latin typeface="Symbol" panose="05050102010706020507" pitchFamily="18" charset="2"/>
              </a:rPr>
              <a:t>-</a:t>
            </a:r>
            <a:r>
              <a:rPr lang="en-US" altLang="en-US" sz="1800" b="1" i="1"/>
              <a:t> j</a:t>
            </a:r>
            <a:r>
              <a:rPr lang="en-US" altLang="en-US" sz="1800"/>
              <a:t> increases by at least one (observe that </a:t>
            </a:r>
            <a:r>
              <a:rPr lang="en-US" altLang="en-US" sz="1800" b="1" i="1"/>
              <a:t>F</a:t>
            </a:r>
            <a:r>
              <a:rPr lang="en-US" altLang="en-US" sz="1800"/>
              <a:t>(</a:t>
            </a:r>
            <a:r>
              <a:rPr lang="en-US" altLang="en-US" sz="1800" b="1" i="1">
                <a:sym typeface="Symbol" panose="05050102010706020507" pitchFamily="18" charset="2"/>
              </a:rPr>
              <a:t>j</a:t>
            </a:r>
            <a:r>
              <a:rPr lang="en-US" altLang="en-US" sz="1800" b="1" i="1"/>
              <a:t> </a:t>
            </a:r>
            <a:r>
              <a:rPr lang="en-US" altLang="en-US" sz="1800"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/>
              <a:t> </a:t>
            </a:r>
            <a:r>
              <a:rPr lang="en-US" altLang="en-US" sz="1800">
                <a:sym typeface="Symbol" panose="05050102010706020507" pitchFamily="18" charset="2"/>
              </a:rPr>
              <a:t>1</a:t>
            </a:r>
            <a:r>
              <a:rPr lang="en-US" altLang="en-US" sz="1800"/>
              <a:t>)</a:t>
            </a:r>
            <a:r>
              <a:rPr lang="en-US" altLang="en-US" sz="1800" b="1" i="1"/>
              <a:t> </a:t>
            </a:r>
            <a:r>
              <a:rPr lang="en-US" altLang="en-US" sz="1800">
                <a:sym typeface="Symbol" panose="05050102010706020507" pitchFamily="18" charset="2"/>
              </a:rPr>
              <a:t>&lt; </a:t>
            </a:r>
            <a:r>
              <a:rPr lang="en-US" altLang="en-US" sz="1800" b="1" i="1"/>
              <a:t>j</a:t>
            </a:r>
            <a:r>
              <a:rPr lang="en-US" altLang="en-US" sz="1800"/>
              <a:t>)</a:t>
            </a:r>
          </a:p>
          <a:p>
            <a:pPr eaLnBrk="1" hangingPunct="1"/>
            <a:r>
              <a:rPr lang="en-US" altLang="en-US" sz="2000"/>
              <a:t>Hence, there are no more than 2</a:t>
            </a:r>
            <a:r>
              <a:rPr lang="en-US" altLang="en-US" sz="2000" b="1" i="1"/>
              <a:t>n </a:t>
            </a:r>
            <a:r>
              <a:rPr lang="en-US" altLang="en-US" sz="2000"/>
              <a:t>iterations of the while-loop</a:t>
            </a:r>
          </a:p>
          <a:p>
            <a:pPr eaLnBrk="1" hangingPunct="1"/>
            <a:r>
              <a:rPr lang="en-US" altLang="en-US" sz="2000"/>
              <a:t>Thus, KMP’s algorithm runs in optimal time </a:t>
            </a:r>
            <a:r>
              <a:rPr lang="en-US" altLang="en-US" sz="2000" b="1" i="1"/>
              <a:t>O</a:t>
            </a:r>
            <a:r>
              <a:rPr lang="en-US" altLang="en-US" sz="2000"/>
              <a:t>(</a:t>
            </a:r>
            <a:r>
              <a:rPr lang="en-US" altLang="en-US" sz="2000" b="1" i="1"/>
              <a:t>m </a:t>
            </a:r>
            <a:r>
              <a:rPr lang="en-US" altLang="en-US" sz="2000">
                <a:latin typeface="Symbol" panose="05050102010706020507" pitchFamily="18" charset="2"/>
              </a:rPr>
              <a:t>+</a:t>
            </a:r>
            <a:r>
              <a:rPr lang="en-US" altLang="en-US" sz="2000" b="1" i="1"/>
              <a:t> n</a:t>
            </a:r>
            <a:r>
              <a:rPr lang="en-US" altLang="en-US" sz="2000"/>
              <a:t>)</a:t>
            </a:r>
          </a:p>
        </p:txBody>
      </p:sp>
      <p:sp>
        <p:nvSpPr>
          <p:cNvPr id="12294" name="Text Box 4"/>
          <p:cNvSpPr txBox="1">
            <a:spLocks noChangeArrowheads="1"/>
          </p:cNvSpPr>
          <p:nvPr/>
        </p:nvSpPr>
        <p:spPr bwMode="auto">
          <a:xfrm>
            <a:off x="4876800" y="1600200"/>
            <a:ext cx="3886200" cy="43672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342900" defTabSz="3429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628650" indent="-228600" defTabSz="3429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3429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KMPMatch</a:t>
            </a:r>
            <a:r>
              <a:rPr lang="en-US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T, P</a:t>
            </a:r>
            <a:r>
              <a:rPr lang="en-US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F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failureFunction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0</a:t>
            </a:r>
            <a:endParaRPr lang="en-US" altLang="en-US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0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while </a:t>
            </a:r>
            <a:r>
              <a:rPr lang="en-US" altLang="en-US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&lt;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en-US" altLang="en-US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if 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P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]   /*Char match*/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if  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18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return  </a:t>
            </a:r>
            <a:r>
              <a:rPr lang="en-US" altLang="en-US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</a:rPr>
              <a:t>{ match }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</a:rPr>
              <a:t>	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else                 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	if  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&gt;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0</a:t>
            </a:r>
            <a:endParaRPr lang="en-US" altLang="en-US" sz="18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18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]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  <a:endParaRPr lang="en-US" altLang="en-US" sz="1800" b="1" i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return  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</a:rPr>
              <a:t>{ no match }</a:t>
            </a:r>
          </a:p>
        </p:txBody>
      </p:sp>
    </p:spTree>
    <p:extLst>
      <p:ext uri="{BB962C8B-B14F-4D97-AF65-F5344CB8AC3E}">
        <p14:creationId xmlns:p14="http://schemas.microsoft.com/office/powerpoint/2010/main" val="781292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Analysis</a:t>
            </a:r>
          </a:p>
        </p:txBody>
      </p:sp>
      <p:sp>
        <p:nvSpPr>
          <p:cNvPr id="870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3810000" cy="41148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Boyer-Moore’s algorithm runs in time </a:t>
            </a:r>
            <a:r>
              <a:rPr lang="en-US" altLang="en-US" sz="2000" b="1" i="1" dirty="0"/>
              <a:t>O</a:t>
            </a:r>
            <a:r>
              <a:rPr lang="en-US" altLang="en-US" sz="2000" dirty="0"/>
              <a:t>(</a:t>
            </a:r>
            <a:r>
              <a:rPr lang="en-US" altLang="en-US" sz="2000" b="1" i="1" dirty="0"/>
              <a:t>nm </a:t>
            </a:r>
            <a:r>
              <a:rPr lang="en-US" altLang="en-US" sz="2000" dirty="0">
                <a:latin typeface="Symbol" panose="05050102010706020507" pitchFamily="18" charset="2"/>
              </a:rPr>
              <a:t>+</a:t>
            </a:r>
            <a:r>
              <a:rPr lang="en-US" altLang="en-US" sz="2000" b="1" i="1" dirty="0"/>
              <a:t> s</a:t>
            </a:r>
            <a:r>
              <a:rPr lang="en-US" altLang="en-US" sz="2000" dirty="0"/>
              <a:t>)</a:t>
            </a:r>
          </a:p>
          <a:p>
            <a:pPr eaLnBrk="1" hangingPunct="1"/>
            <a:r>
              <a:rPr lang="en-US" altLang="en-US" sz="2000" dirty="0"/>
              <a:t>Example of worst case:</a:t>
            </a:r>
          </a:p>
          <a:p>
            <a:pPr lvl="1" eaLnBrk="1" hangingPunct="1"/>
            <a:r>
              <a:rPr lang="en-US" altLang="en-US" sz="1800" b="1" i="1" dirty="0"/>
              <a:t>T </a:t>
            </a:r>
            <a:r>
              <a:rPr lang="en-US" altLang="en-US" sz="1800" dirty="0">
                <a:latin typeface="Symbol" panose="05050102010706020507" pitchFamily="18" charset="2"/>
              </a:rPr>
              <a:t>=</a:t>
            </a:r>
            <a:r>
              <a:rPr lang="en-US" altLang="en-US" sz="1800" b="1" i="1" dirty="0"/>
              <a:t> </a:t>
            </a:r>
            <a:r>
              <a:rPr lang="en-US" altLang="en-US" sz="1800" b="1" i="1" dirty="0" err="1"/>
              <a:t>aaa</a:t>
            </a:r>
            <a:r>
              <a:rPr lang="en-US" altLang="en-US" sz="1800" b="1" i="1" dirty="0"/>
              <a:t> … a</a:t>
            </a:r>
          </a:p>
          <a:p>
            <a:pPr lvl="1" eaLnBrk="1" hangingPunct="1"/>
            <a:r>
              <a:rPr lang="en-US" altLang="en-US" sz="1800" b="1" i="1" dirty="0"/>
              <a:t>P </a:t>
            </a:r>
            <a:r>
              <a:rPr lang="en-US" altLang="en-US" sz="1800" dirty="0">
                <a:latin typeface="Symbol" panose="05050102010706020507" pitchFamily="18" charset="2"/>
              </a:rPr>
              <a:t>=</a:t>
            </a:r>
            <a:r>
              <a:rPr lang="en-US" altLang="en-US" sz="1800" b="1" i="1" dirty="0"/>
              <a:t> </a:t>
            </a:r>
            <a:r>
              <a:rPr lang="en-US" altLang="en-US" sz="1800" b="1" i="1" dirty="0" err="1"/>
              <a:t>baaa</a:t>
            </a:r>
            <a:endParaRPr lang="en-US" altLang="en-US" sz="1800" b="1" i="1" dirty="0"/>
          </a:p>
          <a:p>
            <a:pPr eaLnBrk="1" hangingPunct="1"/>
            <a:r>
              <a:rPr lang="en-US" altLang="en-US" sz="2000" dirty="0"/>
              <a:t>The worst case may occur in images and DNA sequences but is unlikely in English text</a:t>
            </a:r>
          </a:p>
          <a:p>
            <a:pPr eaLnBrk="1" hangingPunct="1"/>
            <a:r>
              <a:rPr lang="en-US" altLang="en-US" sz="2000" dirty="0"/>
              <a:t>Boyer-Moore’s algorithm is significantly faster than the brute-force algorithm on English text</a:t>
            </a:r>
          </a:p>
        </p:txBody>
      </p:sp>
      <p:graphicFrame>
        <p:nvGraphicFramePr>
          <p:cNvPr id="87044" name="Object 7"/>
          <p:cNvGraphicFramePr>
            <a:graphicFrameLocks noChangeAspect="1"/>
          </p:cNvGraphicFramePr>
          <p:nvPr/>
        </p:nvGraphicFramePr>
        <p:xfrm>
          <a:off x="4572000" y="1828800"/>
          <a:ext cx="4103688" cy="394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VISIO" r:id="rId3" imgW="2342880" imgH="2266560" progId="Visio.Drawing.6">
                  <p:embed/>
                </p:oleObj>
              </mc:Choice>
              <mc:Fallback>
                <p:oleObj name="VISIO" r:id="rId3" imgW="2342880" imgH="2266560" progId="Visio.Drawing.6">
                  <p:embed/>
                  <p:pic>
                    <p:nvPicPr>
                      <p:cNvPr id="8704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828800"/>
                        <a:ext cx="4103688" cy="394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39066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en-US" altLang="en-US"/>
              <a:t>String/Pattern Matching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772400" cy="4876800"/>
          </a:xfrm>
        </p:spPr>
        <p:txBody>
          <a:bodyPr/>
          <a:lstStyle/>
          <a:p>
            <a:r>
              <a:rPr lang="en-US" altLang="en-US" dirty="0"/>
              <a:t>You are given a source string </a:t>
            </a:r>
            <a:r>
              <a:rPr lang="en-US" altLang="en-US" dirty="0">
                <a:solidFill>
                  <a:schemeClr val="hlink"/>
                </a:solidFill>
              </a:rPr>
              <a:t>S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Answer queries of the form: is the string </a:t>
            </a:r>
            <a:r>
              <a:rPr lang="en-US" altLang="en-US" dirty="0">
                <a:solidFill>
                  <a:schemeClr val="hlink"/>
                </a:solidFill>
              </a:rPr>
              <a:t>p</a:t>
            </a:r>
            <a:r>
              <a:rPr lang="en-US" altLang="en-US" baseline="-25000" dirty="0">
                <a:solidFill>
                  <a:schemeClr val="hlink"/>
                </a:solidFill>
              </a:rPr>
              <a:t>i</a:t>
            </a:r>
            <a:r>
              <a:rPr lang="en-US" altLang="en-US" baseline="-25000" dirty="0"/>
              <a:t> </a:t>
            </a:r>
            <a:r>
              <a:rPr lang="en-US" altLang="en-US" dirty="0"/>
              <a:t>a substring of </a:t>
            </a:r>
            <a:r>
              <a:rPr lang="en-US" altLang="en-US" dirty="0">
                <a:solidFill>
                  <a:schemeClr val="hlink"/>
                </a:solidFill>
              </a:rPr>
              <a:t>S</a:t>
            </a:r>
            <a:r>
              <a:rPr lang="en-US" altLang="en-US" dirty="0"/>
              <a:t>?</a:t>
            </a:r>
          </a:p>
          <a:p>
            <a:r>
              <a:rPr lang="en-US" altLang="en-US" dirty="0"/>
              <a:t>Knuth-Morris-Pratt (KMP) string matching.</a:t>
            </a:r>
          </a:p>
          <a:p>
            <a:pPr lvl="1"/>
            <a:r>
              <a:rPr lang="en-US" altLang="en-US" dirty="0">
                <a:solidFill>
                  <a:schemeClr val="hlink"/>
                </a:solidFill>
              </a:rPr>
              <a:t>O(|S| + | p</a:t>
            </a:r>
            <a:r>
              <a:rPr lang="en-US" altLang="en-US" baseline="-25000" dirty="0">
                <a:solidFill>
                  <a:schemeClr val="hlink"/>
                </a:solidFill>
              </a:rPr>
              <a:t>i</a:t>
            </a:r>
            <a:r>
              <a:rPr lang="en-US" altLang="en-US" dirty="0">
                <a:solidFill>
                  <a:schemeClr val="hlink"/>
                </a:solidFill>
              </a:rPr>
              <a:t> |)</a:t>
            </a:r>
            <a:r>
              <a:rPr lang="en-US" altLang="en-US" dirty="0"/>
              <a:t> time per query.</a:t>
            </a:r>
          </a:p>
          <a:p>
            <a:pPr lvl="1"/>
            <a:r>
              <a:rPr lang="en-US" altLang="en-US" dirty="0">
                <a:solidFill>
                  <a:schemeClr val="hlink"/>
                </a:solidFill>
              </a:rPr>
              <a:t>O(</a:t>
            </a:r>
            <a:r>
              <a:rPr lang="en-US" altLang="en-US" dirty="0" err="1">
                <a:solidFill>
                  <a:schemeClr val="hlink"/>
                </a:solidFill>
              </a:rPr>
              <a:t>n|S</a:t>
            </a:r>
            <a:r>
              <a:rPr lang="en-US" altLang="en-US" dirty="0">
                <a:solidFill>
                  <a:schemeClr val="hlink"/>
                </a:solidFill>
              </a:rPr>
              <a:t>| + </a:t>
            </a:r>
            <a:r>
              <a:rPr lang="en-US" altLang="en-US" dirty="0">
                <a:solidFill>
                  <a:schemeClr val="hlink"/>
                </a:solidFill>
                <a:latin typeface="Symbol" panose="05050102010706020507" pitchFamily="18" charset="2"/>
              </a:rPr>
              <a:t>S</a:t>
            </a:r>
            <a:r>
              <a:rPr lang="en-US" altLang="en-US" baseline="-25000" dirty="0">
                <a:solidFill>
                  <a:schemeClr val="hlink"/>
                </a:solidFill>
              </a:rPr>
              <a:t>i</a:t>
            </a:r>
            <a:r>
              <a:rPr lang="en-US" altLang="en-US" dirty="0">
                <a:solidFill>
                  <a:schemeClr val="hlink"/>
                </a:solidFill>
              </a:rPr>
              <a:t> | p</a:t>
            </a:r>
            <a:r>
              <a:rPr lang="en-US" altLang="en-US" baseline="-25000" dirty="0">
                <a:solidFill>
                  <a:schemeClr val="hlink"/>
                </a:solidFill>
              </a:rPr>
              <a:t>i</a:t>
            </a:r>
            <a:r>
              <a:rPr lang="en-US" altLang="en-US" dirty="0">
                <a:solidFill>
                  <a:schemeClr val="hlink"/>
                </a:solidFill>
              </a:rPr>
              <a:t> |)</a:t>
            </a:r>
            <a:r>
              <a:rPr lang="en-US" altLang="en-US" dirty="0"/>
              <a:t> time for </a:t>
            </a:r>
            <a:r>
              <a:rPr lang="en-US" altLang="en-US" dirty="0">
                <a:solidFill>
                  <a:schemeClr val="hlink"/>
                </a:solidFill>
              </a:rPr>
              <a:t>n</a:t>
            </a:r>
            <a:r>
              <a:rPr lang="en-US" altLang="en-US" dirty="0"/>
              <a:t> queries.</a:t>
            </a:r>
          </a:p>
          <a:p>
            <a:r>
              <a:rPr lang="en-US" altLang="en-US" dirty="0"/>
              <a:t>Suffix tree solution.</a:t>
            </a:r>
          </a:p>
          <a:p>
            <a:pPr lvl="1"/>
            <a:r>
              <a:rPr lang="en-US" altLang="en-US" dirty="0">
                <a:solidFill>
                  <a:schemeClr val="hlink"/>
                </a:solidFill>
              </a:rPr>
              <a:t>O(|S| + </a:t>
            </a:r>
            <a:r>
              <a:rPr lang="en-US" altLang="en-US" dirty="0">
                <a:solidFill>
                  <a:schemeClr val="hlink"/>
                </a:solidFill>
                <a:latin typeface="Symbol" panose="05050102010706020507" pitchFamily="18" charset="2"/>
              </a:rPr>
              <a:t>S</a:t>
            </a:r>
            <a:r>
              <a:rPr lang="en-US" altLang="en-US" baseline="-25000" dirty="0">
                <a:solidFill>
                  <a:schemeClr val="hlink"/>
                </a:solidFill>
              </a:rPr>
              <a:t>i</a:t>
            </a:r>
            <a:r>
              <a:rPr lang="en-US" altLang="en-US" dirty="0">
                <a:solidFill>
                  <a:schemeClr val="hlink"/>
                </a:solidFill>
              </a:rPr>
              <a:t> | p</a:t>
            </a:r>
            <a:r>
              <a:rPr lang="en-US" altLang="en-US" baseline="-25000" dirty="0">
                <a:solidFill>
                  <a:schemeClr val="hlink"/>
                </a:solidFill>
              </a:rPr>
              <a:t>i</a:t>
            </a:r>
            <a:r>
              <a:rPr lang="en-US" altLang="en-US" dirty="0">
                <a:solidFill>
                  <a:schemeClr val="hlink"/>
                </a:solidFill>
              </a:rPr>
              <a:t> |)</a:t>
            </a:r>
            <a:r>
              <a:rPr lang="en-US" altLang="en-US" dirty="0"/>
              <a:t> time for </a:t>
            </a:r>
            <a:r>
              <a:rPr lang="en-US" altLang="en-US" dirty="0">
                <a:solidFill>
                  <a:schemeClr val="hlink"/>
                </a:solidFill>
              </a:rPr>
              <a:t>n</a:t>
            </a:r>
            <a:r>
              <a:rPr lang="en-US" altLang="en-US" dirty="0"/>
              <a:t> queries.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58667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5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5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5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5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5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5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5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5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5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5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5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5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5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5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091" grpId="0" build="p" bldLvl="3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altLang="en-US"/>
              <a:t>Suffix Trees</a:t>
            </a:r>
          </a:p>
        </p:txBody>
      </p:sp>
      <p:sp>
        <p:nvSpPr>
          <p:cNvPr id="36867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  <a:defRPr/>
            </a:pPr>
            <a:r>
              <a:rPr lang="it-IT" altLang="en-US" b="1"/>
              <a:t>Definition: </a:t>
            </a:r>
            <a:r>
              <a:rPr lang="it-IT" altLang="en-US" sz="2400" i="1"/>
              <a:t>A suffix tree for a string T of length m is a rooted tree such that: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  <a:defRPr/>
            </a:pPr>
            <a:r>
              <a:rPr lang="it-IT" altLang="en-US" sz="2000" i="1">
                <a:effectLst/>
              </a:rPr>
              <a:t>It has exactly m leafs, numbered from 1 to m;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  <a:defRPr/>
            </a:pPr>
            <a:r>
              <a:rPr lang="it-IT" altLang="en-US" sz="2000" i="1">
                <a:effectLst/>
              </a:rPr>
              <a:t>Every edge has a label, which is a substring of T;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  <a:defRPr/>
            </a:pPr>
            <a:r>
              <a:rPr lang="en-US" altLang="en-US" sz="2000" i="1">
                <a:effectLst/>
              </a:rPr>
              <a:t>Every internal node has at least two children;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  <a:defRPr/>
            </a:pPr>
            <a:r>
              <a:rPr lang="en-US" altLang="en-US" sz="2000" i="1">
                <a:effectLst/>
              </a:rPr>
              <a:t>Labels of two edges starting at an internal node do not start with the same character;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  <a:defRPr/>
            </a:pPr>
            <a:r>
              <a:rPr lang="en-US" altLang="en-US" sz="2000" i="1">
                <a:effectLst/>
              </a:rPr>
              <a:t>The label of the path from the root to a leaf numbered I is the suffix of T starting at position i, i.e. T[i..m]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  <a:defRPr/>
            </a:pPr>
            <a:endParaRPr lang="it-IT" altLang="en-US" i="1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883435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altLang="en-US" dirty="0"/>
              <a:t>Suffix Trees  </a:t>
            </a:r>
          </a:p>
        </p:txBody>
      </p:sp>
      <p:sp>
        <p:nvSpPr>
          <p:cNvPr id="18435" name="Text Box 4"/>
          <p:cNvSpPr txBox="1">
            <a:spLocks noChangeArrowheads="1"/>
          </p:cNvSpPr>
          <p:nvPr/>
        </p:nvSpPr>
        <p:spPr bwMode="auto">
          <a:xfrm>
            <a:off x="611188" y="1412875"/>
            <a:ext cx="23764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en-US" b="1"/>
              <a:t>abbcbab#</a:t>
            </a:r>
          </a:p>
        </p:txBody>
      </p:sp>
      <p:grpSp>
        <p:nvGrpSpPr>
          <p:cNvPr id="49182" name="Group 30"/>
          <p:cNvGrpSpPr>
            <a:grpSpLocks/>
          </p:cNvGrpSpPr>
          <p:nvPr/>
        </p:nvGrpSpPr>
        <p:grpSpPr bwMode="auto">
          <a:xfrm>
            <a:off x="1619250" y="2205038"/>
            <a:ext cx="5761038" cy="3967162"/>
            <a:chOff x="657" y="1344"/>
            <a:chExt cx="3629" cy="2499"/>
          </a:xfrm>
        </p:grpSpPr>
        <p:sp>
          <p:nvSpPr>
            <p:cNvPr id="18437" name="Line 5"/>
            <p:cNvSpPr>
              <a:spLocks noChangeShapeType="1"/>
            </p:cNvSpPr>
            <p:nvPr/>
          </p:nvSpPr>
          <p:spPr bwMode="auto">
            <a:xfrm flipH="1">
              <a:off x="1746" y="1389"/>
              <a:ext cx="816" cy="3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438" name="Line 6"/>
            <p:cNvSpPr>
              <a:spLocks noChangeShapeType="1"/>
            </p:cNvSpPr>
            <p:nvPr/>
          </p:nvSpPr>
          <p:spPr bwMode="auto">
            <a:xfrm flipH="1">
              <a:off x="930" y="1752"/>
              <a:ext cx="816" cy="6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439" name="Line 7"/>
            <p:cNvSpPr>
              <a:spLocks noChangeShapeType="1"/>
            </p:cNvSpPr>
            <p:nvPr/>
          </p:nvSpPr>
          <p:spPr bwMode="auto">
            <a:xfrm flipH="1">
              <a:off x="1066" y="1752"/>
              <a:ext cx="680" cy="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440" name="Line 8"/>
            <p:cNvSpPr>
              <a:spLocks noChangeShapeType="1"/>
            </p:cNvSpPr>
            <p:nvPr/>
          </p:nvSpPr>
          <p:spPr bwMode="auto">
            <a:xfrm>
              <a:off x="2562" y="1389"/>
              <a:ext cx="0" cy="90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441" name="Line 9"/>
            <p:cNvSpPr>
              <a:spLocks noChangeShapeType="1"/>
            </p:cNvSpPr>
            <p:nvPr/>
          </p:nvSpPr>
          <p:spPr bwMode="auto">
            <a:xfrm flipH="1">
              <a:off x="2063" y="2296"/>
              <a:ext cx="499" cy="1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442" name="Line 10"/>
            <p:cNvSpPr>
              <a:spLocks noChangeShapeType="1"/>
            </p:cNvSpPr>
            <p:nvPr/>
          </p:nvSpPr>
          <p:spPr bwMode="auto">
            <a:xfrm flipH="1">
              <a:off x="2109" y="2296"/>
              <a:ext cx="453" cy="8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443" name="Line 11"/>
            <p:cNvSpPr>
              <a:spLocks noChangeShapeType="1"/>
            </p:cNvSpPr>
            <p:nvPr/>
          </p:nvSpPr>
          <p:spPr bwMode="auto">
            <a:xfrm>
              <a:off x="2562" y="2296"/>
              <a:ext cx="499" cy="127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444" name="Line 12"/>
            <p:cNvSpPr>
              <a:spLocks noChangeShapeType="1"/>
            </p:cNvSpPr>
            <p:nvPr/>
          </p:nvSpPr>
          <p:spPr bwMode="auto">
            <a:xfrm>
              <a:off x="2562" y="2296"/>
              <a:ext cx="862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445" name="Line 13"/>
            <p:cNvSpPr>
              <a:spLocks noChangeShapeType="1"/>
            </p:cNvSpPr>
            <p:nvPr/>
          </p:nvSpPr>
          <p:spPr bwMode="auto">
            <a:xfrm>
              <a:off x="2562" y="1389"/>
              <a:ext cx="1452" cy="4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446" name="Text Box 14"/>
            <p:cNvSpPr txBox="1">
              <a:spLocks noChangeArrowheads="1"/>
            </p:cNvSpPr>
            <p:nvPr/>
          </p:nvSpPr>
          <p:spPr bwMode="auto">
            <a:xfrm>
              <a:off x="1973" y="1344"/>
              <a:ext cx="45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600" b="1"/>
                <a:t>ab</a:t>
              </a:r>
            </a:p>
          </p:txBody>
        </p:sp>
        <p:sp>
          <p:nvSpPr>
            <p:cNvPr id="18447" name="Text Box 15"/>
            <p:cNvSpPr txBox="1">
              <a:spLocks noChangeArrowheads="1"/>
            </p:cNvSpPr>
            <p:nvPr/>
          </p:nvSpPr>
          <p:spPr bwMode="auto">
            <a:xfrm>
              <a:off x="1292" y="1616"/>
              <a:ext cx="45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600" b="1"/>
                <a:t>#</a:t>
              </a:r>
            </a:p>
          </p:txBody>
        </p:sp>
        <p:sp>
          <p:nvSpPr>
            <p:cNvPr id="18448" name="Text Box 16"/>
            <p:cNvSpPr txBox="1">
              <a:spLocks noChangeArrowheads="1"/>
            </p:cNvSpPr>
            <p:nvPr/>
          </p:nvSpPr>
          <p:spPr bwMode="auto">
            <a:xfrm>
              <a:off x="657" y="2024"/>
              <a:ext cx="63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600" b="1"/>
                <a:t>bcbab#</a:t>
              </a:r>
            </a:p>
          </p:txBody>
        </p:sp>
        <p:sp>
          <p:nvSpPr>
            <p:cNvPr id="18449" name="Text Box 17"/>
            <p:cNvSpPr txBox="1">
              <a:spLocks noChangeArrowheads="1"/>
            </p:cNvSpPr>
            <p:nvPr/>
          </p:nvSpPr>
          <p:spPr bwMode="auto">
            <a:xfrm>
              <a:off x="2381" y="1797"/>
              <a:ext cx="45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600" b="1"/>
                <a:t>b</a:t>
              </a:r>
            </a:p>
          </p:txBody>
        </p:sp>
        <p:sp>
          <p:nvSpPr>
            <p:cNvPr id="18450" name="Text Box 18"/>
            <p:cNvSpPr txBox="1">
              <a:spLocks noChangeArrowheads="1"/>
            </p:cNvSpPr>
            <p:nvPr/>
          </p:nvSpPr>
          <p:spPr bwMode="auto">
            <a:xfrm>
              <a:off x="2064" y="2205"/>
              <a:ext cx="45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600" b="1"/>
                <a:t>#</a:t>
              </a:r>
            </a:p>
          </p:txBody>
        </p:sp>
        <p:sp>
          <p:nvSpPr>
            <p:cNvPr id="18451" name="Text Box 19"/>
            <p:cNvSpPr txBox="1">
              <a:spLocks noChangeArrowheads="1"/>
            </p:cNvSpPr>
            <p:nvPr/>
          </p:nvSpPr>
          <p:spPr bwMode="auto">
            <a:xfrm>
              <a:off x="1837" y="2659"/>
              <a:ext cx="72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600" b="1"/>
                <a:t>cbab#</a:t>
              </a:r>
            </a:p>
          </p:txBody>
        </p:sp>
        <p:sp>
          <p:nvSpPr>
            <p:cNvPr id="18452" name="Text Box 20"/>
            <p:cNvSpPr txBox="1">
              <a:spLocks noChangeArrowheads="1"/>
            </p:cNvSpPr>
            <p:nvPr/>
          </p:nvSpPr>
          <p:spPr bwMode="auto">
            <a:xfrm>
              <a:off x="2835" y="2931"/>
              <a:ext cx="63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600" b="1"/>
                <a:t>bcbab#</a:t>
              </a:r>
            </a:p>
          </p:txBody>
        </p:sp>
        <p:sp>
          <p:nvSpPr>
            <p:cNvPr id="18453" name="Text Box 21"/>
            <p:cNvSpPr txBox="1">
              <a:spLocks noChangeArrowheads="1"/>
            </p:cNvSpPr>
            <p:nvPr/>
          </p:nvSpPr>
          <p:spPr bwMode="auto">
            <a:xfrm>
              <a:off x="2971" y="2205"/>
              <a:ext cx="45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600" b="1"/>
                <a:t>ab#</a:t>
              </a:r>
            </a:p>
          </p:txBody>
        </p:sp>
        <p:sp>
          <p:nvSpPr>
            <p:cNvPr id="18454" name="Text Box 22"/>
            <p:cNvSpPr txBox="1">
              <a:spLocks noChangeArrowheads="1"/>
            </p:cNvSpPr>
            <p:nvPr/>
          </p:nvSpPr>
          <p:spPr bwMode="auto">
            <a:xfrm>
              <a:off x="3334" y="1434"/>
              <a:ext cx="72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600" b="1"/>
                <a:t>cbab#</a:t>
              </a:r>
            </a:p>
          </p:txBody>
        </p:sp>
        <p:sp>
          <p:nvSpPr>
            <p:cNvPr id="18455" name="Text Box 23"/>
            <p:cNvSpPr txBox="1">
              <a:spLocks noChangeArrowheads="1"/>
            </p:cNvSpPr>
            <p:nvPr/>
          </p:nvSpPr>
          <p:spPr bwMode="auto">
            <a:xfrm>
              <a:off x="839" y="1752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800"/>
                <a:t>6</a:t>
              </a:r>
            </a:p>
          </p:txBody>
        </p:sp>
        <p:sp>
          <p:nvSpPr>
            <p:cNvPr id="18456" name="Text Box 24"/>
            <p:cNvSpPr txBox="1">
              <a:spLocks noChangeArrowheads="1"/>
            </p:cNvSpPr>
            <p:nvPr/>
          </p:nvSpPr>
          <p:spPr bwMode="auto">
            <a:xfrm>
              <a:off x="703" y="2432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800"/>
                <a:t>1</a:t>
              </a:r>
            </a:p>
          </p:txBody>
        </p:sp>
        <p:sp>
          <p:nvSpPr>
            <p:cNvPr id="18457" name="Text Box 25"/>
            <p:cNvSpPr txBox="1">
              <a:spLocks noChangeArrowheads="1"/>
            </p:cNvSpPr>
            <p:nvPr/>
          </p:nvSpPr>
          <p:spPr bwMode="auto">
            <a:xfrm>
              <a:off x="1837" y="2387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800"/>
                <a:t>7</a:t>
              </a:r>
            </a:p>
          </p:txBody>
        </p:sp>
        <p:sp>
          <p:nvSpPr>
            <p:cNvPr id="18458" name="Text Box 26"/>
            <p:cNvSpPr txBox="1">
              <a:spLocks noChangeArrowheads="1"/>
            </p:cNvSpPr>
            <p:nvPr/>
          </p:nvSpPr>
          <p:spPr bwMode="auto">
            <a:xfrm>
              <a:off x="1882" y="3113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800"/>
                <a:t>3</a:t>
              </a:r>
            </a:p>
          </p:txBody>
        </p:sp>
        <p:sp>
          <p:nvSpPr>
            <p:cNvPr id="18459" name="Text Box 27"/>
            <p:cNvSpPr txBox="1">
              <a:spLocks noChangeArrowheads="1"/>
            </p:cNvSpPr>
            <p:nvPr/>
          </p:nvSpPr>
          <p:spPr bwMode="auto">
            <a:xfrm>
              <a:off x="2971" y="3612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800"/>
                <a:t>2</a:t>
              </a:r>
            </a:p>
          </p:txBody>
        </p:sp>
        <p:sp>
          <p:nvSpPr>
            <p:cNvPr id="18460" name="Text Box 28"/>
            <p:cNvSpPr txBox="1">
              <a:spLocks noChangeArrowheads="1"/>
            </p:cNvSpPr>
            <p:nvPr/>
          </p:nvSpPr>
          <p:spPr bwMode="auto">
            <a:xfrm>
              <a:off x="3470" y="2432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800"/>
                <a:t>5</a:t>
              </a:r>
            </a:p>
          </p:txBody>
        </p:sp>
        <p:sp>
          <p:nvSpPr>
            <p:cNvPr id="18461" name="Text Box 29"/>
            <p:cNvSpPr txBox="1">
              <a:spLocks noChangeArrowheads="1"/>
            </p:cNvSpPr>
            <p:nvPr/>
          </p:nvSpPr>
          <p:spPr bwMode="auto">
            <a:xfrm>
              <a:off x="4059" y="1752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it-IT" altLang="en-US" sz="1800"/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8233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en-US" sz="4000"/>
              <a:t>Suffix Trees – searching a pattern</a:t>
            </a:r>
          </a:p>
        </p:txBody>
      </p:sp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539750" y="1557338"/>
            <a:ext cx="23764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en-US" sz="3200" b="1"/>
              <a:t>abbcbab#</a:t>
            </a:r>
          </a:p>
        </p:txBody>
      </p:sp>
      <p:grpSp>
        <p:nvGrpSpPr>
          <p:cNvPr id="37893" name="Group 5"/>
          <p:cNvGrpSpPr>
            <a:grpSpLocks/>
          </p:cNvGrpSpPr>
          <p:nvPr/>
        </p:nvGrpSpPr>
        <p:grpSpPr bwMode="auto">
          <a:xfrm>
            <a:off x="2700338" y="1844675"/>
            <a:ext cx="5761037" cy="3967163"/>
            <a:chOff x="657" y="1344"/>
            <a:chExt cx="3629" cy="2499"/>
          </a:xfrm>
        </p:grpSpPr>
        <p:sp>
          <p:nvSpPr>
            <p:cNvPr id="37894" name="Line 6"/>
            <p:cNvSpPr>
              <a:spLocks noChangeShapeType="1"/>
            </p:cNvSpPr>
            <p:nvPr/>
          </p:nvSpPr>
          <p:spPr bwMode="auto">
            <a:xfrm flipH="1">
              <a:off x="1746" y="1389"/>
              <a:ext cx="816" cy="3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895" name="Line 7"/>
            <p:cNvSpPr>
              <a:spLocks noChangeShapeType="1"/>
            </p:cNvSpPr>
            <p:nvPr/>
          </p:nvSpPr>
          <p:spPr bwMode="auto">
            <a:xfrm flipH="1">
              <a:off x="930" y="1752"/>
              <a:ext cx="816" cy="6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896" name="Line 8"/>
            <p:cNvSpPr>
              <a:spLocks noChangeShapeType="1"/>
            </p:cNvSpPr>
            <p:nvPr/>
          </p:nvSpPr>
          <p:spPr bwMode="auto">
            <a:xfrm flipH="1">
              <a:off x="1066" y="1752"/>
              <a:ext cx="680" cy="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897" name="Line 9"/>
            <p:cNvSpPr>
              <a:spLocks noChangeShapeType="1"/>
            </p:cNvSpPr>
            <p:nvPr/>
          </p:nvSpPr>
          <p:spPr bwMode="auto">
            <a:xfrm>
              <a:off x="2562" y="1389"/>
              <a:ext cx="0" cy="90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898" name="Line 10"/>
            <p:cNvSpPr>
              <a:spLocks noChangeShapeType="1"/>
            </p:cNvSpPr>
            <p:nvPr/>
          </p:nvSpPr>
          <p:spPr bwMode="auto">
            <a:xfrm flipH="1">
              <a:off x="2063" y="2296"/>
              <a:ext cx="499" cy="1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899" name="Line 11"/>
            <p:cNvSpPr>
              <a:spLocks noChangeShapeType="1"/>
            </p:cNvSpPr>
            <p:nvPr/>
          </p:nvSpPr>
          <p:spPr bwMode="auto">
            <a:xfrm flipH="1">
              <a:off x="2109" y="2296"/>
              <a:ext cx="453" cy="8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900" name="Line 12"/>
            <p:cNvSpPr>
              <a:spLocks noChangeShapeType="1"/>
            </p:cNvSpPr>
            <p:nvPr/>
          </p:nvSpPr>
          <p:spPr bwMode="auto">
            <a:xfrm>
              <a:off x="2562" y="2296"/>
              <a:ext cx="499" cy="127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901" name="Line 13"/>
            <p:cNvSpPr>
              <a:spLocks noChangeShapeType="1"/>
            </p:cNvSpPr>
            <p:nvPr/>
          </p:nvSpPr>
          <p:spPr bwMode="auto">
            <a:xfrm>
              <a:off x="2562" y="2296"/>
              <a:ext cx="862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902" name="Line 14"/>
            <p:cNvSpPr>
              <a:spLocks noChangeShapeType="1"/>
            </p:cNvSpPr>
            <p:nvPr/>
          </p:nvSpPr>
          <p:spPr bwMode="auto">
            <a:xfrm>
              <a:off x="2562" y="1389"/>
              <a:ext cx="1452" cy="4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903" name="Text Box 15"/>
            <p:cNvSpPr txBox="1">
              <a:spLocks noChangeArrowheads="1"/>
            </p:cNvSpPr>
            <p:nvPr/>
          </p:nvSpPr>
          <p:spPr bwMode="auto">
            <a:xfrm>
              <a:off x="1973" y="1344"/>
              <a:ext cx="45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altLang="en-US" sz="1600" b="1"/>
                <a:t>ab</a:t>
              </a:r>
            </a:p>
          </p:txBody>
        </p:sp>
        <p:sp>
          <p:nvSpPr>
            <p:cNvPr id="37904" name="Text Box 16"/>
            <p:cNvSpPr txBox="1">
              <a:spLocks noChangeArrowheads="1"/>
            </p:cNvSpPr>
            <p:nvPr/>
          </p:nvSpPr>
          <p:spPr bwMode="auto">
            <a:xfrm>
              <a:off x="1292" y="1616"/>
              <a:ext cx="45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altLang="en-US" sz="1600" b="1"/>
                <a:t>#</a:t>
              </a:r>
            </a:p>
          </p:txBody>
        </p:sp>
        <p:sp>
          <p:nvSpPr>
            <p:cNvPr id="37905" name="Text Box 17"/>
            <p:cNvSpPr txBox="1">
              <a:spLocks noChangeArrowheads="1"/>
            </p:cNvSpPr>
            <p:nvPr/>
          </p:nvSpPr>
          <p:spPr bwMode="auto">
            <a:xfrm>
              <a:off x="657" y="2024"/>
              <a:ext cx="63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altLang="en-US" sz="1600" b="1"/>
                <a:t>bcbab#</a:t>
              </a:r>
            </a:p>
          </p:txBody>
        </p:sp>
        <p:sp>
          <p:nvSpPr>
            <p:cNvPr id="37906" name="Text Box 18"/>
            <p:cNvSpPr txBox="1">
              <a:spLocks noChangeArrowheads="1"/>
            </p:cNvSpPr>
            <p:nvPr/>
          </p:nvSpPr>
          <p:spPr bwMode="auto">
            <a:xfrm>
              <a:off x="2381" y="1797"/>
              <a:ext cx="45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altLang="en-US" sz="1600" b="1"/>
                <a:t>b</a:t>
              </a:r>
            </a:p>
          </p:txBody>
        </p:sp>
        <p:sp>
          <p:nvSpPr>
            <p:cNvPr id="37907" name="Text Box 19"/>
            <p:cNvSpPr txBox="1">
              <a:spLocks noChangeArrowheads="1"/>
            </p:cNvSpPr>
            <p:nvPr/>
          </p:nvSpPr>
          <p:spPr bwMode="auto">
            <a:xfrm>
              <a:off x="2064" y="2205"/>
              <a:ext cx="45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altLang="en-US" sz="1600" b="1"/>
                <a:t>#</a:t>
              </a:r>
            </a:p>
          </p:txBody>
        </p:sp>
        <p:sp>
          <p:nvSpPr>
            <p:cNvPr id="37908" name="Text Box 20"/>
            <p:cNvSpPr txBox="1">
              <a:spLocks noChangeArrowheads="1"/>
            </p:cNvSpPr>
            <p:nvPr/>
          </p:nvSpPr>
          <p:spPr bwMode="auto">
            <a:xfrm>
              <a:off x="1837" y="2659"/>
              <a:ext cx="72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altLang="en-US" sz="1600" b="1"/>
                <a:t>cbab#</a:t>
              </a:r>
            </a:p>
          </p:txBody>
        </p:sp>
        <p:sp>
          <p:nvSpPr>
            <p:cNvPr id="37909" name="Text Box 21"/>
            <p:cNvSpPr txBox="1">
              <a:spLocks noChangeArrowheads="1"/>
            </p:cNvSpPr>
            <p:nvPr/>
          </p:nvSpPr>
          <p:spPr bwMode="auto">
            <a:xfrm>
              <a:off x="2835" y="2931"/>
              <a:ext cx="63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altLang="en-US" sz="1600" b="1"/>
                <a:t>bcbab#</a:t>
              </a:r>
            </a:p>
          </p:txBody>
        </p:sp>
        <p:sp>
          <p:nvSpPr>
            <p:cNvPr id="37910" name="Text Box 22"/>
            <p:cNvSpPr txBox="1">
              <a:spLocks noChangeArrowheads="1"/>
            </p:cNvSpPr>
            <p:nvPr/>
          </p:nvSpPr>
          <p:spPr bwMode="auto">
            <a:xfrm>
              <a:off x="2971" y="2205"/>
              <a:ext cx="45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altLang="en-US" sz="1600" b="1"/>
                <a:t>ab#</a:t>
              </a:r>
            </a:p>
          </p:txBody>
        </p:sp>
        <p:sp>
          <p:nvSpPr>
            <p:cNvPr id="37911" name="Text Box 23"/>
            <p:cNvSpPr txBox="1">
              <a:spLocks noChangeArrowheads="1"/>
            </p:cNvSpPr>
            <p:nvPr/>
          </p:nvSpPr>
          <p:spPr bwMode="auto">
            <a:xfrm>
              <a:off x="3334" y="1434"/>
              <a:ext cx="72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altLang="en-US" sz="1600" b="1"/>
                <a:t>cbab#</a:t>
              </a:r>
            </a:p>
          </p:txBody>
        </p:sp>
        <p:sp>
          <p:nvSpPr>
            <p:cNvPr id="37912" name="Text Box 24"/>
            <p:cNvSpPr txBox="1">
              <a:spLocks noChangeArrowheads="1"/>
            </p:cNvSpPr>
            <p:nvPr/>
          </p:nvSpPr>
          <p:spPr bwMode="auto">
            <a:xfrm>
              <a:off x="839" y="1752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altLang="en-US"/>
                <a:t>6</a:t>
              </a:r>
            </a:p>
          </p:txBody>
        </p:sp>
        <p:sp>
          <p:nvSpPr>
            <p:cNvPr id="37913" name="Text Box 25"/>
            <p:cNvSpPr txBox="1">
              <a:spLocks noChangeArrowheads="1"/>
            </p:cNvSpPr>
            <p:nvPr/>
          </p:nvSpPr>
          <p:spPr bwMode="auto">
            <a:xfrm>
              <a:off x="703" y="2432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altLang="en-US"/>
                <a:t>1</a:t>
              </a:r>
            </a:p>
          </p:txBody>
        </p:sp>
        <p:sp>
          <p:nvSpPr>
            <p:cNvPr id="37914" name="Text Box 26"/>
            <p:cNvSpPr txBox="1">
              <a:spLocks noChangeArrowheads="1"/>
            </p:cNvSpPr>
            <p:nvPr/>
          </p:nvSpPr>
          <p:spPr bwMode="auto">
            <a:xfrm>
              <a:off x="1837" y="2387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altLang="en-US"/>
                <a:t>7</a:t>
              </a:r>
            </a:p>
          </p:txBody>
        </p:sp>
        <p:sp>
          <p:nvSpPr>
            <p:cNvPr id="37915" name="Text Box 27"/>
            <p:cNvSpPr txBox="1">
              <a:spLocks noChangeArrowheads="1"/>
            </p:cNvSpPr>
            <p:nvPr/>
          </p:nvSpPr>
          <p:spPr bwMode="auto">
            <a:xfrm>
              <a:off x="1882" y="3113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altLang="en-US"/>
                <a:t>3</a:t>
              </a:r>
            </a:p>
          </p:txBody>
        </p:sp>
        <p:sp>
          <p:nvSpPr>
            <p:cNvPr id="37916" name="Text Box 28"/>
            <p:cNvSpPr txBox="1">
              <a:spLocks noChangeArrowheads="1"/>
            </p:cNvSpPr>
            <p:nvPr/>
          </p:nvSpPr>
          <p:spPr bwMode="auto">
            <a:xfrm>
              <a:off x="2971" y="3612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altLang="en-US"/>
                <a:t>2</a:t>
              </a:r>
            </a:p>
          </p:txBody>
        </p:sp>
        <p:sp>
          <p:nvSpPr>
            <p:cNvPr id="37917" name="Text Box 29"/>
            <p:cNvSpPr txBox="1">
              <a:spLocks noChangeArrowheads="1"/>
            </p:cNvSpPr>
            <p:nvPr/>
          </p:nvSpPr>
          <p:spPr bwMode="auto">
            <a:xfrm>
              <a:off x="3470" y="2432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altLang="en-US"/>
                <a:t>5</a:t>
              </a:r>
            </a:p>
          </p:txBody>
        </p:sp>
        <p:sp>
          <p:nvSpPr>
            <p:cNvPr id="37918" name="Text Box 30"/>
            <p:cNvSpPr txBox="1">
              <a:spLocks noChangeArrowheads="1"/>
            </p:cNvSpPr>
            <p:nvPr/>
          </p:nvSpPr>
          <p:spPr bwMode="auto">
            <a:xfrm>
              <a:off x="4059" y="1752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altLang="en-US"/>
                <a:t>4</a:t>
              </a:r>
            </a:p>
          </p:txBody>
        </p:sp>
      </p:grpSp>
      <p:sp>
        <p:nvSpPr>
          <p:cNvPr id="37920" name="Text Box 32"/>
          <p:cNvSpPr txBox="1">
            <a:spLocks noChangeArrowheads="1"/>
          </p:cNvSpPr>
          <p:nvPr/>
        </p:nvSpPr>
        <p:spPr bwMode="auto">
          <a:xfrm>
            <a:off x="323850" y="4724400"/>
            <a:ext cx="27368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en-US" sz="2000" b="1"/>
              <a:t>Pattern:      </a:t>
            </a:r>
            <a:r>
              <a:rPr lang="it-IT" altLang="en-US" sz="3200" b="1"/>
              <a:t> bcb</a:t>
            </a:r>
          </a:p>
        </p:txBody>
      </p:sp>
      <p:sp>
        <p:nvSpPr>
          <p:cNvPr id="37922" name="Line 34"/>
          <p:cNvSpPr>
            <a:spLocks noChangeShapeType="1"/>
          </p:cNvSpPr>
          <p:nvPr/>
        </p:nvSpPr>
        <p:spPr bwMode="auto">
          <a:xfrm flipV="1">
            <a:off x="1763713" y="5300663"/>
            <a:ext cx="0" cy="504825"/>
          </a:xfrm>
          <a:prstGeom prst="line">
            <a:avLst/>
          </a:prstGeom>
          <a:noFill/>
          <a:ln w="44450">
            <a:solidFill>
              <a:srgbClr val="FF0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7923" name="Line 35"/>
          <p:cNvSpPr>
            <a:spLocks noChangeShapeType="1"/>
          </p:cNvSpPr>
          <p:nvPr/>
        </p:nvSpPr>
        <p:spPr bwMode="auto">
          <a:xfrm flipV="1">
            <a:off x="1979613" y="5300663"/>
            <a:ext cx="0" cy="504825"/>
          </a:xfrm>
          <a:prstGeom prst="line">
            <a:avLst/>
          </a:prstGeom>
          <a:noFill/>
          <a:ln w="44450">
            <a:solidFill>
              <a:srgbClr val="FF0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7924" name="Line 36"/>
          <p:cNvSpPr>
            <a:spLocks noChangeShapeType="1"/>
          </p:cNvSpPr>
          <p:nvPr/>
        </p:nvSpPr>
        <p:spPr bwMode="auto">
          <a:xfrm flipV="1">
            <a:off x="2484438" y="5300663"/>
            <a:ext cx="0" cy="504825"/>
          </a:xfrm>
          <a:prstGeom prst="line">
            <a:avLst/>
          </a:prstGeom>
          <a:noFill/>
          <a:ln w="44450">
            <a:solidFill>
              <a:srgbClr val="FF0000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7925" name="Line 37"/>
          <p:cNvSpPr>
            <a:spLocks noChangeShapeType="1"/>
          </p:cNvSpPr>
          <p:nvPr/>
        </p:nvSpPr>
        <p:spPr bwMode="auto">
          <a:xfrm flipH="1">
            <a:off x="5867400" y="1484313"/>
            <a:ext cx="288925" cy="288925"/>
          </a:xfrm>
          <a:prstGeom prst="line">
            <a:avLst/>
          </a:prstGeom>
          <a:noFill/>
          <a:ln w="44450">
            <a:solidFill>
              <a:srgbClr val="FF0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7926" name="Line 38"/>
          <p:cNvSpPr>
            <a:spLocks noChangeShapeType="1"/>
          </p:cNvSpPr>
          <p:nvPr/>
        </p:nvSpPr>
        <p:spPr bwMode="auto">
          <a:xfrm flipH="1" flipV="1">
            <a:off x="5580063" y="2852738"/>
            <a:ext cx="0" cy="288925"/>
          </a:xfrm>
          <a:prstGeom prst="line">
            <a:avLst/>
          </a:prstGeom>
          <a:noFill/>
          <a:ln w="44450">
            <a:solidFill>
              <a:srgbClr val="FF0000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7927" name="Line 39"/>
          <p:cNvSpPr>
            <a:spLocks noChangeShapeType="1"/>
          </p:cNvSpPr>
          <p:nvPr/>
        </p:nvSpPr>
        <p:spPr bwMode="auto">
          <a:xfrm flipH="1" flipV="1">
            <a:off x="4859338" y="4221163"/>
            <a:ext cx="0" cy="288925"/>
          </a:xfrm>
          <a:prstGeom prst="line">
            <a:avLst/>
          </a:prstGeom>
          <a:noFill/>
          <a:ln w="44450">
            <a:solidFill>
              <a:srgbClr val="FF0000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7928" name="Rectangle 40"/>
          <p:cNvSpPr>
            <a:spLocks noChangeArrowheads="1"/>
          </p:cNvSpPr>
          <p:nvPr/>
        </p:nvSpPr>
        <p:spPr bwMode="auto">
          <a:xfrm>
            <a:off x="4500563" y="4581525"/>
            <a:ext cx="647700" cy="503238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7929" name="Line 41"/>
          <p:cNvSpPr>
            <a:spLocks noChangeShapeType="1"/>
          </p:cNvSpPr>
          <p:nvPr/>
        </p:nvSpPr>
        <p:spPr bwMode="auto">
          <a:xfrm flipH="1" flipV="1">
            <a:off x="1258888" y="2133600"/>
            <a:ext cx="0" cy="503238"/>
          </a:xfrm>
          <a:prstGeom prst="line">
            <a:avLst/>
          </a:prstGeom>
          <a:noFill/>
          <a:ln w="4445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18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379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379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379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379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7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7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7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22" grpId="0" animBg="1"/>
      <p:bldP spid="37922" grpId="1" animBg="1"/>
      <p:bldP spid="37923" grpId="0" animBg="1"/>
      <p:bldP spid="37923" grpId="1" animBg="1"/>
      <p:bldP spid="37924" grpId="0" animBg="1"/>
      <p:bldP spid="37925" grpId="0" animBg="1"/>
      <p:bldP spid="37925" grpId="1" animBg="1"/>
      <p:bldP spid="37926" grpId="0" animBg="1"/>
      <p:bldP spid="37926" grpId="1" animBg="1"/>
      <p:bldP spid="37927" grpId="0" animBg="1"/>
      <p:bldP spid="37928" grpId="0" animBg="1"/>
      <p:bldP spid="37929" grpId="0" animBg="1"/>
    </p:bldLst>
  </p:timing>
</p:sld>
</file>

<file path=ppt/theme/theme1.xml><?xml version="1.0" encoding="utf-8"?>
<a:theme xmlns:a="http://schemas.openxmlformats.org/drawingml/2006/main" name="Blank Presentation">
  <a:themeElements>
    <a:clrScheme name="">
      <a:dk1>
        <a:srgbClr val="000000"/>
      </a:dk1>
      <a:lt1>
        <a:srgbClr val="0000FF"/>
      </a:lt1>
      <a:dk2>
        <a:srgbClr val="000099"/>
      </a:dk2>
      <a:lt2>
        <a:srgbClr val="000000"/>
      </a:lt2>
      <a:accent1>
        <a:srgbClr val="FF9900"/>
      </a:accent1>
      <a:accent2>
        <a:srgbClr val="00FFFF"/>
      </a:accent2>
      <a:accent3>
        <a:srgbClr val="AAAAFF"/>
      </a:accent3>
      <a:accent4>
        <a:srgbClr val="000000"/>
      </a:accent4>
      <a:accent5>
        <a:srgbClr val="FFCAAA"/>
      </a:accent5>
      <a:accent6>
        <a:srgbClr val="00E7E7"/>
      </a:accent6>
      <a:hlink>
        <a:srgbClr val="FF0033"/>
      </a:hlink>
      <a:folHlink>
        <a:srgbClr val="969696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C:\MSOffice\Templates\Blank Presentation.pot</Template>
  <TotalTime>5520</TotalTime>
  <Words>1657</Words>
  <Application>Microsoft Office PowerPoint</Application>
  <PresentationFormat>On-screen Show (4:3)</PresentationFormat>
  <Paragraphs>668</Paragraphs>
  <Slides>38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Blank Presentation</vt:lpstr>
      <vt:lpstr> Digital trees, TRIEs &amp; Suffix Trees </vt:lpstr>
      <vt:lpstr>Digital Search Tree</vt:lpstr>
      <vt:lpstr>Example</vt:lpstr>
      <vt:lpstr>Example</vt:lpstr>
      <vt:lpstr>Example</vt:lpstr>
      <vt:lpstr>Example</vt:lpstr>
      <vt:lpstr>Search/Insert/Delete</vt:lpstr>
      <vt:lpstr>Binary Trie</vt:lpstr>
      <vt:lpstr>Example</vt:lpstr>
      <vt:lpstr>Fixed Length Insert</vt:lpstr>
      <vt:lpstr>Fixed Length Insert</vt:lpstr>
      <vt:lpstr>Fixed Length Insert</vt:lpstr>
      <vt:lpstr>Fixed Length Insert</vt:lpstr>
      <vt:lpstr>Fixed Length Delete</vt:lpstr>
      <vt:lpstr>Fixed Length Delete</vt:lpstr>
      <vt:lpstr>Fixed Length Delete</vt:lpstr>
      <vt:lpstr>Fixed Length Delete</vt:lpstr>
      <vt:lpstr>Fixed Length Delete</vt:lpstr>
      <vt:lpstr>Fixed Length Delete</vt:lpstr>
      <vt:lpstr>Fixed Length Delete</vt:lpstr>
      <vt:lpstr>Compressed Binary Tries</vt:lpstr>
      <vt:lpstr>Binary Trie</vt:lpstr>
      <vt:lpstr>Compressed Binary Trie</vt:lpstr>
      <vt:lpstr>Compressed Binary Trie</vt:lpstr>
      <vt:lpstr>Insert </vt:lpstr>
      <vt:lpstr>Insert </vt:lpstr>
      <vt:lpstr>Insert </vt:lpstr>
      <vt:lpstr>Delete </vt:lpstr>
      <vt:lpstr>Delete </vt:lpstr>
      <vt:lpstr>Delete </vt:lpstr>
      <vt:lpstr>String/Pattern Matching </vt:lpstr>
      <vt:lpstr>Brute-Force Algorithm</vt:lpstr>
      <vt:lpstr>The KMP Algorithm</vt:lpstr>
      <vt:lpstr>Analysis</vt:lpstr>
      <vt:lpstr>String/Pattern Matching </vt:lpstr>
      <vt:lpstr>Suffix Trees</vt:lpstr>
      <vt:lpstr>Suffix Trees  </vt:lpstr>
      <vt:lpstr>Suffix Trees – searching a pattern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Representation Methods</dc:title>
  <dc:creator>Preferred Customer</dc:creator>
  <cp:lastModifiedBy>tejeswara rao kutikuppla</cp:lastModifiedBy>
  <cp:revision>209</cp:revision>
  <dcterms:created xsi:type="dcterms:W3CDTF">1995-06-17T23:31:02Z</dcterms:created>
  <dcterms:modified xsi:type="dcterms:W3CDTF">2023-02-11T02:12:02Z</dcterms:modified>
</cp:coreProperties>
</file>